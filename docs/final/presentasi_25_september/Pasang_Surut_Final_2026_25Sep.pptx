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Pembuka</a:t>
            </a:r>
          </a:p>
          <a:p>
            <a:r>
              <a:t>WAKTU: 00:00 sampai 00:30</a:t>
            </a:r>
          </a:p>
          <a:p>
            <a:r>
              <a:t>PEMBICARA: Dzaky (pembagian latihan)</a:t>
            </a:r>
          </a:p>
          <a:p/>
          <a:p>
            <a:r>
              <a:t>Selamat pagi, Bapak dan Ibu juri. Kami tim trio la albiceleste dari ITS. PASANG SURUT membantu pengendara membandingkan rute dan jam berangkat di pesisir Semarang. Hari ini kami memakai satu perjalanan, dari akses Stasiun Tawang menuju kawasan industri Terboyo. Dari perjalanan itu, kami akan memperlihatkan apa yang sudah bekerja dan batas data yang masih perlu kami perbaiki.</a:t>
            </a:r>
          </a:p>
          <a:p/>
          <a:p>
            <a:r>
              <a:t>AKSI: Tunjuk Tawang dan Terboyo. Jangan membuka dengan daftar teknologi.</a:t>
            </a:r>
          </a:p>
          <a:p/>
          <a:p>
            <a:r>
              <a:t>SUMBER: README tim; data OSM; potret demo 26 September.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Kebutuhan perjalanan</a:t>
            </a:r>
          </a:p>
          <a:p>
            <a:r>
              <a:t>WAKTU: 00:30 sampai 01:20</a:t>
            </a:r>
          </a:p>
          <a:p>
            <a:r>
              <a:t>PEMBICARA: Dzaky (pembagian latihan)</a:t>
            </a:r>
          </a:p>
          <a:p/>
          <a:p>
            <a:r>
              <a:t>Tawang dan Terboyo berada di kawasan pesisir yang menjadi konteks proyek ini. Rob di Semarang juga masih masuk agenda penanganan pemerintah pada 2026. Kami mengambil kebutuhan yang sederhana: seseorang perlu menuju kawasan industri dengan motor. Kalau jam berangkatnya tetap, ia perlu memahami rute dan konsekuensi memutar. Kalau jadwalnya bisa digeser, ia ingin membandingkan jam lain. Ilustrasi ini belum kami uji lewat wawancara. Karena itu, kebutuhan dan kemudahan pemakaiannya tetap masuk rencana uji pengguna setelah final. Daffa akan memperlihatkan alur yang sudah bisa dicoba.</a:t>
            </a:r>
          </a:p>
          <a:p/>
          <a:p>
            <a:r>
              <a:t>AKSI: Daffa menyiapkan tab lokal saat Dzaky berbicara. Perpindahan pembicara dilakukan setelah kalimat terakhir.</a:t>
            </a:r>
          </a:p>
          <a:p/>
          <a:p>
            <a:r>
              <a:t>SUMBER: BBWS Pemali Juana 15 Februari 2026; user mengonfirmasi belum ada uji pengguna pada 25 September.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Alur pemakaian</a:t>
            </a:r>
          </a:p>
          <a:p>
            <a:r>
              <a:t>WAKTU: 01:20 sampai 02:05</a:t>
            </a:r>
          </a:p>
          <a:p>
            <a:r>
              <a:t>PEMBICARA: Daffa (pembagian latihan)</a:t>
            </a:r>
          </a:p>
          <a:p/>
          <a:p>
            <a:r>
              <a:t>Di layar ini, pengguna memilih titik berangkat, tujuan, dan kendaraan. Empat akses tempat sudah tersedia sebagai pilihan cepat. Pita Pasut di bawah mengatur jam yang dibandingkan. Setelah jam berubah, peta dan hasil rute ikut dihitung. Panel kiri memperlihatkan waktu tempuh dan peringatan; selisih jarak serta bahan bakar bisa dibaca pada panel biaya. Nama tempat membantu orientasi, tetapi titik aksesnya masih hasil pelekatan ke jaringan jalan. Sekarang kita coba perjalanan yang sama.</a:t>
            </a:r>
          </a:p>
          <a:p/>
          <a:p>
            <a:r>
              <a:t>AKSI: Tunjuk lokasi kontrol, pita waktu, dan panel hasil. Tidak perlu membacakan seluruh teks pada screenshot.</a:t>
            </a:r>
          </a:p>
          <a:p/>
          <a:p>
            <a:r>
              <a:t>SUMBER: docs/final/presentasi/aset/demo_08.png; tujuan_cepat.geojson.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dua jam</a:t>
            </a:r>
          </a:p>
          <a:p>
            <a:r>
              <a:t>WAKTU: 02:05 sampai 04:30</a:t>
            </a:r>
          </a:p>
          <a:p>
            <a:r>
              <a:t>PEMBICARA: Daffa (pembagian latihan)</a:t>
            </a:r>
          </a:p>
          <a:p/>
          <a:p>
            <a:r>
              <a:t>Kami memakai potret bertanggal 26 September agar hasil demo dapat diulang. Asal dan tujuannya tetap, dengan moda motor. Pada pukul delapan, rute sadar rob menghasilkan 13,9 menit untuk 10,58 kilometer. Peringatannya masih muncul karena rute ini tetap melewati ruas yang diberi genangan oleh model. Jadi, jangan membacanya sebagai jaminan aman.</a:t>
            </a:r>
          </a:p>
          <a:p/>
          <a:p>
            <a:r>
              <a:t>Sekarang jamnya digeser ke pukul satu siang. Pada skenario ini hasilnya menjadi 7 menit dan 6,32 kilometer. Rutenya sama dengan pembanding, dan model tidak menandai ruas basah pada rute itu. Kondisi lapangan tetap perlu diperiksa. Kalau jadwal pengguna fleksibel, perbandingan seperti ini bisa menjadi bahan memilih jam. Kalau harus berangkat pagi, biaya memutarnya tetap terlihat. Dzaky akan menjelaskan bagaimana angka tadi dibentuk.</a:t>
            </a:r>
          </a:p>
          <a:p/>
          <a:p>
            <a:r>
              <a:t>AKSI: 00-20 detik: Alt+Tab ke lokal yang siap. 20-65: Tawang, Terboyo, motor, jam 08.00 dan peringatan. 65-105: geser ke 13.00. 105-130: bandingkan pilihan. 130-145: kembali ke slide 5. Bila satu permintaan tertahan 10 detik, langsung buka slide 11 lalu 12; jangan mengulang-ulang request.</a:t>
            </a:r>
          </a:p>
          <a:p/>
          <a:p>
            <a:r>
              <a:t>SUMBER: aset/skenario.json pada paket 23 September; 919aa345-7492-4a53-9e7c-c34086775d18.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Metode aktif</a:t>
            </a:r>
          </a:p>
          <a:p>
            <a:r>
              <a:t>WAKTU: 04:30 sampai 05:30</a:t>
            </a:r>
          </a:p>
          <a:p>
            <a:r>
              <a:t>PEMBICARA: Dzaky (pembagian latihan)</a:t>
            </a:r>
          </a:p>
          <a:p/>
          <a:p>
            <a:r>
              <a:t>Ada dua jalur masukan. Kondisi wilayah membentuk indeks dari elevasi relatif, jarak pantai, dan laju penurunan tanah. Pasut dihitung per jam dari konstanta harmonik. Keduanya bertemu dalam aturan pemilihan ruas dan estimasi kedalaman, lalu dipakai mesin rute. Bobot tiga fitur sama besar. Proporsi puncak sepuluh persen dan kedalaman sepuluh sampai lima puluh sentimeter masih asumsi yang perlu diuji. Data subsidensi berasal dari 2015 sampai 2018, sedangkan konstanta pasut berasal dari 2014. Mesin rute memakai kondisi jam berangkat sepanjang perjalanan. Perubahan genangan ketika kendaraan sudah berjalan belum dimodelkan.</a:t>
            </a:r>
          </a:p>
          <a:p/>
          <a:p>
            <a:r>
              <a:t>AKSI: Ikuti diagram dari kiri ke kanan. Jangan menyebut indeks sebagai probabilitas. Detail grid dan algoritme tersedia di lampiran 15.</a:t>
            </a:r>
          </a:p>
          <a:p/>
          <a:p>
            <a:r>
              <a:t>SUMBER: Audit data 25 September; script 11; backend/app/domain/{kerentanan,pasut,genangan,routing}.py.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Apa yang sudah dibuktikan</a:t>
            </a:r>
          </a:p>
          <a:p>
            <a:r>
              <a:t>WAKTU: 05:30 sampai 06:40</a:t>
            </a:r>
          </a:p>
          <a:p>
            <a:r>
              <a:t>PEMBICARA: Dzaky (pembagian latihan)</a:t>
            </a:r>
          </a:p>
          <a:p/>
          <a:p>
            <a:r>
              <a:t>Tes perangkat lunak memeriksa perilaku aplikasi: pencarian ulang, pergantian jam, dan penolakan waktu tanpa data. Pada audit VPS, 412 permintaan dijalankan selama sekitar satu setengah menit tanpa kehabisan memori atau restart. Ada respons sibuk yang memang dibatasi, jadi kami tidak menyebutnya semua permintaan berhasil.</a:t>
            </a:r>
          </a:p>
          <a:p/>
          <a:p>
            <a:r>
              <a:t>Untuk pasut, kami membandingkan model yang dibekukan dengan 10.020 rekaman IOC pada 18 sampai 25 September. Korelasinya 0,834 dan RMSE simpangannya 12,44 sentimeter. Itu pengujian pasut di stasiun. Akurasi genangan tiap ruas belum tersedia, dan data IOC sendiri belum melalui pemeriksaan mutu. Uji pengguna juga belum dilakukan. Sesudah ini, Naufal akan membahas keputusan yang bisa dibaca dari contoh perjalanan tadi.</a:t>
            </a:r>
          </a:p>
          <a:p/>
          <a:p>
            <a:r>
              <a:t>AKSI: Jangan mengubah korelasi menjadi persen akurasi. Rincian sensor di slide 14 dan beban VPS di slide 16.</a:t>
            </a:r>
          </a:p>
          <a:p/>
          <a:p>
            <a:r>
              <a:t>SUMBER: audit_regresi_22_verifikasi.json; uji_pasut_independen_25_september.json; konfirmasi pengguna 25 September.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Manfaat dan biaya adaptasi</a:t>
            </a:r>
          </a:p>
          <a:p>
            <a:r>
              <a:t>WAKTU: 06:40 sampai 07:40</a:t>
            </a:r>
          </a:p>
          <a:p>
            <a:r>
              <a:t>PEMBICARA: Naufal (pembagian latihan)</a:t>
            </a:r>
          </a:p>
          <a:p/>
          <a:p>
            <a:r>
              <a:t>Pada jam delapan, rute sadar rob mengurangi jumlah ruas yang ditandai basah dalam model, dari 29 menjadi 14. Jaraknya justru bertambah 4,27 kilometer dan waktunya bertambah 6,9 menit. Artinya, menghindari sebagian paparan punya biaya. Estimasi bahan bakar dan CO₂ juga bertambah pada pilihan ini. Kalau jadwalnya fleksibel, pengguna bisa membandingkan jam satu siang. Menunggu lima jam tentu punya biaya jadwal yang belum kami hitung. Kaitan kami dengan Smart Low-Carbon Urban Mobility ada pada pembacaan konsekuensi energi dari pilihan perjalanan. Penghematan nyata baru bisa dinilai setelah ada perjalanan pengguna dan pembanding yang diukur.</a:t>
            </a:r>
          </a:p>
          <a:p/>
          <a:p>
            <a:r>
              <a:t>AKSI: Tunjuk baris 08.00 dulu, lalu 13.00. Sebut CO₂ pembakaran, bukan CO₂e. Jangan menyebut rute 13.00 pasti kering.</a:t>
            </a:r>
          </a:p>
          <a:p/>
          <a:p>
            <a:r>
              <a:t>SUMBER: aset/skenario.json; backend/app/domain/dampak.py; subtema 4 rulebook halaman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Rencana validasi berikut</a:t>
            </a:r>
          </a:p>
          <a:p>
            <a:r>
              <a:t>WAKTU: 07:40 sampai 08:35</a:t>
            </a:r>
          </a:p>
          <a:p>
            <a:r>
              <a:t>PEMBICARA: Naufal (pembagian latihan)</a:t>
            </a:r>
          </a:p>
          <a:p/>
          <a:p>
            <a:r>
              <a:t>Langkah terdekat kami adalah uji tugas dengan lima sampai delapan calon pengguna. Yang dicari bukan sekadar pendapat bagus atau buruk. Kami ingin melihat apakah mereka bisa memilih tujuan, mengganti waktu, dan memahami bahwa kedalaman pada layar masih estimasi. Secara paralel, diperlukan pengamatan ruas dengan lokasi, jam, dan kedalaman yang jelas. Data itu dipisahkan untuk pengembangan dan pengujian. Pembaruan pasut serta data jalan juga perlu dijadwalkan. Aplikasi tidak bisa ditinggal dengan data beku selama tiga tahun. Kerja sama dengan pemilik data dan pengguna masih perlu dijajaki; belum ada mitra aktif yang kami klaim.</a:t>
            </a:r>
          </a:p>
          <a:p/>
          <a:p>
            <a:r>
              <a:t>AKSI: Jangan menyebut target sebagai komitmen peserta. Bila waktu sudah 08.30, pakai dua kalimat: uji pengguna dan validasi ruas, lalu lanjut penutup.</a:t>
            </a:r>
          </a:p>
          <a:p/>
          <a:p>
            <a:r>
              <a:t>SUMBER: User mengonfirmasi belum ada uji pengguna; audit_asal_data_25_september.md.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Penutup</a:t>
            </a:r>
          </a:p>
          <a:p>
            <a:r>
              <a:t>WAKTU: 08:35 sampai 09:00</a:t>
            </a:r>
          </a:p>
          <a:p>
            <a:r>
              <a:t>PEMBICARA: Naufal (pembagian latihan)</a:t>
            </a:r>
          </a:p>
          <a:p/>
          <a:p>
            <a:r>
              <a:t>PASANG SURUT sudah bisa dipakai untuk mencoba satu perjalanan dan membandingkan pilihan waktunya. Pengujian genangan lapangan menjadi pekerjaan berikutnya. Aplikasi, kode, dan bukti pengujian kami buka melalui tautan ini. Terima kasih, Bapak dan Ibu juri. Kami siap membahas pertanyaan atau mencoba skenario lain bersama.</a:t>
            </a:r>
          </a:p>
          <a:p/>
          <a:p>
            <a:r>
              <a:t>AKSI: Berhenti pada slide ini. Jangan lanjut otomatis ke lampiran. Bila juri ingin detail, klik menu lampiran atau ketik 10 lalu Enter.</a:t>
            </a:r>
          </a:p>
          <a:p/>
          <a:p>
            <a:r>
              <a:t>SUMBER: Alamat publik aplikasi dan repo.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Navigasi lampiran</a:t>
            </a:r>
          </a:p>
          <a:p>
            <a:r>
              <a:t>WAKTU: Lampiran untuk tanya jawab</a:t>
            </a:r>
          </a:p>
          <a:p>
            <a:r>
              <a:t>PEMBICARA: Sesuai topik (pembagian latihan)</a:t>
            </a:r>
          </a:p>
          <a:p/>
          <a:p>
            <a:r>
              <a:t>Jawab singkat dahulu, lalu buka bukti yang diminta. Data dan metode ke Dzaky; demo dan antarmuka ke Daffa; dampak serta rencana uji ke Naufal. Anggota lain menambahkan setelah pembicara selesai.</a:t>
            </a:r>
          </a:p>
          <a:p/>
          <a:p>
            <a:r>
              <a:t>AKSI: Satu pembicara menjawab satu pertanyaan. Jangan membuka semua lampiran secara berurutan.</a:t>
            </a:r>
          </a:p>
          <a:p/>
          <a:p>
            <a:r>
              <a:t>SUMBER: Menu internal PPT.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Cadangan demo 8.00</a:t>
            </a:r>
          </a:p>
          <a:p>
            <a:r>
              <a:t>WAKTU: Lampiran untuk tanya jawab</a:t>
            </a:r>
          </a:p>
          <a:p>
            <a:r>
              <a:t>PEMBICARA: Daffa (pembagian latihan)</a:t>
            </a:r>
          </a:p>
          <a:p/>
          <a:p>
            <a:r>
              <a:t>Ini tangkapan aplikasi dari potret yang sama dengan skenario presentasi. Pada 08.00, hasilnya 13,9 menit, 10,58 kilometer dan 14 ruas basah dalam model. Kedalaman maksimum model 24,8 sentimeter, sehingga peringatan tetap perlu dibaca.</a:t>
            </a:r>
          </a:p>
          <a:p/>
          <a:p>
            <a:r>
              <a:t>AKSI: Gunakan bila live demo tertahan. Setelah halaman 12, kembali ke slide 5. Nomor 11 dan 12 dapat diketik langsung saat slideshow.</a:t>
            </a:r>
          </a:p>
          <a:p/>
          <a:p>
            <a:r>
              <a:t>SUMBER: docs/final/presentasi/aset/demo_08.png; demo_13.png; skenario.json.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Cadangan demo 13.00</a:t>
            </a:r>
          </a:p>
          <a:p>
            <a:r>
              <a:t>WAKTU: Lampiran untuk tanya jawab</a:t>
            </a:r>
          </a:p>
          <a:p>
            <a:r>
              <a:t>PEMBICARA: Daffa (pembagian latihan)</a:t>
            </a:r>
          </a:p>
          <a:p/>
          <a:p>
            <a:r>
              <a:t>Ini tangkapan aplikasi dari potret yang sama dengan skenario presentasi. Pada 13.00, hasilnya 7 menit, 6,32 kilometer dan nol ruas basah dalam model. Hasil ini menjadi bahan perbandingan waktu, bukan bukti jalan sedang kering.</a:t>
            </a:r>
          </a:p>
          <a:p/>
          <a:p>
            <a:r>
              <a:t>AKSI: Gunakan bila live demo tertahan. Setelah halaman 12, kembali ke slide 5. Nomor 11 dan 12 dapat diketik langsung saat slideshow.</a:t>
            </a:r>
          </a:p>
          <a:p/>
          <a:p>
            <a:r>
              <a:t>SUMBER: docs/final/presentasi/aset/demo_08.png; demo_13.png; skenario.json.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Sumber dan keberlanjutan</a:t>
            </a:r>
          </a:p>
          <a:p>
            <a:r>
              <a:t>WAKTU: Lampiran untuk tanya jawab</a:t>
            </a:r>
          </a:p>
          <a:p>
            <a:r>
              <a:t>PEMBICARA: Dzaky (pembagian latihan)</a:t>
            </a:r>
          </a:p>
          <a:p/>
          <a:p>
            <a:r>
              <a:t>Sumbernya dapat ditelusuri, tetapi umurnya berbeda. Jalan diekstrak pada 2026, konstanta pasut berasal dari 2014, dan subsidensi memakai periode 2015 sampai 2018 pada tingkat kecamatan. Tahun akuisisi raster belum terverifikasi. Pasut sudah dibandingkan dengan rekaman September, tetapi genangan per ruas belum. Untuk tiga tahun operasi, kami perlu data yang diperbarui dan diuji berkala. Saat audit, produksi berakhir 5 Oktober 07.00 WIB; jadwal permanen penerbit data belum tersedia. IOC juga membatasi penggunaan komersial; rencana produk perlu pembicaraan dengan pemilik data.</a:t>
            </a:r>
          </a:p>
          <a:p/>
          <a:p>
            <a:r>
              <a:t>AKSI: Bila juri meminta data mentah, buka tautan audit. Jangan mengekstrapolasi laju subsidensi lama secara linear lalu menyebutnya elevasi 2029.</a:t>
            </a:r>
          </a:p>
          <a:p/>
          <a:p>
            <a:r>
              <a:t>SUMBER: audit_asal_data_25_september.md; data/referensi; status_produksi_25_september.json.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Uji pasut independen</a:t>
            </a:r>
          </a:p>
          <a:p>
            <a:r>
              <a:t>WAKTU: Lampiran untuk tanya jawab</a:t>
            </a:r>
          </a:p>
          <a:p>
            <a:r>
              <a:t>PEMBICARA: Dzaky (pembagian latihan)</a:t>
            </a:r>
          </a:p>
          <a:p/>
          <a:p>
            <a:r>
              <a:t>Ada 10.020 rekaman sensor tekanan sema. Model lama dan offset tujuh jam dipertahankan. Korelasi 0,8340, RMSE simpangan 12,44 sentimeter, dan MAE 10,32 sentimeter. Titik nol alat dan rekonstruksi berbeda; setiap deret dikurangi rata-rata periode sebelum dibandingkan. Sensor pada layanan IOC belum melalui quality control, dan sampel yang berdekatan saling berkorelasi. Satu minggu ini tidak membuktikan ketelitian lintas musim, ketepatan tinggi absolut, atau akurasi genangan ruas. Uji Agustus memakai jendela yang ikut memilih offset, sehingga sifatnya berbeda dengan uji baru ini.</a:t>
            </a:r>
          </a:p>
          <a:p/>
          <a:p>
            <a:r>
              <a:t>AKSI: Tunjuk selisih kurva di puncak. Jangan menyatakan r 0,834 sebagai akurasi 83,4%.</a:t>
            </a:r>
          </a:p>
          <a:p/>
          <a:p>
            <a:r>
              <a:t>SUMBER: data/uji_pasut_independen_25_september.json; CSV IOC; disclaimer IOC.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dan routing</a:t>
            </a:r>
          </a:p>
          <a:p>
            <a:r>
              <a:t>WAKTU: Lampiran untuk tanya jawab</a:t>
            </a:r>
          </a:p>
          <a:p>
            <a:r>
              <a:t>PEMBICARA: Dzaky (pembagian latihan)</a:t>
            </a:r>
          </a:p>
          <a:p/>
          <a:p>
            <a:r>
              <a:t>Indeks memakai tiga fitur sama besar, dinormalisasi dalam wilayah studi. Elevasi relatif memakai sembilan sel grid, bukan radius lingkaran. Indeks dan pasut lalu diubah menjadi estimasi genangan dengan parameter yang belum dikalibrasi. Hujan, debit sungai, pompa dan tanggul belum masuk rumus aktif. Model Sentinel-1 pernah dilatih, tetapi label dan hasilnya tidak layak dijadikan prediktor rilis. Routing sekarang menggunakan kondisi jam berangkat yang tetap agar konsisten. Uji 2.400 pencarian pada 40 graf kecil dibandingkan dengan Bellman-Ford menguji model bobot tetap itu; tidak membuktikan optimalitas pada genangan yang berubah selama perjalanan.</a:t>
            </a:r>
          </a:p>
          <a:p/>
          <a:p>
            <a:r>
              <a:t>AKSI: Bila ditanya kenapa bukan AI, jelaskan keputusan berdasarkan hasil eksperimen. Jangan menyebut indeks sebagai model ML terlatih.</a:t>
            </a:r>
          </a:p>
          <a:p/>
          <a:p>
            <a:r>
              <a:t>SUMBER: backend/tests/test_routing_properti.py; metrik_model.json; domain routing dan kerentanan.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Hosting dan uji beban</a:t>
            </a:r>
          </a:p>
          <a:p>
            <a:r>
              <a:t>WAKTU: Lampiran untuk tanya jawab</a:t>
            </a:r>
          </a:p>
          <a:p>
            <a:r>
              <a:t>PEMBICARA: Dzaky / Daffa (pembagian latihan)</a:t>
            </a:r>
          </a:p>
          <a:p/>
          <a:p>
            <a:r>
              <a:t>Render sebelumnya restart karena melewati 512 MB. Perbaikan mencakup penggunaan bersama graf, pembatasan cache dan request berat, lalu migrasi layanan ke VPS yang diuji bertahap. Dalam audit tambahan, 412 permintaan selesai dengan status yang diharapkan: 316 berhasil, 32 sibuk, 58 payload terlalu besar, empat waktu atau koordinat di luar cakupan, dan dua masukan buruk. Tidak ada OOM atau restart dalam jendela 94,47 detik. Ini bukan janji kapasitas tanpa batas. Origin HTTP 18080 masih sementara; jalur origin terenkripsi dan penguatan operasional masuk pekerjaan setelah final. Layanan lain di VPS tidak diubah.</a:t>
            </a:r>
          </a:p>
          <a:p/>
          <a:p>
            <a:r>
              <a:t>AKSI: Jika ditanya kecepatan maksimum atau SLA, jawab belum diukur. Angka audit memori berbeda dari audit sebelumnya karena kondisi cache berbeda.</a:t>
            </a:r>
          </a:p>
          <a:p/>
          <a:p>
            <a:r>
              <a:t>SUMBER: audit_regresi_22_requests.json; audit_regresi_22_verifikasi.json; deploy/vps/README.md.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Struktur kode dan reproduksi</a:t>
            </a:r>
          </a:p>
          <a:p>
            <a:r>
              <a:t>WAKTU: Lampiran untuk tanya jawab</a:t>
            </a:r>
          </a:p>
          <a:p>
            <a:r>
              <a:t>PEMBICARA: Dzaky / Daffa (pembagian latihan)</a:t>
            </a:r>
          </a:p>
          <a:p/>
          <a:p>
            <a:r>
              <a:t>Perhitungan berada di domain sehingga tidak harus diuji lewat tampilan peta. API memeriksa waktu, koordinat dan versi data. Frontend menangani permintaan yang dibatalkan saat jam berubah serta pencarian ulang. Backend memiliki tes regresi dan pembanding algoritme; CI menjalankan tes pada lingkungan bersih. Data dan script pipeline terpisah dari image API. Untuk reproduksi demo, gunakan deploy/demo_lokal.py dan konfigurasi Vite khusus demo. Panduan backup dan pemulihan database ada pada deploy/vps. Repositori terbuka bagi juri.</a:t>
            </a:r>
          </a:p>
          <a:p/>
          <a:p>
            <a:r>
              <a:t>AKSI: Klik direktori yang ditanyakan saja. Jangan melakukan deploy, migrasi, atau tes beban baru di depan juri.</a:t>
            </a:r>
          </a:p>
          <a:p/>
          <a:p>
            <a:r>
              <a:t>SUMBER: README; backend/app; backend/tests; frontend/src/App.test.jsx; .github/workflows/uji.yml; deploy/vps.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Asumsi BBM dan emisi</a:t>
            </a:r>
          </a:p>
          <a:p>
            <a:r>
              <a:t>WAKTU: Lampiran untuk tanya jawab</a:t>
            </a:r>
          </a:p>
          <a:p>
            <a:r>
              <a:t>PEMBICARA: Naufal / Dzaky (pembagian latihan)</a:t>
            </a:r>
          </a:p>
          <a:p/>
          <a:p>
            <a:r>
              <a:t>Selisih jarak dikalikan konsumsi wakil moda, lalu faktor pembakaran. Untuk motor digunakan 0,020 liter per kilometer dengan rentang sensitivitas tiga puluh persen, dan faktor 2,31 kilogram CO₂ per liter bensin. Ada penjelasan literatur faktor di docs/sumber_angka.md, tetapi konsumsi kendaraan dan rentang sensitivitas tetap asumsi rilis, bukan hasil pengukuran perjalanan ini. CO₂ tersebut tidak mencakup gas lain atau daur hidup. Kami belum punya dasar untuk mengubah hasil satu skenario menjadi penghematan satu kota atau dampak kesehatan terukur.</a:t>
            </a:r>
          </a:p>
          <a:p/>
          <a:p>
            <a:r>
              <a:t>AKSI: Gunakan tanda tambah ketika membicarakan skenario 08.00. Jangan menyebut biaya menghindar sebagai penghematan.</a:t>
            </a:r>
          </a:p>
          <a:p/>
          <a:p>
            <a:r>
              <a:t>SUMBER: backend/app/domain/dampak.py; docs/sumber_angka.md; db/schema.sql; aset/skenario.json.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enstreetmap.org/copyright"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sda.pu.go.id/balai/bbwspemalijuana/pages/posts/perkuat-pengendalian-rob-pantura-wapres-tinjau-pembangunan-tol-semrang-demak-seksi-1"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asang-surut.vercel.app/app" TargetMode="External"/><Relationship Id="rId3"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127.0.0.1:5182" TargetMode="External"/><Relationship Id="rId3" Type="http://schemas.openxmlformats.org/officeDocument/2006/relationships/notesSlide" Target="../notesSlides/notesSlide4.xml"/><Relationship Id="rId4" Type="http://schemas.openxmlformats.org/officeDocument/2006/relationships/slide" Target="slide11.xml"/><Relationship Id="rId5"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zakyahnaf/pasang-surut/blob/main/docs/final/audit_asal_data_25_september.md"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zakyahnaf/pasang-surut/blob/main/docs/final/audit_asal_data_25_september.md"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pasang-surut.vercel.app/app" TargetMode="External"/><Relationship Id="rId4" Type="http://schemas.openxmlformats.org/officeDocument/2006/relationships/hyperlink" Target="https://github.com/dzakyahnaf/pasang-surut" TargetMode="External"/><Relationship Id="rId5" Type="http://schemas.openxmlformats.org/officeDocument/2006/relationships/hyperlink" Target="https://github.com/dzakyahnaf/pasang-surut/blob/main/docs/final/audit_asal_data_25_september.md" TargetMode="External"/><Relationship Id="rId6" Type="http://schemas.openxmlformats.org/officeDocument/2006/relationships/notesSlide" Target="../notesSlides/notesSlide9.xml"/><Relationship Id="rId7" Type="http://schemas.openxmlformats.org/officeDocument/2006/relationships/slide" Target="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slide" Target="slide11.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 Target="slide14.xml"/><Relationship Id="rId7" Type="http://schemas.openxmlformats.org/officeDocument/2006/relationships/slide" Target="slide15.xml"/><Relationship Id="rId8" Type="http://schemas.openxmlformats.org/officeDocument/2006/relationships/slide" Target="slide16.xml"/><Relationship Id="rId9" Type="http://schemas.openxmlformats.org/officeDocument/2006/relationships/slide" Target="slide17.xml"/><Relationship Id="rId10" Type="http://schemas.openxmlformats.org/officeDocument/2006/relationships/slide" Target="slide18.xml"/><Relationship Id="rId11" Type="http://schemas.openxmlformats.org/officeDocument/2006/relationships/slide" Target="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 Id="rId4" Type="http://schemas.openxmlformats.org/officeDocument/2006/relationships/slide" Target="slide12.xml"/><Relationship Id="rId5" Type="http://schemas.openxmlformats.org/officeDocument/2006/relationships/slide" Target="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 Id="rId4" Type="http://schemas.openxmlformats.org/officeDocument/2006/relationships/slide" Target="slide5.xml"/><Relationship Id="rId5" Type="http://schemas.openxmlformats.org/officeDocument/2006/relationships/slide" Target="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zakyahnaf/pasang-surut/blob/main/docs/final/audit_asal_data_25_september.md" TargetMode="External"/><Relationship Id="rId3" Type="http://schemas.openxmlformats.org/officeDocument/2006/relationships/notesSlide" Target="../notesSlides/notesSlide13.xml"/><Relationship Id="rId4" Type="http://schemas.openxmlformats.org/officeDocument/2006/relationships/slide" Target="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zakyahnaf/pasang-surut/blob/main/docs/final/audit_asal_data_25_september.md" TargetMode="External"/><Relationship Id="rId3" Type="http://schemas.openxmlformats.org/officeDocument/2006/relationships/image" Target="../media/image4.png"/><Relationship Id="rId4" Type="http://schemas.openxmlformats.org/officeDocument/2006/relationships/notesSlide" Target="../notesSlides/notesSlide14.xml"/><Relationship Id="rId5" Type="http://schemas.openxmlformats.org/officeDocument/2006/relationships/slide" Target="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zakyahnaf/pasang-surut/tree/main/backend/app/domain" TargetMode="External"/><Relationship Id="rId3" Type="http://schemas.openxmlformats.org/officeDocument/2006/relationships/notesSlide" Target="../notesSlides/notesSlide15.xml"/><Relationship Id="rId4" Type="http://schemas.openxmlformats.org/officeDocument/2006/relationships/slide" Target="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zakyahnaf/pasang-surut/blob/main/docs/final/audit_regresi_22_september.md" TargetMode="External"/><Relationship Id="rId3" Type="http://schemas.openxmlformats.org/officeDocument/2006/relationships/notesSlide" Target="../notesSlides/notesSlide16.xml"/><Relationship Id="rId4" Type="http://schemas.openxmlformats.org/officeDocument/2006/relationships/slide" Target="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zakyahnaf/pasang-surut" TargetMode="External"/><Relationship Id="rId3" Type="http://schemas.openxmlformats.org/officeDocument/2006/relationships/hyperlink" Target="https://github.com/dzakyahnaf/pasang-surut/tree/main/frontend/src" TargetMode="External"/><Relationship Id="rId4" Type="http://schemas.openxmlformats.org/officeDocument/2006/relationships/hyperlink" Target="https://github.com/dzakyahnaf/pasang-surut/tree/main/backend/app" TargetMode="External"/><Relationship Id="rId5" Type="http://schemas.openxmlformats.org/officeDocument/2006/relationships/hyperlink" Target="https://github.com/dzakyahnaf/pasang-surut/tree/main/backend/app/domain" TargetMode="External"/><Relationship Id="rId6" Type="http://schemas.openxmlformats.org/officeDocument/2006/relationships/hyperlink" Target="https://github.com/dzakyahnaf/pasang-surut/tree/main/backend/tests" TargetMode="External"/><Relationship Id="rId7" Type="http://schemas.openxmlformats.org/officeDocument/2006/relationships/notesSlide" Target="../notesSlides/notesSlide17.xml"/><Relationship Id="rId8" Type="http://schemas.openxmlformats.org/officeDocument/2006/relationships/slide" Target="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zakyahnaf/pasang-surut/blob/main/docs/sumber_angka.md" TargetMode="External"/><Relationship Id="rId3" Type="http://schemas.openxmlformats.org/officeDocument/2006/relationships/notesSlide" Target="../notesSlides/notesSlide18.xml"/><Relationship Id="rId4" Type="http://schemas.openxmlformats.org/officeDocument/2006/relationships/slide" Target="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2A"/>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4FB3C4"/>
                </a:solidFill>
                <a:latin typeface="Arial"/>
              </a:rPr>
              <a:t>FINAL DSDC | ANFORCOM 2026</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E8F1F4"/>
                </a:solidFill>
                <a:latin typeface="Arial Narrow"/>
              </a:rPr>
              <a:t/>
            </a:r>
          </a:p>
        </p:txBody>
      </p:sp>
      <p:sp>
        <p:nvSpPr>
          <p:cNvPr id="4" name="Rectangle 3"/>
          <p:cNvSpPr/>
          <p:nvPr/>
        </p:nvSpPr>
        <p:spPr>
          <a:xfrm>
            <a:off x="502920" y="6455664"/>
            <a:ext cx="11183112" cy="14630"/>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a:hlinkClick r:id="rId2"/>
          </p:cNvPr>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ABC0CA"/>
                </a:solidFill>
                <a:latin typeface="Arial"/>
              </a:rPr>
              <a:t>Peta konteks dari OpenStreetMap. Garis ambar: contoh rute model 26 September 08.00 WIB.</a:t>
            </a:r>
          </a:p>
        </p:txBody>
      </p:sp>
      <p:sp>
        <p:nvSpPr>
          <p:cNvPr id="6" name="TextBox 5"/>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ABC0CA"/>
                </a:solidFill>
                <a:latin typeface="Arial"/>
              </a:rPr>
              <a:t>01</a:t>
            </a:r>
          </a:p>
        </p:txBody>
      </p:sp>
      <p:sp>
        <p:nvSpPr>
          <p:cNvPr id="7" name="TextBox 6"/>
          <p:cNvSpPr txBox="1"/>
          <p:nvPr/>
        </p:nvSpPr>
        <p:spPr>
          <a:xfrm>
            <a:off x="548640" y="969264"/>
            <a:ext cx="5074920" cy="1993392"/>
          </a:xfrm>
          <a:prstGeom prst="rect">
            <a:avLst/>
          </a:prstGeom>
          <a:noFill/>
          <a:effectLst/>
        </p:spPr>
        <p:txBody>
          <a:bodyPr wrap="square" lIns="0" rIns="0" tIns="0" bIns="0">
            <a:spAutoFit/>
          </a:bodyPr>
          <a:lstStyle/>
          <a:p>
            <a:pPr>
              <a:lnSpc>
                <a:spcPct val="105000"/>
              </a:lnSpc>
              <a:spcBef>
                <a:spcPts val="0"/>
              </a:spcBef>
              <a:spcAft>
                <a:spcPts val="400"/>
              </a:spcAft>
            </a:pPr>
            <a:r>
              <a:rPr sz="6100" b="1">
                <a:solidFill>
                  <a:srgbClr val="E8F1F4"/>
                </a:solidFill>
                <a:latin typeface="Arial Narrow"/>
              </a:rPr>
              <a:t>PASANG</a:t>
            </a:r>
          </a:p>
          <a:p>
            <a:pPr>
              <a:lnSpc>
                <a:spcPct val="105000"/>
              </a:lnSpc>
              <a:spcBef>
                <a:spcPts val="0"/>
              </a:spcBef>
              <a:spcAft>
                <a:spcPts val="400"/>
              </a:spcAft>
            </a:pPr>
            <a:r>
              <a:rPr sz="6100" b="1">
                <a:solidFill>
                  <a:srgbClr val="E8F1F4"/>
                </a:solidFill>
                <a:latin typeface="Arial Narrow"/>
              </a:rPr>
              <a:t>SURUT</a:t>
            </a:r>
          </a:p>
        </p:txBody>
      </p:sp>
      <p:sp>
        <p:nvSpPr>
          <p:cNvPr id="8" name="TextBox 7"/>
          <p:cNvSpPr txBox="1"/>
          <p:nvPr/>
        </p:nvSpPr>
        <p:spPr>
          <a:xfrm>
            <a:off x="585216" y="2999232"/>
            <a:ext cx="4663440" cy="1161288"/>
          </a:xfrm>
          <a:prstGeom prst="rect">
            <a:avLst/>
          </a:prstGeom>
          <a:noFill/>
          <a:effectLst/>
        </p:spPr>
        <p:txBody>
          <a:bodyPr wrap="square" lIns="0" rIns="0" tIns="0" bIns="0">
            <a:spAutoFit/>
          </a:bodyPr>
          <a:lstStyle/>
          <a:p>
            <a:pPr>
              <a:lnSpc>
                <a:spcPct val="105000"/>
              </a:lnSpc>
              <a:spcBef>
                <a:spcPts val="0"/>
              </a:spcBef>
              <a:spcAft>
                <a:spcPts val="400"/>
              </a:spcAft>
            </a:pPr>
            <a:r>
              <a:rPr sz="3300" b="1">
                <a:solidFill>
                  <a:srgbClr val="E8F1F4"/>
                </a:solidFill>
                <a:latin typeface="Arial Narrow"/>
              </a:rPr>
              <a:t>Berangkat kapan,</a:t>
            </a:r>
          </a:p>
          <a:p>
            <a:pPr>
              <a:lnSpc>
                <a:spcPct val="105000"/>
              </a:lnSpc>
              <a:spcBef>
                <a:spcPts val="0"/>
              </a:spcBef>
              <a:spcAft>
                <a:spcPts val="400"/>
              </a:spcAft>
            </a:pPr>
            <a:r>
              <a:rPr sz="3300" b="1">
                <a:solidFill>
                  <a:srgbClr val="E8F1F4"/>
                </a:solidFill>
                <a:latin typeface="Arial Narrow"/>
              </a:rPr>
              <a:t>lewat mana?</a:t>
            </a:r>
          </a:p>
        </p:txBody>
      </p:sp>
      <p:sp>
        <p:nvSpPr>
          <p:cNvPr id="9" name="TextBox 8"/>
          <p:cNvSpPr txBox="1"/>
          <p:nvPr/>
        </p:nvSpPr>
        <p:spPr>
          <a:xfrm>
            <a:off x="585216" y="4434840"/>
            <a:ext cx="4754880" cy="822960"/>
          </a:xfrm>
          <a:prstGeom prst="rect">
            <a:avLst/>
          </a:prstGeom>
          <a:noFill/>
          <a:effectLst/>
        </p:spPr>
        <p:txBody>
          <a:bodyPr wrap="square" lIns="0" rIns="0" tIns="0" bIns="0">
            <a:spAutoFit/>
          </a:bodyPr>
          <a:lstStyle/>
          <a:p>
            <a:pPr>
              <a:lnSpc>
                <a:spcPct val="105000"/>
              </a:lnSpc>
              <a:spcBef>
                <a:spcPts val="0"/>
              </a:spcBef>
              <a:spcAft>
                <a:spcPts val="400"/>
              </a:spcAft>
            </a:pPr>
            <a:r>
              <a:rPr sz="2300" b="0">
                <a:solidFill>
                  <a:srgbClr val="ABC0CA"/>
                </a:solidFill>
                <a:latin typeface="Arial"/>
              </a:rPr>
              <a:t>Perencanaan perjalanan</a:t>
            </a:r>
          </a:p>
          <a:p>
            <a:pPr>
              <a:lnSpc>
                <a:spcPct val="105000"/>
              </a:lnSpc>
              <a:spcBef>
                <a:spcPts val="0"/>
              </a:spcBef>
              <a:spcAft>
                <a:spcPts val="400"/>
              </a:spcAft>
            </a:pPr>
            <a:r>
              <a:rPr sz="2300" b="0">
                <a:solidFill>
                  <a:srgbClr val="ABC0CA"/>
                </a:solidFill>
                <a:latin typeface="Arial"/>
              </a:rPr>
              <a:t>di pesisir Semarang.</a:t>
            </a:r>
          </a:p>
        </p:txBody>
      </p:sp>
      <p:sp>
        <p:nvSpPr>
          <p:cNvPr id="10" name="Rectangle 9"/>
          <p:cNvSpPr/>
          <p:nvPr/>
        </p:nvSpPr>
        <p:spPr>
          <a:xfrm>
            <a:off x="5724144" y="932688"/>
            <a:ext cx="5943600" cy="4224528"/>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Freeform 10"/>
          <p:cNvSpPr/>
          <p:nvPr/>
        </p:nvSpPr>
        <p:spPr>
          <a:xfrm>
            <a:off x="5724144" y="2189074"/>
            <a:ext cx="5933542" cy="2968142"/>
          </a:xfrm>
          <a:custGeom>
            <a:avLst/>
            <a:gdLst/>
            <a:ahLst/>
            <a:cxnLst/>
            <a:rect l="l" t="t" r="r" b="b"/>
            <a:pathLst>
              <a:path w="6489" h="3246">
                <a:moveTo>
                  <a:pt x="1527" y="3019"/>
                </a:moveTo>
                <a:lnTo>
                  <a:pt x="1529" y="3016"/>
                </a:lnTo>
                <a:lnTo>
                  <a:pt x="1532" y="3009"/>
                </a:lnTo>
                <a:lnTo>
                  <a:pt x="1535" y="3003"/>
                </a:lnTo>
                <a:lnTo>
                  <a:pt x="1537" y="2997"/>
                </a:lnTo>
                <a:lnTo>
                  <a:pt x="1539" y="2994"/>
                </a:lnTo>
                <a:lnTo>
                  <a:pt x="1541" y="2987"/>
                </a:lnTo>
                <a:lnTo>
                  <a:pt x="1542" y="2980"/>
                </a:lnTo>
                <a:lnTo>
                  <a:pt x="1543" y="2977"/>
                </a:lnTo>
                <a:lnTo>
                  <a:pt x="1543" y="2969"/>
                </a:lnTo>
                <a:lnTo>
                  <a:pt x="1543" y="2967"/>
                </a:lnTo>
                <a:lnTo>
                  <a:pt x="1542" y="2957"/>
                </a:lnTo>
                <a:lnTo>
                  <a:pt x="1540" y="2948"/>
                </a:lnTo>
                <a:moveTo>
                  <a:pt x="1527" y="3019"/>
                </a:moveTo>
                <a:lnTo>
                  <a:pt x="1535" y="3012"/>
                </a:lnTo>
                <a:lnTo>
                  <a:pt x="1542" y="3009"/>
                </a:lnTo>
                <a:lnTo>
                  <a:pt x="1550" y="3009"/>
                </a:lnTo>
                <a:lnTo>
                  <a:pt x="1557" y="3012"/>
                </a:lnTo>
                <a:lnTo>
                  <a:pt x="1592" y="3030"/>
                </a:lnTo>
                <a:lnTo>
                  <a:pt x="1617" y="3042"/>
                </a:lnTo>
                <a:moveTo>
                  <a:pt x="1527" y="3019"/>
                </a:moveTo>
                <a:lnTo>
                  <a:pt x="1527" y="3021"/>
                </a:lnTo>
                <a:lnTo>
                  <a:pt x="1514" y="3049"/>
                </a:lnTo>
                <a:moveTo>
                  <a:pt x="1506" y="3164"/>
                </a:moveTo>
                <a:lnTo>
                  <a:pt x="1487" y="3153"/>
                </a:lnTo>
                <a:lnTo>
                  <a:pt x="1480" y="3149"/>
                </a:lnTo>
                <a:lnTo>
                  <a:pt x="1477" y="3145"/>
                </a:lnTo>
                <a:lnTo>
                  <a:pt x="1477" y="3140"/>
                </a:lnTo>
                <a:lnTo>
                  <a:pt x="1477" y="3137"/>
                </a:lnTo>
                <a:lnTo>
                  <a:pt x="1478" y="3132"/>
                </a:lnTo>
                <a:lnTo>
                  <a:pt x="1495" y="3091"/>
                </a:lnTo>
                <a:lnTo>
                  <a:pt x="1503" y="3072"/>
                </a:lnTo>
                <a:moveTo>
                  <a:pt x="1506" y="3164"/>
                </a:moveTo>
                <a:lnTo>
                  <a:pt x="1501" y="3183"/>
                </a:lnTo>
                <a:moveTo>
                  <a:pt x="1506" y="3164"/>
                </a:moveTo>
                <a:lnTo>
                  <a:pt x="1520" y="3171"/>
                </a:lnTo>
                <a:lnTo>
                  <a:pt x="1532" y="3177"/>
                </a:lnTo>
                <a:moveTo>
                  <a:pt x="1547" y="3183"/>
                </a:moveTo>
                <a:lnTo>
                  <a:pt x="1540" y="3180"/>
                </a:lnTo>
                <a:lnTo>
                  <a:pt x="1532" y="3177"/>
                </a:lnTo>
                <a:moveTo>
                  <a:pt x="1547" y="3183"/>
                </a:moveTo>
                <a:lnTo>
                  <a:pt x="1555" y="3184"/>
                </a:lnTo>
                <a:lnTo>
                  <a:pt x="1563" y="3182"/>
                </a:lnTo>
                <a:lnTo>
                  <a:pt x="1567" y="3179"/>
                </a:lnTo>
                <a:lnTo>
                  <a:pt x="1573" y="3175"/>
                </a:lnTo>
                <a:moveTo>
                  <a:pt x="1612" y="3090"/>
                </a:moveTo>
                <a:lnTo>
                  <a:pt x="1612" y="3095"/>
                </a:lnTo>
                <a:lnTo>
                  <a:pt x="1613" y="3099"/>
                </a:lnTo>
                <a:lnTo>
                  <a:pt x="1615" y="3103"/>
                </a:lnTo>
                <a:lnTo>
                  <a:pt x="1619" y="3107"/>
                </a:lnTo>
                <a:lnTo>
                  <a:pt x="1625" y="3113"/>
                </a:lnTo>
                <a:lnTo>
                  <a:pt x="1672" y="3135"/>
                </a:lnTo>
                <a:lnTo>
                  <a:pt x="1675" y="3137"/>
                </a:lnTo>
                <a:lnTo>
                  <a:pt x="1732" y="3167"/>
                </a:lnTo>
                <a:lnTo>
                  <a:pt x="1780" y="3191"/>
                </a:lnTo>
                <a:lnTo>
                  <a:pt x="1789" y="3195"/>
                </a:lnTo>
                <a:lnTo>
                  <a:pt x="1793" y="3197"/>
                </a:lnTo>
                <a:lnTo>
                  <a:pt x="1813" y="3206"/>
                </a:lnTo>
                <a:moveTo>
                  <a:pt x="1612" y="3090"/>
                </a:moveTo>
                <a:lnTo>
                  <a:pt x="1604" y="3108"/>
                </a:lnTo>
                <a:lnTo>
                  <a:pt x="1597" y="3120"/>
                </a:lnTo>
                <a:moveTo>
                  <a:pt x="1612" y="3090"/>
                </a:moveTo>
                <a:lnTo>
                  <a:pt x="1621" y="3068"/>
                </a:lnTo>
                <a:lnTo>
                  <a:pt x="1623" y="3061"/>
                </a:lnTo>
                <a:lnTo>
                  <a:pt x="1621" y="3049"/>
                </a:lnTo>
                <a:lnTo>
                  <a:pt x="1617" y="3042"/>
                </a:lnTo>
                <a:moveTo>
                  <a:pt x="1617" y="3042"/>
                </a:moveTo>
                <a:lnTo>
                  <a:pt x="1620" y="3044"/>
                </a:lnTo>
                <a:lnTo>
                  <a:pt x="1635" y="3049"/>
                </a:lnTo>
                <a:lnTo>
                  <a:pt x="1642" y="3051"/>
                </a:lnTo>
                <a:lnTo>
                  <a:pt x="1648" y="3052"/>
                </a:lnTo>
                <a:lnTo>
                  <a:pt x="1657" y="3051"/>
                </a:lnTo>
                <a:lnTo>
                  <a:pt x="1668" y="3046"/>
                </a:lnTo>
                <a:lnTo>
                  <a:pt x="1688" y="3039"/>
                </a:lnTo>
                <a:moveTo>
                  <a:pt x="1501" y="3183"/>
                </a:moveTo>
                <a:lnTo>
                  <a:pt x="1505" y="3180"/>
                </a:lnTo>
                <a:lnTo>
                  <a:pt x="1506" y="3179"/>
                </a:lnTo>
                <a:lnTo>
                  <a:pt x="1508" y="3179"/>
                </a:lnTo>
                <a:lnTo>
                  <a:pt x="1511" y="3179"/>
                </a:lnTo>
                <a:lnTo>
                  <a:pt x="1513" y="3179"/>
                </a:lnTo>
                <a:lnTo>
                  <a:pt x="1515" y="3180"/>
                </a:lnTo>
                <a:lnTo>
                  <a:pt x="1515" y="3182"/>
                </a:lnTo>
                <a:lnTo>
                  <a:pt x="1515" y="3184"/>
                </a:lnTo>
                <a:lnTo>
                  <a:pt x="1515" y="3189"/>
                </a:lnTo>
                <a:moveTo>
                  <a:pt x="1501" y="3183"/>
                </a:moveTo>
                <a:lnTo>
                  <a:pt x="1494" y="3197"/>
                </a:lnTo>
                <a:lnTo>
                  <a:pt x="1483" y="3219"/>
                </a:lnTo>
                <a:lnTo>
                  <a:pt x="1482" y="3223"/>
                </a:lnTo>
                <a:lnTo>
                  <a:pt x="1472" y="3244"/>
                </a:lnTo>
                <a:moveTo>
                  <a:pt x="1502" y="3212"/>
                </a:moveTo>
                <a:lnTo>
                  <a:pt x="1515" y="3189"/>
                </a:lnTo>
                <a:moveTo>
                  <a:pt x="1532" y="3177"/>
                </a:moveTo>
                <a:lnTo>
                  <a:pt x="1527" y="3178"/>
                </a:lnTo>
                <a:lnTo>
                  <a:pt x="1524" y="3181"/>
                </a:lnTo>
                <a:lnTo>
                  <a:pt x="1520" y="3184"/>
                </a:lnTo>
                <a:lnTo>
                  <a:pt x="1515" y="3189"/>
                </a:lnTo>
                <a:moveTo>
                  <a:pt x="1511" y="2789"/>
                </a:moveTo>
                <a:lnTo>
                  <a:pt x="1492" y="2790"/>
                </a:lnTo>
                <a:lnTo>
                  <a:pt x="1467" y="2788"/>
                </a:lnTo>
                <a:lnTo>
                  <a:pt x="1462" y="2788"/>
                </a:lnTo>
                <a:lnTo>
                  <a:pt x="1364" y="2780"/>
                </a:lnTo>
                <a:moveTo>
                  <a:pt x="1511" y="2789"/>
                </a:moveTo>
                <a:lnTo>
                  <a:pt x="1511" y="2787"/>
                </a:lnTo>
                <a:lnTo>
                  <a:pt x="1508" y="2777"/>
                </a:lnTo>
                <a:lnTo>
                  <a:pt x="1508" y="2776"/>
                </a:lnTo>
                <a:moveTo>
                  <a:pt x="1511" y="2789"/>
                </a:moveTo>
                <a:lnTo>
                  <a:pt x="1519" y="2835"/>
                </a:lnTo>
                <a:lnTo>
                  <a:pt x="1540" y="2948"/>
                </a:lnTo>
                <a:moveTo>
                  <a:pt x="1511" y="2789"/>
                </a:moveTo>
                <a:lnTo>
                  <a:pt x="1581" y="2785"/>
                </a:lnTo>
                <a:moveTo>
                  <a:pt x="1508" y="2776"/>
                </a:moveTo>
                <a:lnTo>
                  <a:pt x="1565" y="2774"/>
                </a:lnTo>
                <a:moveTo>
                  <a:pt x="1508" y="2776"/>
                </a:moveTo>
                <a:lnTo>
                  <a:pt x="1500" y="2735"/>
                </a:lnTo>
                <a:lnTo>
                  <a:pt x="1497" y="2720"/>
                </a:lnTo>
                <a:lnTo>
                  <a:pt x="1491" y="2693"/>
                </a:lnTo>
                <a:lnTo>
                  <a:pt x="1487" y="2670"/>
                </a:lnTo>
                <a:moveTo>
                  <a:pt x="1508" y="2776"/>
                </a:moveTo>
                <a:lnTo>
                  <a:pt x="1446" y="2772"/>
                </a:lnTo>
                <a:moveTo>
                  <a:pt x="1434" y="2387"/>
                </a:moveTo>
                <a:lnTo>
                  <a:pt x="1429" y="2362"/>
                </a:lnTo>
                <a:lnTo>
                  <a:pt x="1428" y="2357"/>
                </a:lnTo>
                <a:moveTo>
                  <a:pt x="1434" y="2387"/>
                </a:moveTo>
                <a:lnTo>
                  <a:pt x="1434" y="2388"/>
                </a:lnTo>
                <a:lnTo>
                  <a:pt x="1436" y="2399"/>
                </a:lnTo>
                <a:lnTo>
                  <a:pt x="1436" y="2400"/>
                </a:lnTo>
                <a:moveTo>
                  <a:pt x="1609" y="2300"/>
                </a:moveTo>
                <a:lnTo>
                  <a:pt x="1589" y="2288"/>
                </a:lnTo>
                <a:moveTo>
                  <a:pt x="1609" y="2300"/>
                </a:moveTo>
                <a:lnTo>
                  <a:pt x="1621" y="2295"/>
                </a:lnTo>
                <a:lnTo>
                  <a:pt x="1633" y="2289"/>
                </a:lnTo>
                <a:moveTo>
                  <a:pt x="1735" y="2253"/>
                </a:moveTo>
                <a:lnTo>
                  <a:pt x="1735" y="2253"/>
                </a:lnTo>
                <a:lnTo>
                  <a:pt x="1734" y="2254"/>
                </a:lnTo>
                <a:lnTo>
                  <a:pt x="1722" y="2256"/>
                </a:lnTo>
                <a:lnTo>
                  <a:pt x="1718" y="2256"/>
                </a:lnTo>
                <a:lnTo>
                  <a:pt x="1713" y="2257"/>
                </a:lnTo>
                <a:lnTo>
                  <a:pt x="1707" y="2258"/>
                </a:lnTo>
                <a:lnTo>
                  <a:pt x="1700" y="2260"/>
                </a:lnTo>
                <a:moveTo>
                  <a:pt x="1700" y="2260"/>
                </a:moveTo>
                <a:lnTo>
                  <a:pt x="1695" y="2262"/>
                </a:lnTo>
                <a:lnTo>
                  <a:pt x="1641" y="2286"/>
                </a:lnTo>
                <a:moveTo>
                  <a:pt x="1700" y="2260"/>
                </a:moveTo>
                <a:lnTo>
                  <a:pt x="1698" y="2246"/>
                </a:lnTo>
                <a:moveTo>
                  <a:pt x="1643" y="2769"/>
                </a:moveTo>
                <a:lnTo>
                  <a:pt x="1669" y="2767"/>
                </a:lnTo>
                <a:moveTo>
                  <a:pt x="1643" y="2769"/>
                </a:moveTo>
                <a:lnTo>
                  <a:pt x="1602" y="2772"/>
                </a:lnTo>
                <a:moveTo>
                  <a:pt x="2111" y="1224"/>
                </a:moveTo>
                <a:lnTo>
                  <a:pt x="2111" y="1236"/>
                </a:lnTo>
                <a:moveTo>
                  <a:pt x="2112" y="1243"/>
                </a:moveTo>
                <a:lnTo>
                  <a:pt x="2111" y="1236"/>
                </a:lnTo>
                <a:moveTo>
                  <a:pt x="2111" y="1236"/>
                </a:moveTo>
                <a:lnTo>
                  <a:pt x="2137" y="1232"/>
                </a:lnTo>
                <a:moveTo>
                  <a:pt x="2111" y="1236"/>
                </a:moveTo>
                <a:lnTo>
                  <a:pt x="2104" y="1239"/>
                </a:lnTo>
                <a:lnTo>
                  <a:pt x="2098" y="1241"/>
                </a:lnTo>
                <a:lnTo>
                  <a:pt x="2088" y="1248"/>
                </a:lnTo>
                <a:moveTo>
                  <a:pt x="2714" y="978"/>
                </a:moveTo>
                <a:lnTo>
                  <a:pt x="2716" y="983"/>
                </a:lnTo>
                <a:moveTo>
                  <a:pt x="2714" y="978"/>
                </a:moveTo>
                <a:lnTo>
                  <a:pt x="2724" y="982"/>
                </a:lnTo>
                <a:moveTo>
                  <a:pt x="2714" y="978"/>
                </a:moveTo>
                <a:lnTo>
                  <a:pt x="2712" y="975"/>
                </a:lnTo>
                <a:lnTo>
                  <a:pt x="2685" y="953"/>
                </a:lnTo>
                <a:lnTo>
                  <a:pt x="2678" y="948"/>
                </a:lnTo>
                <a:lnTo>
                  <a:pt x="2672" y="945"/>
                </a:lnTo>
                <a:lnTo>
                  <a:pt x="2666" y="944"/>
                </a:lnTo>
                <a:lnTo>
                  <a:pt x="2661" y="943"/>
                </a:lnTo>
                <a:lnTo>
                  <a:pt x="2655" y="943"/>
                </a:lnTo>
                <a:moveTo>
                  <a:pt x="2717" y="1077"/>
                </a:moveTo>
                <a:lnTo>
                  <a:pt x="2704" y="1085"/>
                </a:lnTo>
                <a:moveTo>
                  <a:pt x="2717" y="1077"/>
                </a:moveTo>
                <a:lnTo>
                  <a:pt x="2727" y="1068"/>
                </a:lnTo>
                <a:lnTo>
                  <a:pt x="2731" y="1063"/>
                </a:lnTo>
                <a:lnTo>
                  <a:pt x="2734" y="1059"/>
                </a:lnTo>
                <a:lnTo>
                  <a:pt x="2735" y="1056"/>
                </a:lnTo>
                <a:lnTo>
                  <a:pt x="2737" y="1047"/>
                </a:lnTo>
                <a:lnTo>
                  <a:pt x="2738" y="1038"/>
                </a:lnTo>
                <a:moveTo>
                  <a:pt x="2117" y="1469"/>
                </a:moveTo>
                <a:lnTo>
                  <a:pt x="2117" y="1466"/>
                </a:lnTo>
                <a:lnTo>
                  <a:pt x="2117" y="1443"/>
                </a:lnTo>
                <a:moveTo>
                  <a:pt x="2117" y="1443"/>
                </a:moveTo>
                <a:lnTo>
                  <a:pt x="2115" y="1356"/>
                </a:lnTo>
                <a:lnTo>
                  <a:pt x="2115" y="1334"/>
                </a:lnTo>
                <a:lnTo>
                  <a:pt x="2112" y="1243"/>
                </a:lnTo>
                <a:moveTo>
                  <a:pt x="2117" y="1443"/>
                </a:moveTo>
                <a:lnTo>
                  <a:pt x="2115" y="1443"/>
                </a:lnTo>
                <a:lnTo>
                  <a:pt x="2111" y="1450"/>
                </a:lnTo>
                <a:lnTo>
                  <a:pt x="2108" y="1452"/>
                </a:lnTo>
                <a:lnTo>
                  <a:pt x="2104" y="1453"/>
                </a:lnTo>
                <a:lnTo>
                  <a:pt x="2062" y="1478"/>
                </a:lnTo>
                <a:lnTo>
                  <a:pt x="2054" y="1483"/>
                </a:lnTo>
                <a:moveTo>
                  <a:pt x="2117" y="1443"/>
                </a:moveTo>
                <a:lnTo>
                  <a:pt x="2127" y="1441"/>
                </a:lnTo>
                <a:lnTo>
                  <a:pt x="2163" y="1419"/>
                </a:lnTo>
                <a:lnTo>
                  <a:pt x="2174" y="1413"/>
                </a:lnTo>
                <a:lnTo>
                  <a:pt x="2206" y="1394"/>
                </a:lnTo>
                <a:moveTo>
                  <a:pt x="2121" y="1603"/>
                </a:moveTo>
                <a:lnTo>
                  <a:pt x="2122" y="1610"/>
                </a:lnTo>
                <a:lnTo>
                  <a:pt x="2124" y="1618"/>
                </a:lnTo>
                <a:lnTo>
                  <a:pt x="2127" y="1623"/>
                </a:lnTo>
                <a:lnTo>
                  <a:pt x="2131" y="1627"/>
                </a:lnTo>
                <a:lnTo>
                  <a:pt x="2137" y="1630"/>
                </a:lnTo>
                <a:lnTo>
                  <a:pt x="2142" y="1632"/>
                </a:lnTo>
                <a:lnTo>
                  <a:pt x="2146" y="1634"/>
                </a:lnTo>
                <a:lnTo>
                  <a:pt x="2230" y="1630"/>
                </a:lnTo>
                <a:lnTo>
                  <a:pt x="2253" y="1629"/>
                </a:lnTo>
                <a:lnTo>
                  <a:pt x="2272" y="1627"/>
                </a:lnTo>
                <a:lnTo>
                  <a:pt x="2293" y="1626"/>
                </a:lnTo>
                <a:moveTo>
                  <a:pt x="2121" y="1603"/>
                </a:moveTo>
                <a:lnTo>
                  <a:pt x="2115" y="1595"/>
                </a:lnTo>
                <a:lnTo>
                  <a:pt x="2110" y="1591"/>
                </a:lnTo>
                <a:lnTo>
                  <a:pt x="2103" y="1589"/>
                </a:lnTo>
                <a:moveTo>
                  <a:pt x="2121" y="1603"/>
                </a:moveTo>
                <a:lnTo>
                  <a:pt x="2121" y="1587"/>
                </a:lnTo>
                <a:moveTo>
                  <a:pt x="2091" y="1593"/>
                </a:moveTo>
                <a:lnTo>
                  <a:pt x="2097" y="1590"/>
                </a:lnTo>
                <a:lnTo>
                  <a:pt x="2103" y="1589"/>
                </a:lnTo>
                <a:moveTo>
                  <a:pt x="2091" y="1593"/>
                </a:moveTo>
                <a:lnTo>
                  <a:pt x="2086" y="1599"/>
                </a:lnTo>
                <a:lnTo>
                  <a:pt x="2084" y="1604"/>
                </a:lnTo>
                <a:moveTo>
                  <a:pt x="2091" y="1593"/>
                </a:moveTo>
                <a:lnTo>
                  <a:pt x="2086" y="1585"/>
                </a:lnTo>
                <a:moveTo>
                  <a:pt x="2103" y="1589"/>
                </a:moveTo>
                <a:lnTo>
                  <a:pt x="2108" y="1585"/>
                </a:lnTo>
                <a:lnTo>
                  <a:pt x="2112" y="1579"/>
                </a:lnTo>
                <a:lnTo>
                  <a:pt x="2117" y="1569"/>
                </a:lnTo>
                <a:lnTo>
                  <a:pt x="2120" y="1562"/>
                </a:lnTo>
                <a:moveTo>
                  <a:pt x="2118" y="1511"/>
                </a:moveTo>
                <a:lnTo>
                  <a:pt x="2120" y="1562"/>
                </a:lnTo>
                <a:moveTo>
                  <a:pt x="2120" y="1562"/>
                </a:moveTo>
                <a:lnTo>
                  <a:pt x="2121" y="1587"/>
                </a:lnTo>
                <a:moveTo>
                  <a:pt x="2054" y="1483"/>
                </a:moveTo>
                <a:lnTo>
                  <a:pt x="2080" y="1577"/>
                </a:lnTo>
                <a:lnTo>
                  <a:pt x="2086" y="1585"/>
                </a:lnTo>
                <a:moveTo>
                  <a:pt x="2054" y="1483"/>
                </a:moveTo>
                <a:lnTo>
                  <a:pt x="2049" y="1485"/>
                </a:lnTo>
                <a:lnTo>
                  <a:pt x="2017" y="1502"/>
                </a:lnTo>
                <a:lnTo>
                  <a:pt x="2009" y="1505"/>
                </a:lnTo>
                <a:moveTo>
                  <a:pt x="2054" y="1483"/>
                </a:moveTo>
                <a:lnTo>
                  <a:pt x="2033" y="1411"/>
                </a:lnTo>
                <a:lnTo>
                  <a:pt x="2023" y="1378"/>
                </a:lnTo>
                <a:moveTo>
                  <a:pt x="1994" y="1302"/>
                </a:moveTo>
                <a:lnTo>
                  <a:pt x="2014" y="1293"/>
                </a:lnTo>
                <a:moveTo>
                  <a:pt x="1994" y="1302"/>
                </a:moveTo>
                <a:lnTo>
                  <a:pt x="1997" y="1306"/>
                </a:lnTo>
                <a:moveTo>
                  <a:pt x="2137" y="1232"/>
                </a:moveTo>
                <a:lnTo>
                  <a:pt x="2172" y="1216"/>
                </a:lnTo>
                <a:moveTo>
                  <a:pt x="1710" y="1357"/>
                </a:moveTo>
                <a:lnTo>
                  <a:pt x="1710" y="1367"/>
                </a:lnTo>
                <a:lnTo>
                  <a:pt x="1710" y="1370"/>
                </a:lnTo>
                <a:lnTo>
                  <a:pt x="1708" y="1392"/>
                </a:lnTo>
                <a:moveTo>
                  <a:pt x="1708" y="1392"/>
                </a:moveTo>
                <a:lnTo>
                  <a:pt x="1713" y="1387"/>
                </a:lnTo>
                <a:lnTo>
                  <a:pt x="1718" y="1385"/>
                </a:lnTo>
                <a:lnTo>
                  <a:pt x="1722" y="1384"/>
                </a:lnTo>
                <a:lnTo>
                  <a:pt x="1750" y="1378"/>
                </a:lnTo>
                <a:moveTo>
                  <a:pt x="1708" y="1392"/>
                </a:moveTo>
                <a:lnTo>
                  <a:pt x="1706" y="1421"/>
                </a:lnTo>
                <a:lnTo>
                  <a:pt x="1705" y="1433"/>
                </a:lnTo>
                <a:moveTo>
                  <a:pt x="2186" y="3137"/>
                </a:moveTo>
                <a:lnTo>
                  <a:pt x="2186" y="3125"/>
                </a:lnTo>
                <a:lnTo>
                  <a:pt x="2184" y="3104"/>
                </a:lnTo>
                <a:lnTo>
                  <a:pt x="2183" y="3091"/>
                </a:lnTo>
                <a:lnTo>
                  <a:pt x="2182" y="3073"/>
                </a:lnTo>
                <a:lnTo>
                  <a:pt x="2180" y="3054"/>
                </a:lnTo>
                <a:lnTo>
                  <a:pt x="2180" y="3041"/>
                </a:lnTo>
                <a:lnTo>
                  <a:pt x="2178" y="3014"/>
                </a:lnTo>
                <a:moveTo>
                  <a:pt x="2186" y="3137"/>
                </a:moveTo>
                <a:lnTo>
                  <a:pt x="2190" y="3212"/>
                </a:lnTo>
                <a:moveTo>
                  <a:pt x="2162" y="2754"/>
                </a:moveTo>
                <a:lnTo>
                  <a:pt x="2156" y="2755"/>
                </a:lnTo>
                <a:moveTo>
                  <a:pt x="2162" y="2754"/>
                </a:moveTo>
                <a:lnTo>
                  <a:pt x="2162" y="2747"/>
                </a:lnTo>
                <a:lnTo>
                  <a:pt x="2161" y="2743"/>
                </a:lnTo>
                <a:moveTo>
                  <a:pt x="2162" y="2754"/>
                </a:moveTo>
                <a:lnTo>
                  <a:pt x="2163" y="2758"/>
                </a:lnTo>
                <a:lnTo>
                  <a:pt x="2163" y="2772"/>
                </a:lnTo>
                <a:moveTo>
                  <a:pt x="2162" y="2754"/>
                </a:moveTo>
                <a:lnTo>
                  <a:pt x="2167" y="2754"/>
                </a:lnTo>
                <a:moveTo>
                  <a:pt x="2161" y="2743"/>
                </a:moveTo>
                <a:lnTo>
                  <a:pt x="2166" y="2743"/>
                </a:lnTo>
                <a:moveTo>
                  <a:pt x="2161" y="2743"/>
                </a:moveTo>
                <a:lnTo>
                  <a:pt x="2161" y="2732"/>
                </a:lnTo>
                <a:moveTo>
                  <a:pt x="2161" y="2743"/>
                </a:moveTo>
                <a:lnTo>
                  <a:pt x="2140" y="2744"/>
                </a:lnTo>
                <a:moveTo>
                  <a:pt x="2153" y="2467"/>
                </a:moveTo>
                <a:lnTo>
                  <a:pt x="2153" y="2461"/>
                </a:lnTo>
                <a:moveTo>
                  <a:pt x="2153" y="2467"/>
                </a:moveTo>
                <a:lnTo>
                  <a:pt x="2153" y="2471"/>
                </a:lnTo>
                <a:moveTo>
                  <a:pt x="2149" y="2381"/>
                </a:moveTo>
                <a:lnTo>
                  <a:pt x="2148" y="2357"/>
                </a:lnTo>
                <a:lnTo>
                  <a:pt x="2148" y="2351"/>
                </a:lnTo>
                <a:moveTo>
                  <a:pt x="2149" y="2381"/>
                </a:moveTo>
                <a:lnTo>
                  <a:pt x="2149" y="2385"/>
                </a:lnTo>
                <a:moveTo>
                  <a:pt x="2142" y="2233"/>
                </a:moveTo>
                <a:lnTo>
                  <a:pt x="2142" y="2229"/>
                </a:lnTo>
                <a:moveTo>
                  <a:pt x="2142" y="2233"/>
                </a:moveTo>
                <a:lnTo>
                  <a:pt x="2143" y="2245"/>
                </a:lnTo>
                <a:moveTo>
                  <a:pt x="2134" y="1967"/>
                </a:moveTo>
                <a:lnTo>
                  <a:pt x="2134" y="1940"/>
                </a:lnTo>
                <a:moveTo>
                  <a:pt x="2134" y="1967"/>
                </a:moveTo>
                <a:lnTo>
                  <a:pt x="2133" y="2002"/>
                </a:lnTo>
                <a:moveTo>
                  <a:pt x="2129" y="1813"/>
                </a:moveTo>
                <a:lnTo>
                  <a:pt x="2129" y="1809"/>
                </a:lnTo>
                <a:moveTo>
                  <a:pt x="2129" y="1813"/>
                </a:moveTo>
                <a:lnTo>
                  <a:pt x="2129" y="1825"/>
                </a:lnTo>
                <a:moveTo>
                  <a:pt x="2125" y="1702"/>
                </a:moveTo>
                <a:lnTo>
                  <a:pt x="2124" y="1695"/>
                </a:lnTo>
                <a:lnTo>
                  <a:pt x="2122" y="1684"/>
                </a:lnTo>
                <a:lnTo>
                  <a:pt x="2122" y="1679"/>
                </a:lnTo>
                <a:lnTo>
                  <a:pt x="2120" y="1665"/>
                </a:lnTo>
                <a:lnTo>
                  <a:pt x="2120" y="1661"/>
                </a:lnTo>
                <a:moveTo>
                  <a:pt x="2125" y="1702"/>
                </a:moveTo>
                <a:lnTo>
                  <a:pt x="2125" y="1723"/>
                </a:lnTo>
                <a:moveTo>
                  <a:pt x="1920" y="1846"/>
                </a:moveTo>
                <a:lnTo>
                  <a:pt x="1921" y="1854"/>
                </a:lnTo>
                <a:lnTo>
                  <a:pt x="1925" y="1879"/>
                </a:lnTo>
                <a:moveTo>
                  <a:pt x="1920" y="1846"/>
                </a:moveTo>
                <a:lnTo>
                  <a:pt x="1918" y="1839"/>
                </a:lnTo>
                <a:lnTo>
                  <a:pt x="1913" y="1813"/>
                </a:lnTo>
                <a:lnTo>
                  <a:pt x="1907" y="1785"/>
                </a:lnTo>
                <a:moveTo>
                  <a:pt x="1926" y="1888"/>
                </a:moveTo>
                <a:lnTo>
                  <a:pt x="1930" y="1931"/>
                </a:lnTo>
                <a:moveTo>
                  <a:pt x="1926" y="1888"/>
                </a:moveTo>
                <a:lnTo>
                  <a:pt x="1925" y="1879"/>
                </a:lnTo>
                <a:moveTo>
                  <a:pt x="1930" y="1962"/>
                </a:moveTo>
                <a:lnTo>
                  <a:pt x="1930" y="1952"/>
                </a:lnTo>
                <a:moveTo>
                  <a:pt x="1928" y="1977"/>
                </a:moveTo>
                <a:lnTo>
                  <a:pt x="1927" y="1983"/>
                </a:lnTo>
                <a:lnTo>
                  <a:pt x="1927" y="1989"/>
                </a:lnTo>
                <a:moveTo>
                  <a:pt x="1922" y="2038"/>
                </a:moveTo>
                <a:lnTo>
                  <a:pt x="1915" y="2106"/>
                </a:lnTo>
                <a:lnTo>
                  <a:pt x="1913" y="2125"/>
                </a:lnTo>
                <a:lnTo>
                  <a:pt x="1912" y="2131"/>
                </a:lnTo>
                <a:lnTo>
                  <a:pt x="1910" y="2137"/>
                </a:lnTo>
                <a:lnTo>
                  <a:pt x="1903" y="2151"/>
                </a:lnTo>
                <a:moveTo>
                  <a:pt x="1922" y="2038"/>
                </a:moveTo>
                <a:lnTo>
                  <a:pt x="1927" y="1989"/>
                </a:lnTo>
                <a:moveTo>
                  <a:pt x="1796" y="2225"/>
                </a:moveTo>
                <a:lnTo>
                  <a:pt x="1804" y="2240"/>
                </a:lnTo>
                <a:moveTo>
                  <a:pt x="1792" y="2227"/>
                </a:moveTo>
                <a:lnTo>
                  <a:pt x="1796" y="2225"/>
                </a:lnTo>
                <a:moveTo>
                  <a:pt x="1796" y="2225"/>
                </a:moveTo>
                <a:lnTo>
                  <a:pt x="1824" y="2213"/>
                </a:lnTo>
                <a:moveTo>
                  <a:pt x="1809" y="2249"/>
                </a:moveTo>
                <a:lnTo>
                  <a:pt x="1810" y="2251"/>
                </a:lnTo>
                <a:lnTo>
                  <a:pt x="1815" y="2263"/>
                </a:lnTo>
                <a:moveTo>
                  <a:pt x="1809" y="2249"/>
                </a:moveTo>
                <a:lnTo>
                  <a:pt x="1809" y="2248"/>
                </a:lnTo>
                <a:lnTo>
                  <a:pt x="1805" y="2241"/>
                </a:lnTo>
                <a:lnTo>
                  <a:pt x="1804" y="2240"/>
                </a:lnTo>
                <a:moveTo>
                  <a:pt x="1891" y="2294"/>
                </a:moveTo>
                <a:lnTo>
                  <a:pt x="1923" y="2287"/>
                </a:lnTo>
                <a:lnTo>
                  <a:pt x="1968" y="2276"/>
                </a:lnTo>
                <a:moveTo>
                  <a:pt x="1891" y="2294"/>
                </a:moveTo>
                <a:lnTo>
                  <a:pt x="1862" y="2301"/>
                </a:lnTo>
                <a:lnTo>
                  <a:pt x="1860" y="2302"/>
                </a:lnTo>
                <a:moveTo>
                  <a:pt x="1903" y="2151"/>
                </a:moveTo>
                <a:lnTo>
                  <a:pt x="1880" y="2175"/>
                </a:lnTo>
                <a:lnTo>
                  <a:pt x="1867" y="2189"/>
                </a:lnTo>
                <a:moveTo>
                  <a:pt x="1688" y="3039"/>
                </a:moveTo>
                <a:lnTo>
                  <a:pt x="1770" y="2991"/>
                </a:lnTo>
                <a:lnTo>
                  <a:pt x="1800" y="2967"/>
                </a:lnTo>
                <a:moveTo>
                  <a:pt x="1800" y="2967"/>
                </a:moveTo>
                <a:lnTo>
                  <a:pt x="1809" y="2959"/>
                </a:lnTo>
                <a:lnTo>
                  <a:pt x="1831" y="2940"/>
                </a:lnTo>
                <a:moveTo>
                  <a:pt x="1886" y="2870"/>
                </a:moveTo>
                <a:lnTo>
                  <a:pt x="1890" y="2865"/>
                </a:lnTo>
                <a:lnTo>
                  <a:pt x="1905" y="2845"/>
                </a:lnTo>
                <a:moveTo>
                  <a:pt x="1886" y="2870"/>
                </a:moveTo>
                <a:lnTo>
                  <a:pt x="1881" y="2876"/>
                </a:lnTo>
                <a:lnTo>
                  <a:pt x="1875" y="2883"/>
                </a:lnTo>
                <a:lnTo>
                  <a:pt x="1874" y="2886"/>
                </a:lnTo>
                <a:lnTo>
                  <a:pt x="1872" y="2888"/>
                </a:lnTo>
                <a:lnTo>
                  <a:pt x="1867" y="2894"/>
                </a:lnTo>
                <a:lnTo>
                  <a:pt x="1856" y="2908"/>
                </a:lnTo>
                <a:lnTo>
                  <a:pt x="1853" y="2911"/>
                </a:lnTo>
                <a:moveTo>
                  <a:pt x="1946" y="2777"/>
                </a:moveTo>
                <a:lnTo>
                  <a:pt x="1937" y="2766"/>
                </a:lnTo>
                <a:moveTo>
                  <a:pt x="1946" y="2777"/>
                </a:moveTo>
                <a:lnTo>
                  <a:pt x="1954" y="2772"/>
                </a:lnTo>
                <a:lnTo>
                  <a:pt x="1958" y="2771"/>
                </a:lnTo>
                <a:moveTo>
                  <a:pt x="1946" y="2777"/>
                </a:moveTo>
                <a:lnTo>
                  <a:pt x="1945" y="2781"/>
                </a:lnTo>
                <a:moveTo>
                  <a:pt x="1937" y="2766"/>
                </a:moveTo>
                <a:lnTo>
                  <a:pt x="1806" y="2772"/>
                </a:lnTo>
                <a:moveTo>
                  <a:pt x="1937" y="2766"/>
                </a:moveTo>
                <a:lnTo>
                  <a:pt x="1958" y="2765"/>
                </a:lnTo>
                <a:moveTo>
                  <a:pt x="1798" y="2760"/>
                </a:moveTo>
                <a:lnTo>
                  <a:pt x="1805" y="2760"/>
                </a:lnTo>
                <a:moveTo>
                  <a:pt x="1798" y="2760"/>
                </a:moveTo>
                <a:lnTo>
                  <a:pt x="1701" y="2765"/>
                </a:lnTo>
                <a:moveTo>
                  <a:pt x="1925" y="2753"/>
                </a:moveTo>
                <a:lnTo>
                  <a:pt x="1959" y="2752"/>
                </a:lnTo>
                <a:lnTo>
                  <a:pt x="1975" y="2751"/>
                </a:lnTo>
                <a:moveTo>
                  <a:pt x="1925" y="2753"/>
                </a:moveTo>
                <a:lnTo>
                  <a:pt x="1805" y="2760"/>
                </a:lnTo>
                <a:moveTo>
                  <a:pt x="1975" y="2751"/>
                </a:moveTo>
                <a:lnTo>
                  <a:pt x="2050" y="2747"/>
                </a:lnTo>
                <a:moveTo>
                  <a:pt x="2050" y="2760"/>
                </a:moveTo>
                <a:lnTo>
                  <a:pt x="2033" y="2762"/>
                </a:lnTo>
                <a:moveTo>
                  <a:pt x="2050" y="2760"/>
                </a:moveTo>
                <a:lnTo>
                  <a:pt x="2156" y="2755"/>
                </a:lnTo>
                <a:moveTo>
                  <a:pt x="1981" y="2765"/>
                </a:moveTo>
                <a:lnTo>
                  <a:pt x="1958" y="2765"/>
                </a:lnTo>
                <a:moveTo>
                  <a:pt x="1981" y="2765"/>
                </a:moveTo>
                <a:lnTo>
                  <a:pt x="1978" y="2770"/>
                </a:lnTo>
                <a:lnTo>
                  <a:pt x="1977" y="2784"/>
                </a:lnTo>
                <a:moveTo>
                  <a:pt x="1981" y="2765"/>
                </a:moveTo>
                <a:lnTo>
                  <a:pt x="2001" y="2763"/>
                </a:lnTo>
                <a:lnTo>
                  <a:pt x="2009" y="2762"/>
                </a:lnTo>
                <a:lnTo>
                  <a:pt x="2033" y="2762"/>
                </a:lnTo>
                <a:moveTo>
                  <a:pt x="1813" y="3206"/>
                </a:moveTo>
                <a:lnTo>
                  <a:pt x="1826" y="3213"/>
                </a:lnTo>
                <a:lnTo>
                  <a:pt x="1833" y="3217"/>
                </a:lnTo>
                <a:lnTo>
                  <a:pt x="1838" y="3219"/>
                </a:lnTo>
                <a:lnTo>
                  <a:pt x="1848" y="3224"/>
                </a:lnTo>
                <a:lnTo>
                  <a:pt x="1864" y="3232"/>
                </a:lnTo>
                <a:lnTo>
                  <a:pt x="1882" y="3241"/>
                </a:lnTo>
                <a:moveTo>
                  <a:pt x="1503" y="3072"/>
                </a:moveTo>
                <a:lnTo>
                  <a:pt x="1500" y="3063"/>
                </a:lnTo>
                <a:lnTo>
                  <a:pt x="1499" y="3061"/>
                </a:lnTo>
                <a:lnTo>
                  <a:pt x="1497" y="3058"/>
                </a:lnTo>
                <a:lnTo>
                  <a:pt x="1469" y="3041"/>
                </a:lnTo>
                <a:lnTo>
                  <a:pt x="1454" y="3034"/>
                </a:lnTo>
                <a:lnTo>
                  <a:pt x="1442" y="3029"/>
                </a:lnTo>
                <a:lnTo>
                  <a:pt x="1421" y="3017"/>
                </a:lnTo>
                <a:lnTo>
                  <a:pt x="1414" y="3014"/>
                </a:lnTo>
                <a:lnTo>
                  <a:pt x="1407" y="3010"/>
                </a:lnTo>
                <a:lnTo>
                  <a:pt x="1401" y="3007"/>
                </a:lnTo>
                <a:lnTo>
                  <a:pt x="1393" y="3004"/>
                </a:lnTo>
                <a:lnTo>
                  <a:pt x="1380" y="2997"/>
                </a:lnTo>
                <a:lnTo>
                  <a:pt x="1363" y="2990"/>
                </a:lnTo>
                <a:lnTo>
                  <a:pt x="1358" y="2989"/>
                </a:lnTo>
                <a:lnTo>
                  <a:pt x="1345" y="2982"/>
                </a:lnTo>
                <a:moveTo>
                  <a:pt x="1503" y="3072"/>
                </a:moveTo>
                <a:lnTo>
                  <a:pt x="1508" y="3060"/>
                </a:lnTo>
                <a:lnTo>
                  <a:pt x="1514" y="3049"/>
                </a:lnTo>
                <a:moveTo>
                  <a:pt x="1326" y="2967"/>
                </a:moveTo>
                <a:lnTo>
                  <a:pt x="1361" y="2984"/>
                </a:lnTo>
                <a:lnTo>
                  <a:pt x="1366" y="2987"/>
                </a:lnTo>
                <a:lnTo>
                  <a:pt x="1382" y="2994"/>
                </a:lnTo>
                <a:lnTo>
                  <a:pt x="1383" y="2994"/>
                </a:lnTo>
                <a:lnTo>
                  <a:pt x="1407" y="3006"/>
                </a:lnTo>
                <a:lnTo>
                  <a:pt x="1410" y="3007"/>
                </a:lnTo>
                <a:lnTo>
                  <a:pt x="1417" y="3011"/>
                </a:lnTo>
                <a:lnTo>
                  <a:pt x="1423" y="3014"/>
                </a:lnTo>
                <a:lnTo>
                  <a:pt x="1444" y="3024"/>
                </a:lnTo>
                <a:lnTo>
                  <a:pt x="1456" y="3029"/>
                </a:lnTo>
                <a:lnTo>
                  <a:pt x="1467" y="3034"/>
                </a:lnTo>
                <a:lnTo>
                  <a:pt x="1471" y="3036"/>
                </a:lnTo>
                <a:lnTo>
                  <a:pt x="1475" y="3038"/>
                </a:lnTo>
                <a:lnTo>
                  <a:pt x="1498" y="3049"/>
                </a:lnTo>
                <a:lnTo>
                  <a:pt x="1503" y="3049"/>
                </a:lnTo>
                <a:lnTo>
                  <a:pt x="1506" y="3049"/>
                </a:lnTo>
                <a:lnTo>
                  <a:pt x="1514" y="3049"/>
                </a:lnTo>
                <a:moveTo>
                  <a:pt x="1326" y="2967"/>
                </a:moveTo>
                <a:lnTo>
                  <a:pt x="1314" y="2961"/>
                </a:lnTo>
                <a:lnTo>
                  <a:pt x="1309" y="2958"/>
                </a:lnTo>
                <a:lnTo>
                  <a:pt x="1250" y="2929"/>
                </a:lnTo>
                <a:lnTo>
                  <a:pt x="1213" y="2911"/>
                </a:lnTo>
                <a:lnTo>
                  <a:pt x="1202" y="2907"/>
                </a:lnTo>
                <a:lnTo>
                  <a:pt x="1171" y="2896"/>
                </a:lnTo>
                <a:lnTo>
                  <a:pt x="1166" y="2894"/>
                </a:lnTo>
                <a:moveTo>
                  <a:pt x="1164" y="2901"/>
                </a:moveTo>
                <a:lnTo>
                  <a:pt x="1151" y="2898"/>
                </a:lnTo>
                <a:moveTo>
                  <a:pt x="1164" y="2901"/>
                </a:moveTo>
                <a:lnTo>
                  <a:pt x="1155" y="2933"/>
                </a:lnTo>
                <a:lnTo>
                  <a:pt x="1151" y="2938"/>
                </a:lnTo>
                <a:moveTo>
                  <a:pt x="1164" y="2901"/>
                </a:moveTo>
                <a:lnTo>
                  <a:pt x="1172" y="2904"/>
                </a:lnTo>
                <a:lnTo>
                  <a:pt x="1202" y="2913"/>
                </a:lnTo>
                <a:lnTo>
                  <a:pt x="1212" y="2917"/>
                </a:lnTo>
                <a:lnTo>
                  <a:pt x="1246" y="2933"/>
                </a:lnTo>
                <a:lnTo>
                  <a:pt x="1267" y="2944"/>
                </a:lnTo>
                <a:lnTo>
                  <a:pt x="1276" y="2948"/>
                </a:lnTo>
                <a:lnTo>
                  <a:pt x="1299" y="2958"/>
                </a:lnTo>
                <a:lnTo>
                  <a:pt x="1302" y="2960"/>
                </a:lnTo>
                <a:lnTo>
                  <a:pt x="1310" y="2965"/>
                </a:lnTo>
                <a:lnTo>
                  <a:pt x="1345" y="2982"/>
                </a:lnTo>
                <a:moveTo>
                  <a:pt x="1164" y="2901"/>
                </a:moveTo>
                <a:lnTo>
                  <a:pt x="1166" y="2894"/>
                </a:lnTo>
                <a:moveTo>
                  <a:pt x="579" y="2678"/>
                </a:moveTo>
                <a:lnTo>
                  <a:pt x="553" y="2665"/>
                </a:lnTo>
                <a:moveTo>
                  <a:pt x="579" y="2678"/>
                </a:moveTo>
                <a:lnTo>
                  <a:pt x="574" y="2672"/>
                </a:lnTo>
                <a:lnTo>
                  <a:pt x="571" y="2668"/>
                </a:lnTo>
                <a:lnTo>
                  <a:pt x="568" y="2662"/>
                </a:lnTo>
                <a:lnTo>
                  <a:pt x="567" y="2656"/>
                </a:lnTo>
                <a:lnTo>
                  <a:pt x="567" y="2649"/>
                </a:lnTo>
                <a:lnTo>
                  <a:pt x="568" y="2642"/>
                </a:lnTo>
                <a:lnTo>
                  <a:pt x="569" y="2639"/>
                </a:lnTo>
                <a:lnTo>
                  <a:pt x="570" y="2636"/>
                </a:lnTo>
                <a:lnTo>
                  <a:pt x="574" y="2631"/>
                </a:lnTo>
                <a:lnTo>
                  <a:pt x="578" y="2626"/>
                </a:lnTo>
                <a:moveTo>
                  <a:pt x="579" y="2678"/>
                </a:moveTo>
                <a:lnTo>
                  <a:pt x="585" y="2681"/>
                </a:lnTo>
                <a:lnTo>
                  <a:pt x="591" y="2683"/>
                </a:lnTo>
                <a:lnTo>
                  <a:pt x="597" y="2685"/>
                </a:lnTo>
                <a:lnTo>
                  <a:pt x="599" y="2685"/>
                </a:lnTo>
                <a:lnTo>
                  <a:pt x="604" y="2686"/>
                </a:lnTo>
                <a:lnTo>
                  <a:pt x="610" y="2684"/>
                </a:lnTo>
                <a:lnTo>
                  <a:pt x="617" y="2681"/>
                </a:lnTo>
                <a:lnTo>
                  <a:pt x="622" y="2678"/>
                </a:lnTo>
                <a:lnTo>
                  <a:pt x="627" y="2673"/>
                </a:lnTo>
                <a:lnTo>
                  <a:pt x="632" y="2666"/>
                </a:lnTo>
                <a:moveTo>
                  <a:pt x="579" y="2678"/>
                </a:moveTo>
                <a:lnTo>
                  <a:pt x="588" y="2686"/>
                </a:lnTo>
                <a:lnTo>
                  <a:pt x="597" y="2695"/>
                </a:lnTo>
                <a:moveTo>
                  <a:pt x="34" y="2436"/>
                </a:moveTo>
                <a:lnTo>
                  <a:pt x="30" y="2436"/>
                </a:lnTo>
                <a:lnTo>
                  <a:pt x="26" y="2436"/>
                </a:lnTo>
                <a:lnTo>
                  <a:pt x="20" y="2439"/>
                </a:lnTo>
                <a:lnTo>
                  <a:pt x="11" y="2446"/>
                </a:lnTo>
                <a:lnTo>
                  <a:pt x="4" y="2451"/>
                </a:lnTo>
                <a:lnTo>
                  <a:pt x="0" y="2452"/>
                </a:lnTo>
                <a:moveTo>
                  <a:pt x="34" y="2436"/>
                </a:moveTo>
                <a:lnTo>
                  <a:pt x="26" y="2447"/>
                </a:lnTo>
                <a:lnTo>
                  <a:pt x="25" y="2450"/>
                </a:lnTo>
                <a:lnTo>
                  <a:pt x="24" y="2454"/>
                </a:lnTo>
                <a:lnTo>
                  <a:pt x="24" y="2456"/>
                </a:lnTo>
                <a:lnTo>
                  <a:pt x="25" y="2460"/>
                </a:lnTo>
                <a:lnTo>
                  <a:pt x="28" y="2466"/>
                </a:lnTo>
                <a:lnTo>
                  <a:pt x="33" y="2474"/>
                </a:lnTo>
                <a:lnTo>
                  <a:pt x="33" y="2482"/>
                </a:lnTo>
                <a:lnTo>
                  <a:pt x="39" y="2549"/>
                </a:lnTo>
                <a:moveTo>
                  <a:pt x="34" y="2436"/>
                </a:moveTo>
                <a:lnTo>
                  <a:pt x="87" y="2449"/>
                </a:lnTo>
                <a:lnTo>
                  <a:pt x="87" y="2449"/>
                </a:lnTo>
                <a:moveTo>
                  <a:pt x="7" y="2456"/>
                </a:moveTo>
                <a:lnTo>
                  <a:pt x="16" y="2460"/>
                </a:lnTo>
                <a:lnTo>
                  <a:pt x="21" y="2465"/>
                </a:lnTo>
                <a:lnTo>
                  <a:pt x="24" y="2471"/>
                </a:lnTo>
                <a:lnTo>
                  <a:pt x="25" y="2486"/>
                </a:lnTo>
                <a:lnTo>
                  <a:pt x="25" y="2487"/>
                </a:lnTo>
                <a:lnTo>
                  <a:pt x="25" y="2509"/>
                </a:lnTo>
                <a:moveTo>
                  <a:pt x="1794" y="1546"/>
                </a:moveTo>
                <a:lnTo>
                  <a:pt x="1714" y="1559"/>
                </a:lnTo>
                <a:moveTo>
                  <a:pt x="1794" y="1546"/>
                </a:moveTo>
                <a:lnTo>
                  <a:pt x="1803" y="1544"/>
                </a:lnTo>
                <a:lnTo>
                  <a:pt x="1850" y="1537"/>
                </a:lnTo>
                <a:moveTo>
                  <a:pt x="1858" y="1537"/>
                </a:moveTo>
                <a:lnTo>
                  <a:pt x="1850" y="1537"/>
                </a:lnTo>
                <a:moveTo>
                  <a:pt x="1858" y="1537"/>
                </a:moveTo>
                <a:lnTo>
                  <a:pt x="1874" y="1536"/>
                </a:lnTo>
                <a:lnTo>
                  <a:pt x="1881" y="1535"/>
                </a:lnTo>
                <a:lnTo>
                  <a:pt x="1890" y="1533"/>
                </a:lnTo>
                <a:lnTo>
                  <a:pt x="1912" y="1531"/>
                </a:lnTo>
                <a:lnTo>
                  <a:pt x="1922" y="1530"/>
                </a:lnTo>
                <a:lnTo>
                  <a:pt x="1933" y="1531"/>
                </a:lnTo>
                <a:moveTo>
                  <a:pt x="1706" y="1542"/>
                </a:moveTo>
                <a:lnTo>
                  <a:pt x="1703" y="1518"/>
                </a:lnTo>
                <a:moveTo>
                  <a:pt x="1706" y="1542"/>
                </a:moveTo>
                <a:lnTo>
                  <a:pt x="1701" y="1545"/>
                </a:lnTo>
                <a:lnTo>
                  <a:pt x="1685" y="1556"/>
                </a:lnTo>
                <a:lnTo>
                  <a:pt x="1674" y="1567"/>
                </a:lnTo>
                <a:moveTo>
                  <a:pt x="1706" y="1542"/>
                </a:moveTo>
                <a:lnTo>
                  <a:pt x="1714" y="1559"/>
                </a:lnTo>
                <a:moveTo>
                  <a:pt x="1759" y="2243"/>
                </a:moveTo>
                <a:lnTo>
                  <a:pt x="1735" y="2253"/>
                </a:lnTo>
                <a:moveTo>
                  <a:pt x="584" y="2621"/>
                </a:moveTo>
                <a:lnTo>
                  <a:pt x="589" y="2619"/>
                </a:lnTo>
                <a:lnTo>
                  <a:pt x="593" y="2618"/>
                </a:lnTo>
                <a:lnTo>
                  <a:pt x="602" y="2616"/>
                </a:lnTo>
                <a:lnTo>
                  <a:pt x="610" y="2618"/>
                </a:lnTo>
                <a:lnTo>
                  <a:pt x="619" y="2621"/>
                </a:lnTo>
                <a:lnTo>
                  <a:pt x="625" y="2627"/>
                </a:lnTo>
                <a:lnTo>
                  <a:pt x="629" y="2631"/>
                </a:lnTo>
                <a:lnTo>
                  <a:pt x="632" y="2636"/>
                </a:lnTo>
                <a:lnTo>
                  <a:pt x="634" y="2644"/>
                </a:lnTo>
                <a:moveTo>
                  <a:pt x="584" y="2621"/>
                </a:moveTo>
                <a:lnTo>
                  <a:pt x="591" y="2612"/>
                </a:lnTo>
                <a:lnTo>
                  <a:pt x="597" y="2604"/>
                </a:lnTo>
                <a:lnTo>
                  <a:pt x="609" y="2579"/>
                </a:lnTo>
                <a:moveTo>
                  <a:pt x="584" y="2621"/>
                </a:moveTo>
                <a:lnTo>
                  <a:pt x="581" y="2623"/>
                </a:lnTo>
                <a:lnTo>
                  <a:pt x="578" y="2626"/>
                </a:lnTo>
                <a:moveTo>
                  <a:pt x="632" y="2666"/>
                </a:moveTo>
                <a:lnTo>
                  <a:pt x="639" y="2683"/>
                </a:lnTo>
                <a:moveTo>
                  <a:pt x="632" y="2666"/>
                </a:moveTo>
                <a:lnTo>
                  <a:pt x="630" y="2679"/>
                </a:lnTo>
                <a:lnTo>
                  <a:pt x="628" y="2686"/>
                </a:lnTo>
                <a:lnTo>
                  <a:pt x="626" y="2691"/>
                </a:lnTo>
                <a:lnTo>
                  <a:pt x="625" y="2691"/>
                </a:lnTo>
                <a:lnTo>
                  <a:pt x="625" y="2692"/>
                </a:lnTo>
                <a:lnTo>
                  <a:pt x="620" y="2700"/>
                </a:lnTo>
                <a:moveTo>
                  <a:pt x="632" y="2666"/>
                </a:moveTo>
                <a:lnTo>
                  <a:pt x="634" y="2661"/>
                </a:lnTo>
                <a:lnTo>
                  <a:pt x="635" y="2654"/>
                </a:lnTo>
                <a:lnTo>
                  <a:pt x="635" y="2649"/>
                </a:lnTo>
                <a:lnTo>
                  <a:pt x="634" y="2644"/>
                </a:lnTo>
                <a:moveTo>
                  <a:pt x="2291" y="1455"/>
                </a:moveTo>
                <a:lnTo>
                  <a:pt x="2268" y="1408"/>
                </a:lnTo>
                <a:lnTo>
                  <a:pt x="2247" y="1365"/>
                </a:lnTo>
                <a:moveTo>
                  <a:pt x="2247" y="1365"/>
                </a:moveTo>
                <a:lnTo>
                  <a:pt x="2234" y="1374"/>
                </a:lnTo>
                <a:lnTo>
                  <a:pt x="2216" y="1387"/>
                </a:lnTo>
                <a:moveTo>
                  <a:pt x="2247" y="1365"/>
                </a:moveTo>
                <a:lnTo>
                  <a:pt x="2251" y="1362"/>
                </a:lnTo>
                <a:moveTo>
                  <a:pt x="2329" y="1626"/>
                </a:moveTo>
                <a:lnTo>
                  <a:pt x="2328" y="1648"/>
                </a:lnTo>
                <a:moveTo>
                  <a:pt x="2326" y="1565"/>
                </a:moveTo>
                <a:lnTo>
                  <a:pt x="2326" y="1577"/>
                </a:lnTo>
                <a:lnTo>
                  <a:pt x="2326" y="1580"/>
                </a:lnTo>
                <a:lnTo>
                  <a:pt x="2329" y="1626"/>
                </a:lnTo>
                <a:moveTo>
                  <a:pt x="2464" y="1631"/>
                </a:moveTo>
                <a:lnTo>
                  <a:pt x="2418" y="1626"/>
                </a:lnTo>
                <a:lnTo>
                  <a:pt x="2329" y="1626"/>
                </a:lnTo>
                <a:moveTo>
                  <a:pt x="2329" y="1626"/>
                </a:moveTo>
                <a:lnTo>
                  <a:pt x="2293" y="1626"/>
                </a:lnTo>
                <a:moveTo>
                  <a:pt x="2403" y="2463"/>
                </a:moveTo>
                <a:lnTo>
                  <a:pt x="2401" y="2478"/>
                </a:lnTo>
                <a:moveTo>
                  <a:pt x="2403" y="2463"/>
                </a:moveTo>
                <a:lnTo>
                  <a:pt x="2405" y="2427"/>
                </a:lnTo>
                <a:lnTo>
                  <a:pt x="2406" y="2410"/>
                </a:lnTo>
                <a:lnTo>
                  <a:pt x="2407" y="2395"/>
                </a:lnTo>
                <a:lnTo>
                  <a:pt x="2411" y="2344"/>
                </a:lnTo>
                <a:moveTo>
                  <a:pt x="2396" y="2584"/>
                </a:moveTo>
                <a:lnTo>
                  <a:pt x="2395" y="2604"/>
                </a:lnTo>
                <a:lnTo>
                  <a:pt x="2394" y="2616"/>
                </a:lnTo>
                <a:lnTo>
                  <a:pt x="2392" y="2655"/>
                </a:lnTo>
                <a:moveTo>
                  <a:pt x="2396" y="2584"/>
                </a:moveTo>
                <a:lnTo>
                  <a:pt x="2398" y="2545"/>
                </a:lnTo>
                <a:lnTo>
                  <a:pt x="2399" y="2541"/>
                </a:lnTo>
                <a:lnTo>
                  <a:pt x="2399" y="2529"/>
                </a:lnTo>
                <a:lnTo>
                  <a:pt x="2399" y="2526"/>
                </a:lnTo>
                <a:lnTo>
                  <a:pt x="2400" y="2500"/>
                </a:lnTo>
                <a:lnTo>
                  <a:pt x="2401" y="2478"/>
                </a:lnTo>
                <a:moveTo>
                  <a:pt x="2385" y="2737"/>
                </a:moveTo>
                <a:lnTo>
                  <a:pt x="2321" y="2744"/>
                </a:lnTo>
                <a:lnTo>
                  <a:pt x="2291" y="2746"/>
                </a:lnTo>
                <a:moveTo>
                  <a:pt x="2385" y="2737"/>
                </a:moveTo>
                <a:lnTo>
                  <a:pt x="2380" y="2801"/>
                </a:lnTo>
                <a:lnTo>
                  <a:pt x="2377" y="2821"/>
                </a:lnTo>
                <a:lnTo>
                  <a:pt x="2375" y="2861"/>
                </a:lnTo>
                <a:lnTo>
                  <a:pt x="2375" y="2871"/>
                </a:lnTo>
                <a:lnTo>
                  <a:pt x="2374" y="2874"/>
                </a:lnTo>
                <a:lnTo>
                  <a:pt x="2371" y="2905"/>
                </a:lnTo>
                <a:moveTo>
                  <a:pt x="2385" y="2737"/>
                </a:moveTo>
                <a:lnTo>
                  <a:pt x="2387" y="2729"/>
                </a:lnTo>
                <a:moveTo>
                  <a:pt x="2385" y="2737"/>
                </a:moveTo>
                <a:lnTo>
                  <a:pt x="2445" y="2743"/>
                </a:lnTo>
                <a:moveTo>
                  <a:pt x="2295" y="2737"/>
                </a:moveTo>
                <a:lnTo>
                  <a:pt x="2387" y="2729"/>
                </a:lnTo>
                <a:moveTo>
                  <a:pt x="2295" y="2737"/>
                </a:moveTo>
                <a:lnTo>
                  <a:pt x="2241" y="2740"/>
                </a:lnTo>
                <a:lnTo>
                  <a:pt x="2206" y="2742"/>
                </a:lnTo>
                <a:lnTo>
                  <a:pt x="2166" y="2743"/>
                </a:lnTo>
                <a:moveTo>
                  <a:pt x="2387" y="2729"/>
                </a:moveTo>
                <a:lnTo>
                  <a:pt x="2399" y="2729"/>
                </a:lnTo>
                <a:lnTo>
                  <a:pt x="2450" y="2732"/>
                </a:lnTo>
                <a:moveTo>
                  <a:pt x="2387" y="2729"/>
                </a:moveTo>
                <a:lnTo>
                  <a:pt x="2389" y="2708"/>
                </a:lnTo>
                <a:lnTo>
                  <a:pt x="2389" y="2699"/>
                </a:lnTo>
                <a:moveTo>
                  <a:pt x="2347" y="3192"/>
                </a:moveTo>
                <a:lnTo>
                  <a:pt x="2351" y="3143"/>
                </a:lnTo>
                <a:lnTo>
                  <a:pt x="2353" y="3130"/>
                </a:lnTo>
                <a:lnTo>
                  <a:pt x="2353" y="3125"/>
                </a:lnTo>
                <a:lnTo>
                  <a:pt x="2354" y="3113"/>
                </a:lnTo>
                <a:lnTo>
                  <a:pt x="2356" y="3092"/>
                </a:lnTo>
                <a:moveTo>
                  <a:pt x="1465" y="2562"/>
                </a:moveTo>
                <a:lnTo>
                  <a:pt x="1458" y="2529"/>
                </a:lnTo>
                <a:moveTo>
                  <a:pt x="1465" y="2562"/>
                </a:moveTo>
                <a:lnTo>
                  <a:pt x="1475" y="2602"/>
                </a:lnTo>
                <a:moveTo>
                  <a:pt x="1475" y="2602"/>
                </a:moveTo>
                <a:lnTo>
                  <a:pt x="1479" y="2631"/>
                </a:lnTo>
                <a:lnTo>
                  <a:pt x="1487" y="2670"/>
                </a:lnTo>
                <a:moveTo>
                  <a:pt x="1905" y="2845"/>
                </a:moveTo>
                <a:lnTo>
                  <a:pt x="1911" y="2837"/>
                </a:lnTo>
                <a:moveTo>
                  <a:pt x="1979" y="3244"/>
                </a:moveTo>
                <a:lnTo>
                  <a:pt x="1983" y="3234"/>
                </a:lnTo>
                <a:lnTo>
                  <a:pt x="1986" y="3227"/>
                </a:lnTo>
                <a:moveTo>
                  <a:pt x="2016" y="3088"/>
                </a:moveTo>
                <a:lnTo>
                  <a:pt x="2014" y="3123"/>
                </a:lnTo>
                <a:lnTo>
                  <a:pt x="2011" y="3151"/>
                </a:lnTo>
                <a:lnTo>
                  <a:pt x="2010" y="3162"/>
                </a:lnTo>
                <a:lnTo>
                  <a:pt x="2008" y="3171"/>
                </a:lnTo>
                <a:lnTo>
                  <a:pt x="2004" y="3184"/>
                </a:lnTo>
                <a:lnTo>
                  <a:pt x="2003" y="3190"/>
                </a:lnTo>
                <a:lnTo>
                  <a:pt x="2000" y="3197"/>
                </a:lnTo>
                <a:lnTo>
                  <a:pt x="1986" y="3227"/>
                </a:lnTo>
                <a:moveTo>
                  <a:pt x="1318" y="3048"/>
                </a:moveTo>
                <a:lnTo>
                  <a:pt x="1322" y="3082"/>
                </a:lnTo>
                <a:lnTo>
                  <a:pt x="1340" y="3150"/>
                </a:lnTo>
                <a:lnTo>
                  <a:pt x="1341" y="3157"/>
                </a:lnTo>
                <a:lnTo>
                  <a:pt x="1342" y="3162"/>
                </a:lnTo>
                <a:lnTo>
                  <a:pt x="1344" y="3169"/>
                </a:lnTo>
                <a:lnTo>
                  <a:pt x="1345" y="3176"/>
                </a:lnTo>
                <a:moveTo>
                  <a:pt x="1345" y="3176"/>
                </a:moveTo>
                <a:lnTo>
                  <a:pt x="1347" y="3183"/>
                </a:lnTo>
                <a:lnTo>
                  <a:pt x="1349" y="3187"/>
                </a:lnTo>
                <a:lnTo>
                  <a:pt x="1349" y="3189"/>
                </a:lnTo>
                <a:lnTo>
                  <a:pt x="1350" y="3192"/>
                </a:lnTo>
                <a:moveTo>
                  <a:pt x="1345" y="3176"/>
                </a:moveTo>
                <a:lnTo>
                  <a:pt x="1342" y="3181"/>
                </a:lnTo>
                <a:lnTo>
                  <a:pt x="1340" y="3184"/>
                </a:lnTo>
                <a:lnTo>
                  <a:pt x="1331" y="3193"/>
                </a:lnTo>
                <a:moveTo>
                  <a:pt x="1151" y="2938"/>
                </a:moveTo>
                <a:lnTo>
                  <a:pt x="1180" y="2992"/>
                </a:lnTo>
                <a:lnTo>
                  <a:pt x="1187" y="3002"/>
                </a:lnTo>
                <a:lnTo>
                  <a:pt x="1193" y="3007"/>
                </a:lnTo>
                <a:moveTo>
                  <a:pt x="1313" y="3044"/>
                </a:moveTo>
                <a:lnTo>
                  <a:pt x="1308" y="3042"/>
                </a:lnTo>
                <a:lnTo>
                  <a:pt x="1303" y="3041"/>
                </a:lnTo>
                <a:lnTo>
                  <a:pt x="1294" y="3038"/>
                </a:lnTo>
                <a:lnTo>
                  <a:pt x="1283" y="3036"/>
                </a:lnTo>
                <a:lnTo>
                  <a:pt x="1238" y="3025"/>
                </a:lnTo>
                <a:lnTo>
                  <a:pt x="1224" y="3021"/>
                </a:lnTo>
                <a:lnTo>
                  <a:pt x="1217" y="3018"/>
                </a:lnTo>
                <a:lnTo>
                  <a:pt x="1205" y="3014"/>
                </a:lnTo>
                <a:lnTo>
                  <a:pt x="1202" y="3012"/>
                </a:lnTo>
                <a:lnTo>
                  <a:pt x="1193" y="3007"/>
                </a:lnTo>
                <a:moveTo>
                  <a:pt x="1151" y="2938"/>
                </a:moveTo>
                <a:lnTo>
                  <a:pt x="1150" y="2940"/>
                </a:lnTo>
                <a:lnTo>
                  <a:pt x="1146" y="2940"/>
                </a:lnTo>
                <a:lnTo>
                  <a:pt x="1143" y="2941"/>
                </a:lnTo>
                <a:lnTo>
                  <a:pt x="1141" y="2940"/>
                </a:lnTo>
                <a:lnTo>
                  <a:pt x="1138" y="2940"/>
                </a:lnTo>
                <a:lnTo>
                  <a:pt x="1133" y="2939"/>
                </a:lnTo>
                <a:lnTo>
                  <a:pt x="1132" y="2937"/>
                </a:lnTo>
                <a:moveTo>
                  <a:pt x="1169" y="2567"/>
                </a:moveTo>
                <a:lnTo>
                  <a:pt x="1172" y="2645"/>
                </a:lnTo>
                <a:lnTo>
                  <a:pt x="1173" y="2670"/>
                </a:lnTo>
                <a:moveTo>
                  <a:pt x="1169" y="2567"/>
                </a:moveTo>
                <a:lnTo>
                  <a:pt x="1168" y="2538"/>
                </a:lnTo>
                <a:moveTo>
                  <a:pt x="1174" y="2755"/>
                </a:moveTo>
                <a:lnTo>
                  <a:pt x="1237" y="2758"/>
                </a:lnTo>
                <a:moveTo>
                  <a:pt x="1174" y="2755"/>
                </a:moveTo>
                <a:lnTo>
                  <a:pt x="1174" y="2755"/>
                </a:lnTo>
                <a:lnTo>
                  <a:pt x="1174" y="2764"/>
                </a:lnTo>
                <a:lnTo>
                  <a:pt x="1174" y="2765"/>
                </a:lnTo>
                <a:moveTo>
                  <a:pt x="1174" y="2755"/>
                </a:moveTo>
                <a:lnTo>
                  <a:pt x="1174" y="2725"/>
                </a:lnTo>
                <a:lnTo>
                  <a:pt x="1174" y="2690"/>
                </a:lnTo>
                <a:moveTo>
                  <a:pt x="1174" y="2755"/>
                </a:moveTo>
                <a:lnTo>
                  <a:pt x="1113" y="2748"/>
                </a:lnTo>
                <a:moveTo>
                  <a:pt x="1174" y="2765"/>
                </a:moveTo>
                <a:lnTo>
                  <a:pt x="1114" y="2759"/>
                </a:lnTo>
                <a:lnTo>
                  <a:pt x="1088" y="2756"/>
                </a:lnTo>
                <a:lnTo>
                  <a:pt x="1059" y="2751"/>
                </a:lnTo>
                <a:lnTo>
                  <a:pt x="1005" y="2735"/>
                </a:lnTo>
                <a:lnTo>
                  <a:pt x="995" y="2732"/>
                </a:lnTo>
                <a:lnTo>
                  <a:pt x="930" y="2713"/>
                </a:lnTo>
                <a:moveTo>
                  <a:pt x="1174" y="2765"/>
                </a:moveTo>
                <a:lnTo>
                  <a:pt x="1175" y="2793"/>
                </a:lnTo>
                <a:lnTo>
                  <a:pt x="1176" y="2803"/>
                </a:lnTo>
                <a:lnTo>
                  <a:pt x="1174" y="2825"/>
                </a:lnTo>
                <a:moveTo>
                  <a:pt x="1174" y="2765"/>
                </a:moveTo>
                <a:lnTo>
                  <a:pt x="1175" y="2765"/>
                </a:lnTo>
                <a:lnTo>
                  <a:pt x="1260" y="2772"/>
                </a:lnTo>
                <a:lnTo>
                  <a:pt x="1311" y="2776"/>
                </a:lnTo>
                <a:moveTo>
                  <a:pt x="1174" y="2825"/>
                </a:moveTo>
                <a:lnTo>
                  <a:pt x="1168" y="2846"/>
                </a:lnTo>
                <a:moveTo>
                  <a:pt x="2615" y="322"/>
                </a:moveTo>
                <a:lnTo>
                  <a:pt x="2570" y="341"/>
                </a:lnTo>
                <a:moveTo>
                  <a:pt x="2615" y="322"/>
                </a:moveTo>
                <a:lnTo>
                  <a:pt x="2610" y="327"/>
                </a:lnTo>
                <a:lnTo>
                  <a:pt x="2610" y="331"/>
                </a:lnTo>
                <a:lnTo>
                  <a:pt x="2612" y="335"/>
                </a:lnTo>
                <a:moveTo>
                  <a:pt x="2615" y="322"/>
                </a:moveTo>
                <a:lnTo>
                  <a:pt x="2705" y="285"/>
                </a:lnTo>
                <a:lnTo>
                  <a:pt x="2936" y="194"/>
                </a:lnTo>
                <a:lnTo>
                  <a:pt x="2970" y="185"/>
                </a:lnTo>
                <a:lnTo>
                  <a:pt x="2980" y="184"/>
                </a:lnTo>
                <a:lnTo>
                  <a:pt x="3005" y="182"/>
                </a:lnTo>
                <a:lnTo>
                  <a:pt x="3016" y="181"/>
                </a:lnTo>
                <a:lnTo>
                  <a:pt x="3037" y="182"/>
                </a:lnTo>
                <a:lnTo>
                  <a:pt x="3046" y="183"/>
                </a:lnTo>
                <a:lnTo>
                  <a:pt x="3061" y="185"/>
                </a:lnTo>
                <a:lnTo>
                  <a:pt x="3077" y="187"/>
                </a:lnTo>
                <a:lnTo>
                  <a:pt x="3089" y="191"/>
                </a:lnTo>
                <a:lnTo>
                  <a:pt x="3104" y="196"/>
                </a:lnTo>
                <a:lnTo>
                  <a:pt x="3148" y="219"/>
                </a:lnTo>
                <a:lnTo>
                  <a:pt x="3214" y="257"/>
                </a:lnTo>
                <a:lnTo>
                  <a:pt x="3234" y="265"/>
                </a:lnTo>
                <a:lnTo>
                  <a:pt x="3273" y="284"/>
                </a:lnTo>
                <a:lnTo>
                  <a:pt x="3367" y="333"/>
                </a:lnTo>
                <a:lnTo>
                  <a:pt x="3398" y="350"/>
                </a:lnTo>
                <a:moveTo>
                  <a:pt x="2355" y="448"/>
                </a:moveTo>
                <a:lnTo>
                  <a:pt x="2224" y="495"/>
                </a:lnTo>
                <a:lnTo>
                  <a:pt x="1845" y="631"/>
                </a:lnTo>
                <a:moveTo>
                  <a:pt x="2355" y="448"/>
                </a:moveTo>
                <a:lnTo>
                  <a:pt x="2325" y="464"/>
                </a:lnTo>
                <a:lnTo>
                  <a:pt x="2228" y="498"/>
                </a:lnTo>
                <a:lnTo>
                  <a:pt x="2193" y="510"/>
                </a:lnTo>
                <a:moveTo>
                  <a:pt x="2355" y="448"/>
                </a:moveTo>
                <a:lnTo>
                  <a:pt x="2399" y="433"/>
                </a:lnTo>
                <a:moveTo>
                  <a:pt x="1458" y="2529"/>
                </a:moveTo>
                <a:lnTo>
                  <a:pt x="1458" y="2525"/>
                </a:lnTo>
                <a:lnTo>
                  <a:pt x="1455" y="2513"/>
                </a:lnTo>
                <a:lnTo>
                  <a:pt x="1440" y="2428"/>
                </a:lnTo>
                <a:lnTo>
                  <a:pt x="1438" y="2421"/>
                </a:lnTo>
                <a:moveTo>
                  <a:pt x="1381" y="2111"/>
                </a:moveTo>
                <a:lnTo>
                  <a:pt x="1337" y="2126"/>
                </a:lnTo>
                <a:moveTo>
                  <a:pt x="1381" y="2111"/>
                </a:moveTo>
                <a:lnTo>
                  <a:pt x="1371" y="2056"/>
                </a:lnTo>
                <a:lnTo>
                  <a:pt x="1369" y="2045"/>
                </a:lnTo>
                <a:lnTo>
                  <a:pt x="1362" y="2012"/>
                </a:lnTo>
                <a:moveTo>
                  <a:pt x="1381" y="2111"/>
                </a:moveTo>
                <a:lnTo>
                  <a:pt x="1427" y="2093"/>
                </a:lnTo>
                <a:lnTo>
                  <a:pt x="1441" y="2088"/>
                </a:lnTo>
                <a:lnTo>
                  <a:pt x="1450" y="2085"/>
                </a:lnTo>
                <a:lnTo>
                  <a:pt x="1458" y="2083"/>
                </a:lnTo>
                <a:lnTo>
                  <a:pt x="1465" y="2081"/>
                </a:lnTo>
                <a:lnTo>
                  <a:pt x="1494" y="2073"/>
                </a:lnTo>
                <a:moveTo>
                  <a:pt x="1381" y="2111"/>
                </a:moveTo>
                <a:lnTo>
                  <a:pt x="1388" y="2147"/>
                </a:lnTo>
                <a:lnTo>
                  <a:pt x="1393" y="2172"/>
                </a:lnTo>
                <a:lnTo>
                  <a:pt x="1397" y="2194"/>
                </a:lnTo>
                <a:lnTo>
                  <a:pt x="1397" y="2194"/>
                </a:lnTo>
                <a:lnTo>
                  <a:pt x="1399" y="2206"/>
                </a:lnTo>
                <a:lnTo>
                  <a:pt x="1400" y="2211"/>
                </a:lnTo>
                <a:lnTo>
                  <a:pt x="1405" y="2233"/>
                </a:lnTo>
                <a:lnTo>
                  <a:pt x="1410" y="2258"/>
                </a:lnTo>
                <a:lnTo>
                  <a:pt x="1411" y="2267"/>
                </a:lnTo>
                <a:moveTo>
                  <a:pt x="1344" y="1919"/>
                </a:moveTo>
                <a:lnTo>
                  <a:pt x="1339" y="1900"/>
                </a:lnTo>
                <a:moveTo>
                  <a:pt x="1344" y="1919"/>
                </a:moveTo>
                <a:lnTo>
                  <a:pt x="1388" y="1874"/>
                </a:lnTo>
                <a:lnTo>
                  <a:pt x="1418" y="1844"/>
                </a:lnTo>
                <a:lnTo>
                  <a:pt x="1419" y="1842"/>
                </a:lnTo>
                <a:lnTo>
                  <a:pt x="1423" y="1839"/>
                </a:lnTo>
                <a:lnTo>
                  <a:pt x="1462" y="1799"/>
                </a:lnTo>
                <a:lnTo>
                  <a:pt x="1464" y="1797"/>
                </a:lnTo>
                <a:lnTo>
                  <a:pt x="1469" y="1791"/>
                </a:lnTo>
                <a:moveTo>
                  <a:pt x="1344" y="1919"/>
                </a:moveTo>
                <a:lnTo>
                  <a:pt x="1317" y="1948"/>
                </a:lnTo>
                <a:moveTo>
                  <a:pt x="1344" y="1919"/>
                </a:moveTo>
                <a:lnTo>
                  <a:pt x="1346" y="1927"/>
                </a:lnTo>
                <a:moveTo>
                  <a:pt x="1537" y="2063"/>
                </a:moveTo>
                <a:lnTo>
                  <a:pt x="1540" y="2082"/>
                </a:lnTo>
                <a:moveTo>
                  <a:pt x="1537" y="2063"/>
                </a:moveTo>
                <a:lnTo>
                  <a:pt x="1568" y="2054"/>
                </a:lnTo>
                <a:moveTo>
                  <a:pt x="1537" y="2063"/>
                </a:moveTo>
                <a:lnTo>
                  <a:pt x="1532" y="2015"/>
                </a:lnTo>
                <a:lnTo>
                  <a:pt x="1531" y="2000"/>
                </a:lnTo>
                <a:moveTo>
                  <a:pt x="1537" y="2063"/>
                </a:moveTo>
                <a:lnTo>
                  <a:pt x="1494" y="2073"/>
                </a:lnTo>
                <a:moveTo>
                  <a:pt x="1703" y="1997"/>
                </a:moveTo>
                <a:lnTo>
                  <a:pt x="1703" y="2009"/>
                </a:lnTo>
                <a:lnTo>
                  <a:pt x="1703" y="2010"/>
                </a:lnTo>
                <a:moveTo>
                  <a:pt x="1703" y="1997"/>
                </a:moveTo>
                <a:lnTo>
                  <a:pt x="1708" y="1995"/>
                </a:lnTo>
                <a:lnTo>
                  <a:pt x="1720" y="1990"/>
                </a:lnTo>
                <a:lnTo>
                  <a:pt x="1732" y="1985"/>
                </a:lnTo>
                <a:lnTo>
                  <a:pt x="1740" y="1982"/>
                </a:lnTo>
                <a:lnTo>
                  <a:pt x="1762" y="1977"/>
                </a:lnTo>
                <a:moveTo>
                  <a:pt x="1703" y="1997"/>
                </a:moveTo>
                <a:lnTo>
                  <a:pt x="1691" y="2002"/>
                </a:lnTo>
                <a:moveTo>
                  <a:pt x="1803" y="1975"/>
                </a:moveTo>
                <a:lnTo>
                  <a:pt x="1782" y="1974"/>
                </a:lnTo>
                <a:moveTo>
                  <a:pt x="1803" y="1975"/>
                </a:moveTo>
                <a:lnTo>
                  <a:pt x="1846" y="1979"/>
                </a:lnTo>
                <a:moveTo>
                  <a:pt x="1846" y="1979"/>
                </a:moveTo>
                <a:lnTo>
                  <a:pt x="1885" y="1984"/>
                </a:lnTo>
                <a:moveTo>
                  <a:pt x="1927" y="1989"/>
                </a:moveTo>
                <a:lnTo>
                  <a:pt x="1885" y="1984"/>
                </a:lnTo>
                <a:moveTo>
                  <a:pt x="1535" y="1723"/>
                </a:moveTo>
                <a:lnTo>
                  <a:pt x="1533" y="1716"/>
                </a:lnTo>
                <a:moveTo>
                  <a:pt x="1535" y="1723"/>
                </a:moveTo>
                <a:lnTo>
                  <a:pt x="1539" y="1718"/>
                </a:lnTo>
                <a:moveTo>
                  <a:pt x="1535" y="1723"/>
                </a:moveTo>
                <a:lnTo>
                  <a:pt x="1527" y="1730"/>
                </a:lnTo>
                <a:lnTo>
                  <a:pt x="1518" y="1740"/>
                </a:lnTo>
                <a:lnTo>
                  <a:pt x="1502" y="1756"/>
                </a:lnTo>
                <a:lnTo>
                  <a:pt x="1497" y="1762"/>
                </a:lnTo>
                <a:lnTo>
                  <a:pt x="1491" y="1767"/>
                </a:lnTo>
                <a:lnTo>
                  <a:pt x="1477" y="1782"/>
                </a:lnTo>
                <a:lnTo>
                  <a:pt x="1475" y="1784"/>
                </a:lnTo>
                <a:lnTo>
                  <a:pt x="1469" y="1791"/>
                </a:lnTo>
                <a:moveTo>
                  <a:pt x="1535" y="1723"/>
                </a:moveTo>
                <a:lnTo>
                  <a:pt x="1540" y="1729"/>
                </a:lnTo>
                <a:moveTo>
                  <a:pt x="995" y="2279"/>
                </a:moveTo>
                <a:lnTo>
                  <a:pt x="985" y="2289"/>
                </a:lnTo>
                <a:lnTo>
                  <a:pt x="980" y="2294"/>
                </a:lnTo>
                <a:lnTo>
                  <a:pt x="972" y="2301"/>
                </a:lnTo>
                <a:lnTo>
                  <a:pt x="959" y="2314"/>
                </a:lnTo>
                <a:lnTo>
                  <a:pt x="955" y="2318"/>
                </a:lnTo>
                <a:lnTo>
                  <a:pt x="942" y="2330"/>
                </a:lnTo>
                <a:lnTo>
                  <a:pt x="940" y="2332"/>
                </a:lnTo>
                <a:lnTo>
                  <a:pt x="939" y="2333"/>
                </a:lnTo>
                <a:lnTo>
                  <a:pt x="934" y="2338"/>
                </a:lnTo>
                <a:lnTo>
                  <a:pt x="918" y="2353"/>
                </a:lnTo>
                <a:moveTo>
                  <a:pt x="995" y="2279"/>
                </a:moveTo>
                <a:lnTo>
                  <a:pt x="997" y="2269"/>
                </a:lnTo>
                <a:lnTo>
                  <a:pt x="1034" y="2231"/>
                </a:lnTo>
                <a:lnTo>
                  <a:pt x="1035" y="2228"/>
                </a:lnTo>
                <a:lnTo>
                  <a:pt x="1035" y="2224"/>
                </a:lnTo>
                <a:lnTo>
                  <a:pt x="1034" y="2219"/>
                </a:lnTo>
                <a:lnTo>
                  <a:pt x="1030" y="2216"/>
                </a:lnTo>
                <a:lnTo>
                  <a:pt x="1025" y="2214"/>
                </a:lnTo>
                <a:lnTo>
                  <a:pt x="1018" y="2214"/>
                </a:lnTo>
                <a:moveTo>
                  <a:pt x="995" y="2279"/>
                </a:moveTo>
                <a:lnTo>
                  <a:pt x="1002" y="2271"/>
                </a:lnTo>
                <a:moveTo>
                  <a:pt x="650" y="2609"/>
                </a:moveTo>
                <a:lnTo>
                  <a:pt x="639" y="2621"/>
                </a:lnTo>
                <a:lnTo>
                  <a:pt x="637" y="2626"/>
                </a:lnTo>
                <a:lnTo>
                  <a:pt x="634" y="2644"/>
                </a:lnTo>
                <a:moveTo>
                  <a:pt x="650" y="2609"/>
                </a:moveTo>
                <a:lnTo>
                  <a:pt x="646" y="2611"/>
                </a:lnTo>
                <a:lnTo>
                  <a:pt x="642" y="2613"/>
                </a:lnTo>
                <a:lnTo>
                  <a:pt x="639" y="2614"/>
                </a:lnTo>
                <a:lnTo>
                  <a:pt x="634" y="2614"/>
                </a:lnTo>
                <a:lnTo>
                  <a:pt x="630" y="2615"/>
                </a:lnTo>
                <a:lnTo>
                  <a:pt x="626" y="2614"/>
                </a:lnTo>
                <a:lnTo>
                  <a:pt x="622" y="2614"/>
                </a:lnTo>
                <a:lnTo>
                  <a:pt x="618" y="2611"/>
                </a:lnTo>
                <a:lnTo>
                  <a:pt x="615" y="2608"/>
                </a:lnTo>
                <a:lnTo>
                  <a:pt x="613" y="2604"/>
                </a:lnTo>
                <a:lnTo>
                  <a:pt x="611" y="2601"/>
                </a:lnTo>
                <a:lnTo>
                  <a:pt x="610" y="2598"/>
                </a:lnTo>
                <a:lnTo>
                  <a:pt x="609" y="2593"/>
                </a:lnTo>
                <a:lnTo>
                  <a:pt x="609" y="2588"/>
                </a:lnTo>
                <a:lnTo>
                  <a:pt x="609" y="2584"/>
                </a:lnTo>
                <a:lnTo>
                  <a:pt x="609" y="2579"/>
                </a:lnTo>
                <a:moveTo>
                  <a:pt x="650" y="2609"/>
                </a:moveTo>
                <a:lnTo>
                  <a:pt x="670" y="2590"/>
                </a:lnTo>
                <a:lnTo>
                  <a:pt x="705" y="2557"/>
                </a:lnTo>
                <a:moveTo>
                  <a:pt x="375" y="3194"/>
                </a:moveTo>
                <a:lnTo>
                  <a:pt x="375" y="3200"/>
                </a:lnTo>
                <a:moveTo>
                  <a:pt x="377" y="3211"/>
                </a:moveTo>
                <a:lnTo>
                  <a:pt x="377" y="3208"/>
                </a:lnTo>
                <a:lnTo>
                  <a:pt x="376" y="3201"/>
                </a:lnTo>
                <a:lnTo>
                  <a:pt x="375" y="3200"/>
                </a:lnTo>
                <a:moveTo>
                  <a:pt x="2" y="2409"/>
                </a:moveTo>
                <a:lnTo>
                  <a:pt x="9" y="2404"/>
                </a:lnTo>
                <a:lnTo>
                  <a:pt x="13" y="2398"/>
                </a:lnTo>
                <a:lnTo>
                  <a:pt x="14" y="2394"/>
                </a:lnTo>
                <a:lnTo>
                  <a:pt x="14" y="2389"/>
                </a:lnTo>
                <a:lnTo>
                  <a:pt x="13" y="2382"/>
                </a:lnTo>
                <a:lnTo>
                  <a:pt x="10" y="2351"/>
                </a:lnTo>
                <a:moveTo>
                  <a:pt x="2" y="2409"/>
                </a:moveTo>
                <a:lnTo>
                  <a:pt x="9" y="2412"/>
                </a:lnTo>
                <a:lnTo>
                  <a:pt x="16" y="2416"/>
                </a:lnTo>
                <a:lnTo>
                  <a:pt x="20" y="2417"/>
                </a:lnTo>
                <a:lnTo>
                  <a:pt x="23" y="2419"/>
                </a:lnTo>
                <a:lnTo>
                  <a:pt x="28" y="2421"/>
                </a:lnTo>
                <a:lnTo>
                  <a:pt x="30" y="2421"/>
                </a:lnTo>
                <a:moveTo>
                  <a:pt x="85" y="2433"/>
                </a:moveTo>
                <a:lnTo>
                  <a:pt x="95" y="2434"/>
                </a:lnTo>
                <a:lnTo>
                  <a:pt x="104" y="2434"/>
                </a:lnTo>
                <a:lnTo>
                  <a:pt x="107" y="2433"/>
                </a:lnTo>
                <a:lnTo>
                  <a:pt x="111" y="2431"/>
                </a:lnTo>
                <a:lnTo>
                  <a:pt x="114" y="2429"/>
                </a:lnTo>
                <a:lnTo>
                  <a:pt x="117" y="2426"/>
                </a:lnTo>
                <a:moveTo>
                  <a:pt x="85" y="2433"/>
                </a:moveTo>
                <a:lnTo>
                  <a:pt x="90" y="2432"/>
                </a:lnTo>
                <a:lnTo>
                  <a:pt x="93" y="2429"/>
                </a:lnTo>
                <a:lnTo>
                  <a:pt x="97" y="2426"/>
                </a:lnTo>
                <a:lnTo>
                  <a:pt x="98" y="2422"/>
                </a:lnTo>
                <a:lnTo>
                  <a:pt x="99" y="2409"/>
                </a:lnTo>
                <a:moveTo>
                  <a:pt x="85" y="2433"/>
                </a:moveTo>
                <a:lnTo>
                  <a:pt x="37" y="2423"/>
                </a:lnTo>
                <a:lnTo>
                  <a:pt x="30" y="2421"/>
                </a:lnTo>
                <a:moveTo>
                  <a:pt x="117" y="2426"/>
                </a:moveTo>
                <a:lnTo>
                  <a:pt x="122" y="2425"/>
                </a:lnTo>
                <a:lnTo>
                  <a:pt x="125" y="2424"/>
                </a:lnTo>
                <a:lnTo>
                  <a:pt x="127" y="2424"/>
                </a:lnTo>
                <a:lnTo>
                  <a:pt x="130" y="2425"/>
                </a:lnTo>
                <a:lnTo>
                  <a:pt x="131" y="2426"/>
                </a:lnTo>
                <a:lnTo>
                  <a:pt x="134" y="2427"/>
                </a:lnTo>
                <a:lnTo>
                  <a:pt x="136" y="2429"/>
                </a:lnTo>
                <a:lnTo>
                  <a:pt x="138" y="2431"/>
                </a:lnTo>
                <a:lnTo>
                  <a:pt x="140" y="2434"/>
                </a:lnTo>
                <a:lnTo>
                  <a:pt x="141" y="2437"/>
                </a:lnTo>
                <a:lnTo>
                  <a:pt x="141" y="2442"/>
                </a:lnTo>
                <a:lnTo>
                  <a:pt x="141" y="2446"/>
                </a:lnTo>
                <a:lnTo>
                  <a:pt x="139" y="2451"/>
                </a:lnTo>
                <a:moveTo>
                  <a:pt x="117" y="2426"/>
                </a:moveTo>
                <a:lnTo>
                  <a:pt x="137" y="2410"/>
                </a:lnTo>
                <a:lnTo>
                  <a:pt x="182" y="2373"/>
                </a:lnTo>
                <a:moveTo>
                  <a:pt x="117" y="2426"/>
                </a:moveTo>
                <a:lnTo>
                  <a:pt x="110" y="2423"/>
                </a:lnTo>
                <a:lnTo>
                  <a:pt x="105" y="2419"/>
                </a:lnTo>
                <a:lnTo>
                  <a:pt x="99" y="2409"/>
                </a:lnTo>
                <a:moveTo>
                  <a:pt x="361" y="2281"/>
                </a:moveTo>
                <a:lnTo>
                  <a:pt x="414" y="2265"/>
                </a:lnTo>
                <a:moveTo>
                  <a:pt x="361" y="2281"/>
                </a:moveTo>
                <a:lnTo>
                  <a:pt x="316" y="2297"/>
                </a:lnTo>
                <a:moveTo>
                  <a:pt x="414" y="2265"/>
                </a:moveTo>
                <a:lnTo>
                  <a:pt x="452" y="2258"/>
                </a:lnTo>
                <a:lnTo>
                  <a:pt x="521" y="2246"/>
                </a:lnTo>
                <a:moveTo>
                  <a:pt x="669" y="2236"/>
                </a:moveTo>
                <a:lnTo>
                  <a:pt x="695" y="2240"/>
                </a:lnTo>
                <a:moveTo>
                  <a:pt x="669" y="2236"/>
                </a:moveTo>
                <a:lnTo>
                  <a:pt x="644" y="2234"/>
                </a:lnTo>
                <a:moveTo>
                  <a:pt x="752" y="2257"/>
                </a:moveTo>
                <a:lnTo>
                  <a:pt x="769" y="2259"/>
                </a:lnTo>
                <a:lnTo>
                  <a:pt x="811" y="2252"/>
                </a:lnTo>
                <a:lnTo>
                  <a:pt x="882" y="2239"/>
                </a:lnTo>
                <a:lnTo>
                  <a:pt x="888" y="2238"/>
                </a:lnTo>
                <a:lnTo>
                  <a:pt x="896" y="2236"/>
                </a:lnTo>
                <a:lnTo>
                  <a:pt x="907" y="2234"/>
                </a:lnTo>
                <a:lnTo>
                  <a:pt x="913" y="2234"/>
                </a:lnTo>
                <a:moveTo>
                  <a:pt x="803" y="2141"/>
                </a:moveTo>
                <a:lnTo>
                  <a:pt x="798" y="2152"/>
                </a:lnTo>
                <a:lnTo>
                  <a:pt x="752" y="2257"/>
                </a:lnTo>
                <a:moveTo>
                  <a:pt x="752" y="2257"/>
                </a:moveTo>
                <a:lnTo>
                  <a:pt x="728" y="2248"/>
                </a:lnTo>
                <a:lnTo>
                  <a:pt x="719" y="2245"/>
                </a:lnTo>
                <a:lnTo>
                  <a:pt x="711" y="2244"/>
                </a:lnTo>
                <a:lnTo>
                  <a:pt x="695" y="2240"/>
                </a:lnTo>
                <a:moveTo>
                  <a:pt x="752" y="2257"/>
                </a:moveTo>
                <a:lnTo>
                  <a:pt x="723" y="2322"/>
                </a:lnTo>
                <a:lnTo>
                  <a:pt x="682" y="2414"/>
                </a:lnTo>
                <a:lnTo>
                  <a:pt x="679" y="2422"/>
                </a:lnTo>
                <a:lnTo>
                  <a:pt x="675" y="2432"/>
                </a:lnTo>
                <a:lnTo>
                  <a:pt x="671" y="2440"/>
                </a:lnTo>
                <a:moveTo>
                  <a:pt x="1046" y="2209"/>
                </a:moveTo>
                <a:lnTo>
                  <a:pt x="1058" y="2207"/>
                </a:lnTo>
                <a:moveTo>
                  <a:pt x="1046" y="2209"/>
                </a:moveTo>
                <a:lnTo>
                  <a:pt x="1018" y="2214"/>
                </a:lnTo>
                <a:moveTo>
                  <a:pt x="1046" y="2209"/>
                </a:moveTo>
                <a:lnTo>
                  <a:pt x="1042" y="2215"/>
                </a:lnTo>
                <a:lnTo>
                  <a:pt x="1041" y="2218"/>
                </a:lnTo>
                <a:lnTo>
                  <a:pt x="1041" y="2221"/>
                </a:lnTo>
                <a:lnTo>
                  <a:pt x="1043" y="2224"/>
                </a:lnTo>
                <a:lnTo>
                  <a:pt x="1046" y="2227"/>
                </a:lnTo>
                <a:lnTo>
                  <a:pt x="1054" y="2229"/>
                </a:lnTo>
                <a:moveTo>
                  <a:pt x="1287" y="2147"/>
                </a:moveTo>
                <a:lnTo>
                  <a:pt x="1256" y="2157"/>
                </a:lnTo>
                <a:moveTo>
                  <a:pt x="1287" y="2147"/>
                </a:moveTo>
                <a:lnTo>
                  <a:pt x="1318" y="2134"/>
                </a:lnTo>
                <a:lnTo>
                  <a:pt x="1328" y="2130"/>
                </a:lnTo>
                <a:lnTo>
                  <a:pt x="1329" y="2130"/>
                </a:lnTo>
                <a:lnTo>
                  <a:pt x="1337" y="2126"/>
                </a:lnTo>
                <a:moveTo>
                  <a:pt x="1018" y="2214"/>
                </a:moveTo>
                <a:lnTo>
                  <a:pt x="979" y="2221"/>
                </a:lnTo>
                <a:moveTo>
                  <a:pt x="1044" y="1990"/>
                </a:moveTo>
                <a:lnTo>
                  <a:pt x="1051" y="2011"/>
                </a:lnTo>
                <a:lnTo>
                  <a:pt x="1087" y="2155"/>
                </a:lnTo>
                <a:moveTo>
                  <a:pt x="1033" y="1974"/>
                </a:moveTo>
                <a:lnTo>
                  <a:pt x="1042" y="1986"/>
                </a:lnTo>
                <a:lnTo>
                  <a:pt x="1044" y="1990"/>
                </a:lnTo>
                <a:moveTo>
                  <a:pt x="1012" y="1947"/>
                </a:moveTo>
                <a:lnTo>
                  <a:pt x="1033" y="1974"/>
                </a:lnTo>
                <a:moveTo>
                  <a:pt x="983" y="1894"/>
                </a:moveTo>
                <a:lnTo>
                  <a:pt x="989" y="1891"/>
                </a:lnTo>
                <a:moveTo>
                  <a:pt x="944" y="1914"/>
                </a:moveTo>
                <a:lnTo>
                  <a:pt x="974" y="1898"/>
                </a:lnTo>
                <a:lnTo>
                  <a:pt x="983" y="1894"/>
                </a:lnTo>
                <a:moveTo>
                  <a:pt x="983" y="1894"/>
                </a:moveTo>
                <a:lnTo>
                  <a:pt x="985" y="1897"/>
                </a:lnTo>
                <a:moveTo>
                  <a:pt x="1335" y="1725"/>
                </a:moveTo>
                <a:lnTo>
                  <a:pt x="1311" y="1737"/>
                </a:lnTo>
                <a:moveTo>
                  <a:pt x="1256" y="1764"/>
                </a:moveTo>
                <a:lnTo>
                  <a:pt x="1296" y="1744"/>
                </a:lnTo>
                <a:lnTo>
                  <a:pt x="1305" y="1740"/>
                </a:lnTo>
                <a:lnTo>
                  <a:pt x="1311" y="1737"/>
                </a:lnTo>
                <a:moveTo>
                  <a:pt x="1311" y="1737"/>
                </a:moveTo>
                <a:lnTo>
                  <a:pt x="1318" y="1777"/>
                </a:lnTo>
                <a:lnTo>
                  <a:pt x="1318" y="1782"/>
                </a:lnTo>
                <a:moveTo>
                  <a:pt x="1461" y="1664"/>
                </a:moveTo>
                <a:lnTo>
                  <a:pt x="1448" y="1671"/>
                </a:lnTo>
                <a:lnTo>
                  <a:pt x="1438" y="1675"/>
                </a:lnTo>
                <a:lnTo>
                  <a:pt x="1403" y="1692"/>
                </a:lnTo>
                <a:lnTo>
                  <a:pt x="1395" y="1696"/>
                </a:lnTo>
                <a:moveTo>
                  <a:pt x="1357" y="1715"/>
                </a:moveTo>
                <a:lnTo>
                  <a:pt x="1384" y="1701"/>
                </a:lnTo>
                <a:lnTo>
                  <a:pt x="1395" y="1696"/>
                </a:lnTo>
                <a:moveTo>
                  <a:pt x="1461" y="1664"/>
                </a:moveTo>
                <a:lnTo>
                  <a:pt x="1475" y="1656"/>
                </a:lnTo>
                <a:lnTo>
                  <a:pt x="1479" y="1655"/>
                </a:lnTo>
                <a:lnTo>
                  <a:pt x="1508" y="1643"/>
                </a:lnTo>
                <a:moveTo>
                  <a:pt x="1461" y="1664"/>
                </a:moveTo>
                <a:lnTo>
                  <a:pt x="1466" y="1664"/>
                </a:lnTo>
                <a:lnTo>
                  <a:pt x="1472" y="1663"/>
                </a:lnTo>
                <a:lnTo>
                  <a:pt x="1485" y="1658"/>
                </a:lnTo>
                <a:lnTo>
                  <a:pt x="1501" y="1651"/>
                </a:lnTo>
                <a:lnTo>
                  <a:pt x="1506" y="1650"/>
                </a:lnTo>
                <a:lnTo>
                  <a:pt x="1508" y="1651"/>
                </a:lnTo>
                <a:lnTo>
                  <a:pt x="1511" y="1651"/>
                </a:lnTo>
                <a:moveTo>
                  <a:pt x="1508" y="1643"/>
                </a:moveTo>
                <a:lnTo>
                  <a:pt x="1507" y="1641"/>
                </a:lnTo>
                <a:lnTo>
                  <a:pt x="1506" y="1638"/>
                </a:lnTo>
                <a:lnTo>
                  <a:pt x="1495" y="1599"/>
                </a:lnTo>
                <a:moveTo>
                  <a:pt x="1508" y="1643"/>
                </a:moveTo>
                <a:lnTo>
                  <a:pt x="1513" y="1641"/>
                </a:lnTo>
                <a:lnTo>
                  <a:pt x="1540" y="1634"/>
                </a:lnTo>
                <a:lnTo>
                  <a:pt x="1545" y="1633"/>
                </a:lnTo>
                <a:lnTo>
                  <a:pt x="1550" y="1631"/>
                </a:lnTo>
                <a:lnTo>
                  <a:pt x="1558" y="1629"/>
                </a:lnTo>
                <a:lnTo>
                  <a:pt x="1582" y="1626"/>
                </a:lnTo>
                <a:lnTo>
                  <a:pt x="1588" y="1624"/>
                </a:lnTo>
                <a:lnTo>
                  <a:pt x="1606" y="1622"/>
                </a:lnTo>
                <a:lnTo>
                  <a:pt x="1613" y="1621"/>
                </a:lnTo>
                <a:moveTo>
                  <a:pt x="1508" y="1643"/>
                </a:moveTo>
                <a:lnTo>
                  <a:pt x="1508" y="1644"/>
                </a:lnTo>
                <a:lnTo>
                  <a:pt x="1509" y="1646"/>
                </a:lnTo>
                <a:lnTo>
                  <a:pt x="1511" y="1651"/>
                </a:lnTo>
                <a:moveTo>
                  <a:pt x="2673" y="1680"/>
                </a:moveTo>
                <a:lnTo>
                  <a:pt x="2678" y="1681"/>
                </a:lnTo>
                <a:moveTo>
                  <a:pt x="2770" y="1709"/>
                </a:moveTo>
                <a:lnTo>
                  <a:pt x="2730" y="1698"/>
                </a:lnTo>
                <a:lnTo>
                  <a:pt x="2697" y="1687"/>
                </a:lnTo>
                <a:lnTo>
                  <a:pt x="2678" y="1681"/>
                </a:lnTo>
                <a:moveTo>
                  <a:pt x="2823" y="1731"/>
                </a:moveTo>
                <a:lnTo>
                  <a:pt x="2775" y="1714"/>
                </a:lnTo>
                <a:moveTo>
                  <a:pt x="2823" y="1731"/>
                </a:moveTo>
                <a:lnTo>
                  <a:pt x="2837" y="1740"/>
                </a:lnTo>
                <a:lnTo>
                  <a:pt x="2845" y="1745"/>
                </a:lnTo>
                <a:lnTo>
                  <a:pt x="2880" y="1774"/>
                </a:lnTo>
                <a:lnTo>
                  <a:pt x="3036" y="1943"/>
                </a:lnTo>
                <a:lnTo>
                  <a:pt x="3046" y="1954"/>
                </a:lnTo>
                <a:lnTo>
                  <a:pt x="3054" y="1960"/>
                </a:lnTo>
                <a:lnTo>
                  <a:pt x="3056" y="1962"/>
                </a:lnTo>
                <a:moveTo>
                  <a:pt x="4022" y="3140"/>
                </a:moveTo>
                <a:lnTo>
                  <a:pt x="4014" y="3132"/>
                </a:lnTo>
                <a:moveTo>
                  <a:pt x="4022" y="3140"/>
                </a:moveTo>
                <a:lnTo>
                  <a:pt x="4022" y="3133"/>
                </a:lnTo>
                <a:moveTo>
                  <a:pt x="4022" y="3140"/>
                </a:moveTo>
                <a:lnTo>
                  <a:pt x="4026" y="3146"/>
                </a:lnTo>
                <a:moveTo>
                  <a:pt x="4022" y="3140"/>
                </a:moveTo>
                <a:lnTo>
                  <a:pt x="4021" y="3153"/>
                </a:lnTo>
                <a:moveTo>
                  <a:pt x="909" y="2878"/>
                </a:moveTo>
                <a:lnTo>
                  <a:pt x="907" y="2849"/>
                </a:lnTo>
                <a:moveTo>
                  <a:pt x="907" y="2826"/>
                </a:moveTo>
                <a:lnTo>
                  <a:pt x="906" y="2829"/>
                </a:lnTo>
                <a:lnTo>
                  <a:pt x="907" y="2836"/>
                </a:lnTo>
                <a:lnTo>
                  <a:pt x="907" y="2849"/>
                </a:lnTo>
                <a:moveTo>
                  <a:pt x="907" y="2849"/>
                </a:moveTo>
                <a:lnTo>
                  <a:pt x="976" y="2845"/>
                </a:lnTo>
                <a:moveTo>
                  <a:pt x="927" y="3012"/>
                </a:moveTo>
                <a:lnTo>
                  <a:pt x="921" y="2962"/>
                </a:lnTo>
                <a:moveTo>
                  <a:pt x="919" y="2950"/>
                </a:moveTo>
                <a:lnTo>
                  <a:pt x="921" y="2962"/>
                </a:lnTo>
                <a:moveTo>
                  <a:pt x="932" y="3081"/>
                </a:moveTo>
                <a:lnTo>
                  <a:pt x="927" y="3012"/>
                </a:lnTo>
                <a:moveTo>
                  <a:pt x="921" y="3168"/>
                </a:moveTo>
                <a:lnTo>
                  <a:pt x="914" y="3209"/>
                </a:lnTo>
                <a:moveTo>
                  <a:pt x="911" y="3225"/>
                </a:moveTo>
                <a:lnTo>
                  <a:pt x="914" y="3209"/>
                </a:lnTo>
                <a:moveTo>
                  <a:pt x="872" y="1993"/>
                </a:moveTo>
                <a:lnTo>
                  <a:pt x="869" y="1992"/>
                </a:lnTo>
                <a:moveTo>
                  <a:pt x="872" y="1993"/>
                </a:moveTo>
                <a:lnTo>
                  <a:pt x="870" y="1997"/>
                </a:lnTo>
                <a:lnTo>
                  <a:pt x="869" y="1999"/>
                </a:lnTo>
                <a:lnTo>
                  <a:pt x="868" y="2001"/>
                </a:lnTo>
                <a:moveTo>
                  <a:pt x="872" y="1993"/>
                </a:moveTo>
                <a:lnTo>
                  <a:pt x="875" y="1988"/>
                </a:lnTo>
                <a:moveTo>
                  <a:pt x="3029" y="887"/>
                </a:moveTo>
                <a:lnTo>
                  <a:pt x="3029" y="888"/>
                </a:lnTo>
                <a:lnTo>
                  <a:pt x="3046" y="880"/>
                </a:lnTo>
                <a:lnTo>
                  <a:pt x="3056" y="876"/>
                </a:lnTo>
                <a:lnTo>
                  <a:pt x="3078" y="867"/>
                </a:lnTo>
                <a:lnTo>
                  <a:pt x="3090" y="863"/>
                </a:lnTo>
                <a:moveTo>
                  <a:pt x="3029" y="887"/>
                </a:moveTo>
                <a:lnTo>
                  <a:pt x="2984" y="906"/>
                </a:lnTo>
                <a:lnTo>
                  <a:pt x="2941" y="919"/>
                </a:lnTo>
                <a:lnTo>
                  <a:pt x="2901" y="932"/>
                </a:lnTo>
                <a:lnTo>
                  <a:pt x="2873" y="940"/>
                </a:lnTo>
                <a:lnTo>
                  <a:pt x="2833" y="953"/>
                </a:lnTo>
                <a:lnTo>
                  <a:pt x="2814" y="959"/>
                </a:lnTo>
                <a:lnTo>
                  <a:pt x="2779" y="972"/>
                </a:lnTo>
                <a:lnTo>
                  <a:pt x="2775" y="973"/>
                </a:lnTo>
                <a:moveTo>
                  <a:pt x="2814" y="968"/>
                </a:moveTo>
                <a:lnTo>
                  <a:pt x="2795" y="974"/>
                </a:lnTo>
                <a:lnTo>
                  <a:pt x="2769" y="984"/>
                </a:lnTo>
                <a:moveTo>
                  <a:pt x="2814" y="968"/>
                </a:moveTo>
                <a:lnTo>
                  <a:pt x="2817" y="967"/>
                </a:lnTo>
                <a:lnTo>
                  <a:pt x="2835" y="962"/>
                </a:lnTo>
                <a:lnTo>
                  <a:pt x="2864" y="953"/>
                </a:lnTo>
                <a:moveTo>
                  <a:pt x="2751" y="992"/>
                </a:moveTo>
                <a:lnTo>
                  <a:pt x="2746" y="997"/>
                </a:lnTo>
                <a:lnTo>
                  <a:pt x="2742" y="1002"/>
                </a:lnTo>
                <a:lnTo>
                  <a:pt x="2739" y="1008"/>
                </a:lnTo>
                <a:lnTo>
                  <a:pt x="2738" y="1016"/>
                </a:lnTo>
                <a:lnTo>
                  <a:pt x="2738" y="1032"/>
                </a:lnTo>
                <a:moveTo>
                  <a:pt x="2751" y="992"/>
                </a:moveTo>
                <a:lnTo>
                  <a:pt x="2750" y="992"/>
                </a:lnTo>
                <a:lnTo>
                  <a:pt x="2749" y="992"/>
                </a:lnTo>
                <a:lnTo>
                  <a:pt x="2748" y="991"/>
                </a:lnTo>
                <a:lnTo>
                  <a:pt x="2747" y="990"/>
                </a:lnTo>
                <a:lnTo>
                  <a:pt x="2747" y="989"/>
                </a:lnTo>
                <a:lnTo>
                  <a:pt x="2747" y="988"/>
                </a:lnTo>
                <a:lnTo>
                  <a:pt x="2747" y="987"/>
                </a:lnTo>
                <a:lnTo>
                  <a:pt x="2748" y="986"/>
                </a:lnTo>
                <a:lnTo>
                  <a:pt x="2748" y="985"/>
                </a:lnTo>
                <a:lnTo>
                  <a:pt x="2748" y="984"/>
                </a:lnTo>
                <a:lnTo>
                  <a:pt x="2749" y="984"/>
                </a:lnTo>
                <a:moveTo>
                  <a:pt x="2751" y="992"/>
                </a:moveTo>
                <a:lnTo>
                  <a:pt x="2769" y="984"/>
                </a:lnTo>
                <a:moveTo>
                  <a:pt x="3528" y="733"/>
                </a:moveTo>
                <a:lnTo>
                  <a:pt x="3521" y="734"/>
                </a:lnTo>
                <a:lnTo>
                  <a:pt x="3499" y="737"/>
                </a:lnTo>
                <a:lnTo>
                  <a:pt x="3485" y="739"/>
                </a:lnTo>
                <a:lnTo>
                  <a:pt x="3472" y="741"/>
                </a:lnTo>
                <a:lnTo>
                  <a:pt x="3449" y="747"/>
                </a:lnTo>
                <a:lnTo>
                  <a:pt x="3418" y="755"/>
                </a:lnTo>
                <a:lnTo>
                  <a:pt x="3405" y="759"/>
                </a:lnTo>
                <a:moveTo>
                  <a:pt x="3528" y="733"/>
                </a:moveTo>
                <a:lnTo>
                  <a:pt x="3552" y="732"/>
                </a:lnTo>
                <a:moveTo>
                  <a:pt x="3622" y="729"/>
                </a:moveTo>
                <a:lnTo>
                  <a:pt x="3597" y="730"/>
                </a:lnTo>
                <a:moveTo>
                  <a:pt x="3622" y="729"/>
                </a:moveTo>
                <a:lnTo>
                  <a:pt x="3627" y="728"/>
                </a:lnTo>
                <a:lnTo>
                  <a:pt x="3633" y="727"/>
                </a:lnTo>
                <a:moveTo>
                  <a:pt x="4563" y="638"/>
                </a:moveTo>
                <a:lnTo>
                  <a:pt x="4529" y="641"/>
                </a:lnTo>
                <a:moveTo>
                  <a:pt x="4563" y="638"/>
                </a:moveTo>
                <a:lnTo>
                  <a:pt x="4632" y="633"/>
                </a:lnTo>
                <a:lnTo>
                  <a:pt x="4647" y="632"/>
                </a:lnTo>
                <a:lnTo>
                  <a:pt x="4721" y="626"/>
                </a:lnTo>
                <a:lnTo>
                  <a:pt x="4763" y="621"/>
                </a:lnTo>
                <a:moveTo>
                  <a:pt x="5639" y="325"/>
                </a:moveTo>
                <a:lnTo>
                  <a:pt x="5636" y="318"/>
                </a:lnTo>
                <a:moveTo>
                  <a:pt x="5639" y="325"/>
                </a:moveTo>
                <a:lnTo>
                  <a:pt x="5627" y="330"/>
                </a:lnTo>
                <a:lnTo>
                  <a:pt x="5622" y="331"/>
                </a:lnTo>
                <a:lnTo>
                  <a:pt x="5584" y="345"/>
                </a:lnTo>
                <a:moveTo>
                  <a:pt x="5639" y="325"/>
                </a:moveTo>
                <a:lnTo>
                  <a:pt x="5646" y="322"/>
                </a:lnTo>
                <a:moveTo>
                  <a:pt x="5639" y="325"/>
                </a:moveTo>
                <a:lnTo>
                  <a:pt x="5642" y="333"/>
                </a:lnTo>
                <a:lnTo>
                  <a:pt x="5643" y="335"/>
                </a:lnTo>
                <a:lnTo>
                  <a:pt x="5644" y="341"/>
                </a:lnTo>
                <a:lnTo>
                  <a:pt x="5643" y="347"/>
                </a:lnTo>
                <a:lnTo>
                  <a:pt x="5637" y="377"/>
                </a:lnTo>
                <a:lnTo>
                  <a:pt x="5622" y="444"/>
                </a:lnTo>
                <a:moveTo>
                  <a:pt x="2267" y="1160"/>
                </a:moveTo>
                <a:lnTo>
                  <a:pt x="2286" y="1150"/>
                </a:lnTo>
                <a:lnTo>
                  <a:pt x="2302" y="1140"/>
                </a:lnTo>
                <a:moveTo>
                  <a:pt x="2267" y="1160"/>
                </a:moveTo>
                <a:lnTo>
                  <a:pt x="2262" y="1163"/>
                </a:lnTo>
                <a:lnTo>
                  <a:pt x="2258" y="1165"/>
                </a:lnTo>
                <a:lnTo>
                  <a:pt x="2236" y="1179"/>
                </a:lnTo>
                <a:lnTo>
                  <a:pt x="2198" y="1201"/>
                </a:lnTo>
                <a:moveTo>
                  <a:pt x="2336" y="1312"/>
                </a:moveTo>
                <a:lnTo>
                  <a:pt x="2327" y="1317"/>
                </a:lnTo>
                <a:moveTo>
                  <a:pt x="2336" y="1312"/>
                </a:moveTo>
                <a:lnTo>
                  <a:pt x="2358" y="1298"/>
                </a:lnTo>
                <a:moveTo>
                  <a:pt x="1794" y="1369"/>
                </a:moveTo>
                <a:lnTo>
                  <a:pt x="1866" y="1372"/>
                </a:lnTo>
                <a:moveTo>
                  <a:pt x="1794" y="1369"/>
                </a:moveTo>
                <a:lnTo>
                  <a:pt x="1785" y="1369"/>
                </a:lnTo>
                <a:lnTo>
                  <a:pt x="1750" y="1378"/>
                </a:lnTo>
                <a:moveTo>
                  <a:pt x="1878" y="1373"/>
                </a:moveTo>
                <a:lnTo>
                  <a:pt x="1888" y="1372"/>
                </a:lnTo>
                <a:lnTo>
                  <a:pt x="1903" y="1368"/>
                </a:lnTo>
                <a:lnTo>
                  <a:pt x="1944" y="1345"/>
                </a:lnTo>
                <a:moveTo>
                  <a:pt x="1878" y="1373"/>
                </a:moveTo>
                <a:lnTo>
                  <a:pt x="1866" y="1372"/>
                </a:lnTo>
                <a:moveTo>
                  <a:pt x="1944" y="1345"/>
                </a:moveTo>
                <a:lnTo>
                  <a:pt x="1999" y="1311"/>
                </a:lnTo>
                <a:moveTo>
                  <a:pt x="1999" y="1311"/>
                </a:moveTo>
                <a:lnTo>
                  <a:pt x="2023" y="1378"/>
                </a:lnTo>
                <a:moveTo>
                  <a:pt x="1997" y="1306"/>
                </a:moveTo>
                <a:lnTo>
                  <a:pt x="1999" y="1311"/>
                </a:lnTo>
                <a:moveTo>
                  <a:pt x="1999" y="1311"/>
                </a:moveTo>
                <a:lnTo>
                  <a:pt x="2007" y="1301"/>
                </a:lnTo>
                <a:moveTo>
                  <a:pt x="1364" y="2780"/>
                </a:moveTo>
                <a:lnTo>
                  <a:pt x="1311" y="2776"/>
                </a:lnTo>
                <a:moveTo>
                  <a:pt x="1237" y="2758"/>
                </a:moveTo>
                <a:lnTo>
                  <a:pt x="1311" y="2764"/>
                </a:lnTo>
                <a:moveTo>
                  <a:pt x="2409" y="2126"/>
                </a:moveTo>
                <a:lnTo>
                  <a:pt x="2404" y="2127"/>
                </a:lnTo>
                <a:lnTo>
                  <a:pt x="2394" y="2132"/>
                </a:lnTo>
                <a:lnTo>
                  <a:pt x="2367" y="2144"/>
                </a:lnTo>
                <a:lnTo>
                  <a:pt x="2357" y="2147"/>
                </a:lnTo>
                <a:lnTo>
                  <a:pt x="2330" y="2154"/>
                </a:lnTo>
                <a:lnTo>
                  <a:pt x="2312" y="2159"/>
                </a:lnTo>
                <a:lnTo>
                  <a:pt x="2305" y="2161"/>
                </a:lnTo>
                <a:lnTo>
                  <a:pt x="2290" y="2168"/>
                </a:lnTo>
                <a:moveTo>
                  <a:pt x="2409" y="2126"/>
                </a:moveTo>
                <a:lnTo>
                  <a:pt x="2414" y="2155"/>
                </a:lnTo>
                <a:lnTo>
                  <a:pt x="2418" y="2195"/>
                </a:lnTo>
                <a:lnTo>
                  <a:pt x="2419" y="2217"/>
                </a:lnTo>
                <a:lnTo>
                  <a:pt x="2419" y="2227"/>
                </a:lnTo>
                <a:lnTo>
                  <a:pt x="2419" y="2235"/>
                </a:lnTo>
                <a:lnTo>
                  <a:pt x="2418" y="2253"/>
                </a:lnTo>
                <a:moveTo>
                  <a:pt x="2409" y="2126"/>
                </a:moveTo>
                <a:lnTo>
                  <a:pt x="2404" y="2096"/>
                </a:lnTo>
                <a:lnTo>
                  <a:pt x="2401" y="2080"/>
                </a:lnTo>
                <a:moveTo>
                  <a:pt x="2141" y="2211"/>
                </a:moveTo>
                <a:lnTo>
                  <a:pt x="2141" y="2190"/>
                </a:lnTo>
                <a:moveTo>
                  <a:pt x="2141" y="2211"/>
                </a:moveTo>
                <a:lnTo>
                  <a:pt x="2142" y="2229"/>
                </a:lnTo>
                <a:moveTo>
                  <a:pt x="2141" y="2211"/>
                </a:moveTo>
                <a:lnTo>
                  <a:pt x="2145" y="2210"/>
                </a:lnTo>
                <a:moveTo>
                  <a:pt x="1533" y="1716"/>
                </a:moveTo>
                <a:lnTo>
                  <a:pt x="1527" y="1708"/>
                </a:lnTo>
                <a:lnTo>
                  <a:pt x="1526" y="1704"/>
                </a:lnTo>
                <a:lnTo>
                  <a:pt x="1525" y="1700"/>
                </a:lnTo>
                <a:lnTo>
                  <a:pt x="1517" y="1671"/>
                </a:lnTo>
                <a:lnTo>
                  <a:pt x="1514" y="1660"/>
                </a:lnTo>
                <a:lnTo>
                  <a:pt x="1511" y="1651"/>
                </a:lnTo>
                <a:moveTo>
                  <a:pt x="1533" y="1716"/>
                </a:moveTo>
                <a:lnTo>
                  <a:pt x="1539" y="1718"/>
                </a:lnTo>
                <a:moveTo>
                  <a:pt x="1503" y="1522"/>
                </a:moveTo>
                <a:lnTo>
                  <a:pt x="1535" y="1515"/>
                </a:lnTo>
                <a:lnTo>
                  <a:pt x="1545" y="1514"/>
                </a:lnTo>
                <a:lnTo>
                  <a:pt x="1554" y="1514"/>
                </a:lnTo>
                <a:lnTo>
                  <a:pt x="1564" y="1517"/>
                </a:lnTo>
                <a:lnTo>
                  <a:pt x="1567" y="1518"/>
                </a:lnTo>
                <a:lnTo>
                  <a:pt x="1579" y="1522"/>
                </a:lnTo>
                <a:lnTo>
                  <a:pt x="1606" y="1531"/>
                </a:lnTo>
                <a:lnTo>
                  <a:pt x="1672" y="1560"/>
                </a:lnTo>
                <a:lnTo>
                  <a:pt x="1674" y="1562"/>
                </a:lnTo>
                <a:lnTo>
                  <a:pt x="1674" y="1567"/>
                </a:lnTo>
                <a:moveTo>
                  <a:pt x="1499" y="1505"/>
                </a:moveTo>
                <a:lnTo>
                  <a:pt x="1499" y="1510"/>
                </a:lnTo>
                <a:lnTo>
                  <a:pt x="1501" y="1513"/>
                </a:lnTo>
                <a:lnTo>
                  <a:pt x="1503" y="1522"/>
                </a:lnTo>
                <a:moveTo>
                  <a:pt x="1503" y="1522"/>
                </a:moveTo>
                <a:lnTo>
                  <a:pt x="1499" y="1525"/>
                </a:lnTo>
                <a:lnTo>
                  <a:pt x="1494" y="1528"/>
                </a:lnTo>
                <a:lnTo>
                  <a:pt x="1486" y="1534"/>
                </a:lnTo>
                <a:lnTo>
                  <a:pt x="1482" y="1537"/>
                </a:lnTo>
                <a:moveTo>
                  <a:pt x="139" y="2451"/>
                </a:moveTo>
                <a:lnTo>
                  <a:pt x="137" y="2453"/>
                </a:lnTo>
                <a:lnTo>
                  <a:pt x="134" y="2456"/>
                </a:lnTo>
                <a:lnTo>
                  <a:pt x="131" y="2457"/>
                </a:lnTo>
                <a:lnTo>
                  <a:pt x="126" y="2457"/>
                </a:lnTo>
                <a:lnTo>
                  <a:pt x="120" y="2457"/>
                </a:lnTo>
                <a:lnTo>
                  <a:pt x="96" y="2447"/>
                </a:lnTo>
                <a:lnTo>
                  <a:pt x="94" y="2447"/>
                </a:lnTo>
                <a:lnTo>
                  <a:pt x="93" y="2447"/>
                </a:lnTo>
                <a:lnTo>
                  <a:pt x="87" y="2449"/>
                </a:lnTo>
                <a:moveTo>
                  <a:pt x="139" y="2451"/>
                </a:moveTo>
                <a:lnTo>
                  <a:pt x="141" y="2455"/>
                </a:lnTo>
                <a:lnTo>
                  <a:pt x="142" y="2459"/>
                </a:lnTo>
                <a:lnTo>
                  <a:pt x="144" y="2462"/>
                </a:lnTo>
                <a:lnTo>
                  <a:pt x="146" y="2464"/>
                </a:lnTo>
                <a:lnTo>
                  <a:pt x="148" y="2466"/>
                </a:lnTo>
                <a:lnTo>
                  <a:pt x="150" y="2468"/>
                </a:lnTo>
                <a:lnTo>
                  <a:pt x="155" y="2471"/>
                </a:lnTo>
                <a:lnTo>
                  <a:pt x="249" y="2515"/>
                </a:lnTo>
                <a:moveTo>
                  <a:pt x="932" y="2707"/>
                </a:moveTo>
                <a:lnTo>
                  <a:pt x="933" y="2701"/>
                </a:lnTo>
                <a:moveTo>
                  <a:pt x="933" y="2701"/>
                </a:moveTo>
                <a:lnTo>
                  <a:pt x="940" y="2703"/>
                </a:lnTo>
                <a:lnTo>
                  <a:pt x="971" y="2714"/>
                </a:lnTo>
                <a:lnTo>
                  <a:pt x="979" y="2716"/>
                </a:lnTo>
                <a:moveTo>
                  <a:pt x="926" y="2742"/>
                </a:moveTo>
                <a:lnTo>
                  <a:pt x="930" y="2713"/>
                </a:lnTo>
                <a:moveTo>
                  <a:pt x="932" y="2707"/>
                </a:moveTo>
                <a:lnTo>
                  <a:pt x="930" y="2713"/>
                </a:lnTo>
                <a:moveTo>
                  <a:pt x="45" y="2841"/>
                </a:moveTo>
                <a:lnTo>
                  <a:pt x="45" y="2809"/>
                </a:lnTo>
                <a:moveTo>
                  <a:pt x="61" y="2841"/>
                </a:moveTo>
                <a:lnTo>
                  <a:pt x="60" y="2841"/>
                </a:lnTo>
                <a:lnTo>
                  <a:pt x="59" y="2841"/>
                </a:lnTo>
                <a:lnTo>
                  <a:pt x="47" y="2841"/>
                </a:lnTo>
                <a:lnTo>
                  <a:pt x="45" y="2841"/>
                </a:lnTo>
                <a:moveTo>
                  <a:pt x="137" y="3137"/>
                </a:moveTo>
                <a:lnTo>
                  <a:pt x="137" y="3130"/>
                </a:lnTo>
                <a:lnTo>
                  <a:pt x="137" y="3077"/>
                </a:lnTo>
                <a:lnTo>
                  <a:pt x="138" y="3033"/>
                </a:lnTo>
                <a:lnTo>
                  <a:pt x="138" y="3013"/>
                </a:lnTo>
                <a:lnTo>
                  <a:pt x="137" y="3000"/>
                </a:lnTo>
                <a:lnTo>
                  <a:pt x="135" y="2972"/>
                </a:lnTo>
                <a:moveTo>
                  <a:pt x="63" y="3133"/>
                </a:moveTo>
                <a:lnTo>
                  <a:pt x="79" y="3133"/>
                </a:lnTo>
                <a:lnTo>
                  <a:pt x="98" y="3134"/>
                </a:lnTo>
                <a:lnTo>
                  <a:pt x="130" y="3137"/>
                </a:lnTo>
                <a:lnTo>
                  <a:pt x="137" y="3137"/>
                </a:lnTo>
                <a:moveTo>
                  <a:pt x="137" y="3137"/>
                </a:moveTo>
                <a:lnTo>
                  <a:pt x="143" y="3136"/>
                </a:lnTo>
                <a:lnTo>
                  <a:pt x="150" y="3134"/>
                </a:lnTo>
                <a:lnTo>
                  <a:pt x="157" y="3133"/>
                </a:lnTo>
                <a:lnTo>
                  <a:pt x="162" y="3130"/>
                </a:lnTo>
                <a:moveTo>
                  <a:pt x="137" y="3137"/>
                </a:moveTo>
                <a:lnTo>
                  <a:pt x="136" y="3157"/>
                </a:lnTo>
                <a:lnTo>
                  <a:pt x="135" y="3185"/>
                </a:lnTo>
                <a:lnTo>
                  <a:pt x="134" y="3189"/>
                </a:lnTo>
                <a:lnTo>
                  <a:pt x="135" y="3192"/>
                </a:lnTo>
                <a:moveTo>
                  <a:pt x="192" y="3088"/>
                </a:moveTo>
                <a:lnTo>
                  <a:pt x="181" y="3108"/>
                </a:lnTo>
                <a:moveTo>
                  <a:pt x="192" y="3088"/>
                </a:moveTo>
                <a:lnTo>
                  <a:pt x="198" y="3076"/>
                </a:lnTo>
                <a:lnTo>
                  <a:pt x="206" y="3059"/>
                </a:lnTo>
                <a:moveTo>
                  <a:pt x="241" y="2979"/>
                </a:moveTo>
                <a:lnTo>
                  <a:pt x="235" y="2994"/>
                </a:lnTo>
                <a:moveTo>
                  <a:pt x="241" y="2979"/>
                </a:moveTo>
                <a:lnTo>
                  <a:pt x="247" y="2961"/>
                </a:lnTo>
                <a:lnTo>
                  <a:pt x="250" y="2949"/>
                </a:lnTo>
                <a:lnTo>
                  <a:pt x="252" y="2942"/>
                </a:lnTo>
                <a:moveTo>
                  <a:pt x="264" y="2900"/>
                </a:moveTo>
                <a:lnTo>
                  <a:pt x="254" y="2934"/>
                </a:lnTo>
                <a:moveTo>
                  <a:pt x="264" y="2900"/>
                </a:moveTo>
                <a:lnTo>
                  <a:pt x="273" y="2870"/>
                </a:lnTo>
                <a:moveTo>
                  <a:pt x="313" y="2782"/>
                </a:moveTo>
                <a:lnTo>
                  <a:pt x="305" y="2801"/>
                </a:lnTo>
                <a:moveTo>
                  <a:pt x="313" y="2782"/>
                </a:moveTo>
                <a:lnTo>
                  <a:pt x="327" y="2753"/>
                </a:lnTo>
                <a:moveTo>
                  <a:pt x="397" y="2593"/>
                </a:moveTo>
                <a:lnTo>
                  <a:pt x="391" y="2609"/>
                </a:lnTo>
                <a:moveTo>
                  <a:pt x="397" y="2593"/>
                </a:moveTo>
                <a:lnTo>
                  <a:pt x="349" y="2571"/>
                </a:lnTo>
                <a:lnTo>
                  <a:pt x="286" y="2542"/>
                </a:lnTo>
                <a:lnTo>
                  <a:pt x="281" y="2540"/>
                </a:lnTo>
                <a:lnTo>
                  <a:pt x="278" y="2537"/>
                </a:lnTo>
                <a:lnTo>
                  <a:pt x="271" y="2535"/>
                </a:lnTo>
                <a:lnTo>
                  <a:pt x="245" y="2523"/>
                </a:lnTo>
                <a:lnTo>
                  <a:pt x="236" y="2518"/>
                </a:lnTo>
                <a:moveTo>
                  <a:pt x="397" y="2593"/>
                </a:moveTo>
                <a:lnTo>
                  <a:pt x="446" y="2615"/>
                </a:lnTo>
                <a:lnTo>
                  <a:pt x="453" y="2618"/>
                </a:lnTo>
                <a:lnTo>
                  <a:pt x="516" y="2648"/>
                </a:lnTo>
                <a:lnTo>
                  <a:pt x="531" y="2654"/>
                </a:lnTo>
                <a:moveTo>
                  <a:pt x="94" y="2452"/>
                </a:moveTo>
                <a:lnTo>
                  <a:pt x="87" y="2449"/>
                </a:lnTo>
                <a:moveTo>
                  <a:pt x="94" y="2452"/>
                </a:moveTo>
                <a:lnTo>
                  <a:pt x="126" y="2467"/>
                </a:lnTo>
                <a:lnTo>
                  <a:pt x="236" y="2518"/>
                </a:lnTo>
                <a:moveTo>
                  <a:pt x="94" y="2452"/>
                </a:moveTo>
                <a:lnTo>
                  <a:pt x="95" y="2455"/>
                </a:lnTo>
                <a:lnTo>
                  <a:pt x="96" y="2463"/>
                </a:lnTo>
                <a:lnTo>
                  <a:pt x="96" y="2468"/>
                </a:lnTo>
                <a:lnTo>
                  <a:pt x="100" y="2529"/>
                </a:lnTo>
                <a:moveTo>
                  <a:pt x="375" y="3194"/>
                </a:moveTo>
                <a:lnTo>
                  <a:pt x="374" y="3187"/>
                </a:lnTo>
                <a:lnTo>
                  <a:pt x="371" y="3174"/>
                </a:lnTo>
                <a:lnTo>
                  <a:pt x="370" y="3167"/>
                </a:lnTo>
                <a:moveTo>
                  <a:pt x="401" y="3105"/>
                </a:moveTo>
                <a:lnTo>
                  <a:pt x="398" y="3109"/>
                </a:lnTo>
                <a:lnTo>
                  <a:pt x="396" y="3113"/>
                </a:lnTo>
                <a:lnTo>
                  <a:pt x="391" y="3121"/>
                </a:lnTo>
                <a:lnTo>
                  <a:pt x="390" y="3123"/>
                </a:lnTo>
                <a:lnTo>
                  <a:pt x="387" y="3129"/>
                </a:lnTo>
                <a:lnTo>
                  <a:pt x="381" y="3140"/>
                </a:lnTo>
                <a:lnTo>
                  <a:pt x="374" y="3152"/>
                </a:lnTo>
                <a:lnTo>
                  <a:pt x="371" y="3160"/>
                </a:lnTo>
                <a:lnTo>
                  <a:pt x="371" y="3162"/>
                </a:lnTo>
                <a:lnTo>
                  <a:pt x="370" y="3164"/>
                </a:lnTo>
                <a:lnTo>
                  <a:pt x="370" y="3167"/>
                </a:lnTo>
                <a:moveTo>
                  <a:pt x="1867" y="2189"/>
                </a:moveTo>
                <a:lnTo>
                  <a:pt x="1857" y="2197"/>
                </a:lnTo>
                <a:lnTo>
                  <a:pt x="1850" y="2203"/>
                </a:lnTo>
                <a:lnTo>
                  <a:pt x="1844" y="2207"/>
                </a:lnTo>
                <a:lnTo>
                  <a:pt x="1838" y="2209"/>
                </a:lnTo>
                <a:lnTo>
                  <a:pt x="1824" y="2213"/>
                </a:lnTo>
                <a:moveTo>
                  <a:pt x="1759" y="2243"/>
                </a:moveTo>
                <a:lnTo>
                  <a:pt x="1785" y="2231"/>
                </a:lnTo>
                <a:moveTo>
                  <a:pt x="1792" y="2227"/>
                </a:moveTo>
                <a:lnTo>
                  <a:pt x="1785" y="2231"/>
                </a:lnTo>
                <a:moveTo>
                  <a:pt x="1581" y="2785"/>
                </a:moveTo>
                <a:lnTo>
                  <a:pt x="1670" y="2779"/>
                </a:lnTo>
                <a:moveTo>
                  <a:pt x="1831" y="2940"/>
                </a:moveTo>
                <a:lnTo>
                  <a:pt x="1853" y="2911"/>
                </a:lnTo>
                <a:moveTo>
                  <a:pt x="2016" y="3009"/>
                </a:moveTo>
                <a:lnTo>
                  <a:pt x="2017" y="3051"/>
                </a:lnTo>
                <a:lnTo>
                  <a:pt x="2016" y="3076"/>
                </a:lnTo>
                <a:lnTo>
                  <a:pt x="2016" y="3088"/>
                </a:lnTo>
                <a:moveTo>
                  <a:pt x="2015" y="2986"/>
                </a:moveTo>
                <a:lnTo>
                  <a:pt x="2016" y="3009"/>
                </a:lnTo>
                <a:moveTo>
                  <a:pt x="1552" y="2403"/>
                </a:moveTo>
                <a:lnTo>
                  <a:pt x="1551" y="2407"/>
                </a:lnTo>
                <a:lnTo>
                  <a:pt x="1549" y="2409"/>
                </a:lnTo>
                <a:lnTo>
                  <a:pt x="1547" y="2411"/>
                </a:lnTo>
                <a:lnTo>
                  <a:pt x="1545" y="2411"/>
                </a:lnTo>
                <a:lnTo>
                  <a:pt x="1530" y="2414"/>
                </a:lnTo>
                <a:moveTo>
                  <a:pt x="1552" y="2403"/>
                </a:moveTo>
                <a:lnTo>
                  <a:pt x="1559" y="2337"/>
                </a:lnTo>
                <a:lnTo>
                  <a:pt x="1559" y="2336"/>
                </a:lnTo>
                <a:lnTo>
                  <a:pt x="1560" y="2335"/>
                </a:lnTo>
                <a:lnTo>
                  <a:pt x="1561" y="2333"/>
                </a:lnTo>
                <a:lnTo>
                  <a:pt x="1563" y="2332"/>
                </a:lnTo>
                <a:lnTo>
                  <a:pt x="1564" y="2332"/>
                </a:lnTo>
                <a:moveTo>
                  <a:pt x="1564" y="2332"/>
                </a:moveTo>
                <a:lnTo>
                  <a:pt x="1577" y="2332"/>
                </a:lnTo>
                <a:lnTo>
                  <a:pt x="1590" y="2333"/>
                </a:lnTo>
                <a:moveTo>
                  <a:pt x="1589" y="2288"/>
                </a:moveTo>
                <a:lnTo>
                  <a:pt x="1585" y="2277"/>
                </a:lnTo>
                <a:lnTo>
                  <a:pt x="1578" y="2253"/>
                </a:lnTo>
                <a:lnTo>
                  <a:pt x="1571" y="2222"/>
                </a:lnTo>
                <a:lnTo>
                  <a:pt x="1569" y="2216"/>
                </a:lnTo>
                <a:lnTo>
                  <a:pt x="1566" y="2204"/>
                </a:lnTo>
                <a:moveTo>
                  <a:pt x="670" y="881"/>
                </a:moveTo>
                <a:lnTo>
                  <a:pt x="668" y="858"/>
                </a:lnTo>
                <a:moveTo>
                  <a:pt x="639" y="819"/>
                </a:moveTo>
                <a:lnTo>
                  <a:pt x="644" y="859"/>
                </a:lnTo>
                <a:moveTo>
                  <a:pt x="657" y="967"/>
                </a:moveTo>
                <a:lnTo>
                  <a:pt x="645" y="878"/>
                </a:lnTo>
                <a:lnTo>
                  <a:pt x="644" y="859"/>
                </a:lnTo>
                <a:moveTo>
                  <a:pt x="839" y="1969"/>
                </a:moveTo>
                <a:lnTo>
                  <a:pt x="843" y="1968"/>
                </a:lnTo>
                <a:moveTo>
                  <a:pt x="839" y="1969"/>
                </a:moveTo>
                <a:lnTo>
                  <a:pt x="827" y="1962"/>
                </a:lnTo>
                <a:lnTo>
                  <a:pt x="825" y="1960"/>
                </a:lnTo>
                <a:lnTo>
                  <a:pt x="819" y="1952"/>
                </a:lnTo>
                <a:lnTo>
                  <a:pt x="817" y="1950"/>
                </a:lnTo>
                <a:lnTo>
                  <a:pt x="816" y="1947"/>
                </a:lnTo>
                <a:lnTo>
                  <a:pt x="813" y="1935"/>
                </a:lnTo>
                <a:moveTo>
                  <a:pt x="839" y="1969"/>
                </a:moveTo>
                <a:lnTo>
                  <a:pt x="858" y="1984"/>
                </a:lnTo>
                <a:lnTo>
                  <a:pt x="869" y="1992"/>
                </a:lnTo>
                <a:moveTo>
                  <a:pt x="813" y="1935"/>
                </a:moveTo>
                <a:lnTo>
                  <a:pt x="812" y="1933"/>
                </a:lnTo>
                <a:lnTo>
                  <a:pt x="810" y="1922"/>
                </a:lnTo>
                <a:moveTo>
                  <a:pt x="810" y="1859"/>
                </a:moveTo>
                <a:lnTo>
                  <a:pt x="811" y="1834"/>
                </a:lnTo>
                <a:moveTo>
                  <a:pt x="803" y="1735"/>
                </a:moveTo>
                <a:lnTo>
                  <a:pt x="806" y="1757"/>
                </a:lnTo>
                <a:lnTo>
                  <a:pt x="809" y="1796"/>
                </a:lnTo>
                <a:lnTo>
                  <a:pt x="811" y="1834"/>
                </a:lnTo>
                <a:moveTo>
                  <a:pt x="779" y="1573"/>
                </a:moveTo>
                <a:lnTo>
                  <a:pt x="783" y="1599"/>
                </a:lnTo>
                <a:moveTo>
                  <a:pt x="784" y="1604"/>
                </a:moveTo>
                <a:lnTo>
                  <a:pt x="783" y="1599"/>
                </a:lnTo>
                <a:moveTo>
                  <a:pt x="750" y="1468"/>
                </a:moveTo>
                <a:lnTo>
                  <a:pt x="752" y="1471"/>
                </a:lnTo>
                <a:moveTo>
                  <a:pt x="779" y="1573"/>
                </a:moveTo>
                <a:lnTo>
                  <a:pt x="772" y="1535"/>
                </a:lnTo>
                <a:lnTo>
                  <a:pt x="752" y="1471"/>
                </a:lnTo>
                <a:moveTo>
                  <a:pt x="725" y="1343"/>
                </a:moveTo>
                <a:lnTo>
                  <a:pt x="726" y="1357"/>
                </a:lnTo>
                <a:moveTo>
                  <a:pt x="730" y="1379"/>
                </a:moveTo>
                <a:lnTo>
                  <a:pt x="726" y="1357"/>
                </a:lnTo>
                <a:moveTo>
                  <a:pt x="703" y="1360"/>
                </a:moveTo>
                <a:lnTo>
                  <a:pt x="707" y="1360"/>
                </a:lnTo>
                <a:lnTo>
                  <a:pt x="713" y="1360"/>
                </a:lnTo>
                <a:lnTo>
                  <a:pt x="726" y="1357"/>
                </a:lnTo>
                <a:moveTo>
                  <a:pt x="701" y="1156"/>
                </a:moveTo>
                <a:lnTo>
                  <a:pt x="704" y="1178"/>
                </a:lnTo>
                <a:moveTo>
                  <a:pt x="704" y="1183"/>
                </a:moveTo>
                <a:lnTo>
                  <a:pt x="704" y="1178"/>
                </a:lnTo>
                <a:moveTo>
                  <a:pt x="695" y="1100"/>
                </a:moveTo>
                <a:lnTo>
                  <a:pt x="698" y="1137"/>
                </a:lnTo>
                <a:moveTo>
                  <a:pt x="701" y="1156"/>
                </a:moveTo>
                <a:lnTo>
                  <a:pt x="698" y="1137"/>
                </a:lnTo>
                <a:moveTo>
                  <a:pt x="927" y="1404"/>
                </a:moveTo>
                <a:lnTo>
                  <a:pt x="932" y="1405"/>
                </a:lnTo>
                <a:moveTo>
                  <a:pt x="950" y="1412"/>
                </a:moveTo>
                <a:lnTo>
                  <a:pt x="946" y="1409"/>
                </a:lnTo>
                <a:lnTo>
                  <a:pt x="940" y="1407"/>
                </a:lnTo>
                <a:lnTo>
                  <a:pt x="932" y="1405"/>
                </a:lnTo>
                <a:moveTo>
                  <a:pt x="960" y="1424"/>
                </a:moveTo>
                <a:lnTo>
                  <a:pt x="950" y="1412"/>
                </a:lnTo>
                <a:moveTo>
                  <a:pt x="1024" y="1501"/>
                </a:moveTo>
                <a:lnTo>
                  <a:pt x="1015" y="1490"/>
                </a:lnTo>
                <a:moveTo>
                  <a:pt x="1032" y="1442"/>
                </a:moveTo>
                <a:lnTo>
                  <a:pt x="1025" y="1464"/>
                </a:lnTo>
                <a:lnTo>
                  <a:pt x="1015" y="1490"/>
                </a:lnTo>
                <a:moveTo>
                  <a:pt x="960" y="1424"/>
                </a:moveTo>
                <a:lnTo>
                  <a:pt x="982" y="1453"/>
                </a:lnTo>
                <a:lnTo>
                  <a:pt x="995" y="1468"/>
                </a:lnTo>
                <a:lnTo>
                  <a:pt x="1010" y="1485"/>
                </a:lnTo>
                <a:lnTo>
                  <a:pt x="1015" y="1490"/>
                </a:lnTo>
                <a:moveTo>
                  <a:pt x="1026" y="1502"/>
                </a:moveTo>
                <a:lnTo>
                  <a:pt x="1024" y="1501"/>
                </a:lnTo>
                <a:moveTo>
                  <a:pt x="1099" y="1579"/>
                </a:moveTo>
                <a:lnTo>
                  <a:pt x="1121" y="1604"/>
                </a:lnTo>
                <a:moveTo>
                  <a:pt x="1139" y="1627"/>
                </a:moveTo>
                <a:lnTo>
                  <a:pt x="1121" y="1604"/>
                </a:lnTo>
                <a:moveTo>
                  <a:pt x="1139" y="1627"/>
                </a:moveTo>
                <a:lnTo>
                  <a:pt x="1144" y="1633"/>
                </a:lnTo>
                <a:moveTo>
                  <a:pt x="1200" y="1593"/>
                </a:moveTo>
                <a:lnTo>
                  <a:pt x="1144" y="1633"/>
                </a:lnTo>
                <a:moveTo>
                  <a:pt x="1268" y="1555"/>
                </a:moveTo>
                <a:lnTo>
                  <a:pt x="1349" y="1544"/>
                </a:lnTo>
                <a:moveTo>
                  <a:pt x="1414" y="1530"/>
                </a:moveTo>
                <a:lnTo>
                  <a:pt x="1402" y="1532"/>
                </a:lnTo>
                <a:lnTo>
                  <a:pt x="1389" y="1537"/>
                </a:lnTo>
                <a:lnTo>
                  <a:pt x="1382" y="1539"/>
                </a:lnTo>
                <a:lnTo>
                  <a:pt x="1375" y="1540"/>
                </a:lnTo>
                <a:lnTo>
                  <a:pt x="1349" y="1544"/>
                </a:lnTo>
                <a:moveTo>
                  <a:pt x="688" y="1256"/>
                </a:moveTo>
                <a:lnTo>
                  <a:pt x="703" y="1360"/>
                </a:lnTo>
                <a:moveTo>
                  <a:pt x="666" y="1040"/>
                </a:moveTo>
                <a:lnTo>
                  <a:pt x="675" y="1137"/>
                </a:lnTo>
                <a:moveTo>
                  <a:pt x="684" y="1216"/>
                </a:moveTo>
                <a:lnTo>
                  <a:pt x="675" y="1137"/>
                </a:lnTo>
                <a:moveTo>
                  <a:pt x="1417" y="2300"/>
                </a:moveTo>
                <a:lnTo>
                  <a:pt x="1414" y="2285"/>
                </a:lnTo>
                <a:moveTo>
                  <a:pt x="1417" y="2300"/>
                </a:moveTo>
                <a:lnTo>
                  <a:pt x="1421" y="2320"/>
                </a:lnTo>
                <a:lnTo>
                  <a:pt x="1428" y="2357"/>
                </a:lnTo>
                <a:moveTo>
                  <a:pt x="1158" y="2190"/>
                </a:moveTo>
                <a:lnTo>
                  <a:pt x="1149" y="2194"/>
                </a:lnTo>
                <a:lnTo>
                  <a:pt x="1135" y="2197"/>
                </a:lnTo>
                <a:lnTo>
                  <a:pt x="1118" y="2202"/>
                </a:lnTo>
                <a:lnTo>
                  <a:pt x="1101" y="2208"/>
                </a:lnTo>
                <a:moveTo>
                  <a:pt x="1158" y="2190"/>
                </a:moveTo>
                <a:lnTo>
                  <a:pt x="1195" y="2177"/>
                </a:lnTo>
                <a:moveTo>
                  <a:pt x="1322" y="3034"/>
                </a:moveTo>
                <a:lnTo>
                  <a:pt x="1344" y="2984"/>
                </a:lnTo>
                <a:lnTo>
                  <a:pt x="1345" y="2982"/>
                </a:lnTo>
                <a:moveTo>
                  <a:pt x="1624" y="1636"/>
                </a:moveTo>
                <a:lnTo>
                  <a:pt x="1614" y="1643"/>
                </a:lnTo>
                <a:moveTo>
                  <a:pt x="1613" y="1621"/>
                </a:moveTo>
                <a:lnTo>
                  <a:pt x="1614" y="1623"/>
                </a:lnTo>
                <a:lnTo>
                  <a:pt x="1615" y="1624"/>
                </a:lnTo>
                <a:lnTo>
                  <a:pt x="1617" y="1626"/>
                </a:lnTo>
                <a:lnTo>
                  <a:pt x="1618" y="1629"/>
                </a:lnTo>
                <a:lnTo>
                  <a:pt x="1619" y="1630"/>
                </a:lnTo>
                <a:lnTo>
                  <a:pt x="1621" y="1633"/>
                </a:lnTo>
                <a:lnTo>
                  <a:pt x="1624" y="1636"/>
                </a:lnTo>
                <a:moveTo>
                  <a:pt x="1624" y="1636"/>
                </a:moveTo>
                <a:lnTo>
                  <a:pt x="1643" y="1618"/>
                </a:lnTo>
                <a:lnTo>
                  <a:pt x="1676" y="1587"/>
                </a:lnTo>
                <a:lnTo>
                  <a:pt x="1682" y="1579"/>
                </a:lnTo>
                <a:moveTo>
                  <a:pt x="1712" y="1342"/>
                </a:moveTo>
                <a:lnTo>
                  <a:pt x="1710" y="1357"/>
                </a:lnTo>
                <a:moveTo>
                  <a:pt x="1580" y="1219"/>
                </a:moveTo>
                <a:lnTo>
                  <a:pt x="1584" y="1226"/>
                </a:lnTo>
                <a:lnTo>
                  <a:pt x="1586" y="1235"/>
                </a:lnTo>
                <a:lnTo>
                  <a:pt x="1601" y="1303"/>
                </a:lnTo>
                <a:lnTo>
                  <a:pt x="1604" y="1313"/>
                </a:lnTo>
                <a:lnTo>
                  <a:pt x="1607" y="1320"/>
                </a:lnTo>
                <a:lnTo>
                  <a:pt x="1611" y="1327"/>
                </a:lnTo>
                <a:lnTo>
                  <a:pt x="1617" y="1334"/>
                </a:lnTo>
                <a:lnTo>
                  <a:pt x="1622" y="1336"/>
                </a:lnTo>
                <a:lnTo>
                  <a:pt x="1633" y="1340"/>
                </a:lnTo>
                <a:lnTo>
                  <a:pt x="1639" y="1342"/>
                </a:lnTo>
                <a:lnTo>
                  <a:pt x="1655" y="1347"/>
                </a:lnTo>
                <a:lnTo>
                  <a:pt x="1663" y="1349"/>
                </a:lnTo>
                <a:lnTo>
                  <a:pt x="1668" y="1350"/>
                </a:lnTo>
                <a:lnTo>
                  <a:pt x="1710" y="1357"/>
                </a:lnTo>
                <a:moveTo>
                  <a:pt x="1472" y="1095"/>
                </a:moveTo>
                <a:lnTo>
                  <a:pt x="1506" y="1197"/>
                </a:lnTo>
                <a:moveTo>
                  <a:pt x="1511" y="1224"/>
                </a:moveTo>
                <a:lnTo>
                  <a:pt x="1510" y="1214"/>
                </a:lnTo>
                <a:lnTo>
                  <a:pt x="1506" y="1197"/>
                </a:lnTo>
                <a:moveTo>
                  <a:pt x="1530" y="1190"/>
                </a:moveTo>
                <a:lnTo>
                  <a:pt x="1524" y="1191"/>
                </a:lnTo>
                <a:lnTo>
                  <a:pt x="1521" y="1192"/>
                </a:lnTo>
                <a:lnTo>
                  <a:pt x="1512" y="1194"/>
                </a:lnTo>
                <a:lnTo>
                  <a:pt x="1506" y="1197"/>
                </a:lnTo>
                <a:moveTo>
                  <a:pt x="1499" y="1256"/>
                </a:moveTo>
                <a:lnTo>
                  <a:pt x="1496" y="1257"/>
                </a:lnTo>
                <a:lnTo>
                  <a:pt x="1493" y="1260"/>
                </a:lnTo>
                <a:lnTo>
                  <a:pt x="1461" y="1276"/>
                </a:lnTo>
                <a:moveTo>
                  <a:pt x="1479" y="1352"/>
                </a:moveTo>
                <a:lnTo>
                  <a:pt x="1478" y="1349"/>
                </a:lnTo>
                <a:lnTo>
                  <a:pt x="1471" y="1318"/>
                </a:lnTo>
                <a:lnTo>
                  <a:pt x="1461" y="1276"/>
                </a:lnTo>
                <a:moveTo>
                  <a:pt x="1432" y="1256"/>
                </a:moveTo>
                <a:lnTo>
                  <a:pt x="1446" y="1253"/>
                </a:lnTo>
                <a:lnTo>
                  <a:pt x="1450" y="1252"/>
                </a:lnTo>
                <a:lnTo>
                  <a:pt x="1450" y="1252"/>
                </a:lnTo>
                <a:lnTo>
                  <a:pt x="1451" y="1252"/>
                </a:lnTo>
                <a:lnTo>
                  <a:pt x="1452" y="1252"/>
                </a:lnTo>
                <a:lnTo>
                  <a:pt x="1453" y="1253"/>
                </a:lnTo>
                <a:lnTo>
                  <a:pt x="1453" y="1253"/>
                </a:lnTo>
                <a:lnTo>
                  <a:pt x="1453" y="1254"/>
                </a:lnTo>
                <a:lnTo>
                  <a:pt x="1461" y="1276"/>
                </a:lnTo>
                <a:moveTo>
                  <a:pt x="1228" y="1314"/>
                </a:moveTo>
                <a:lnTo>
                  <a:pt x="1201" y="1322"/>
                </a:lnTo>
                <a:moveTo>
                  <a:pt x="1188" y="1327"/>
                </a:moveTo>
                <a:lnTo>
                  <a:pt x="1201" y="1322"/>
                </a:lnTo>
                <a:moveTo>
                  <a:pt x="1080" y="1363"/>
                </a:moveTo>
                <a:lnTo>
                  <a:pt x="1048" y="1375"/>
                </a:lnTo>
                <a:moveTo>
                  <a:pt x="1042" y="1397"/>
                </a:moveTo>
                <a:lnTo>
                  <a:pt x="1048" y="1375"/>
                </a:lnTo>
                <a:moveTo>
                  <a:pt x="1415" y="1260"/>
                </a:moveTo>
                <a:lnTo>
                  <a:pt x="1408" y="1261"/>
                </a:lnTo>
                <a:moveTo>
                  <a:pt x="1350" y="1276"/>
                </a:moveTo>
                <a:lnTo>
                  <a:pt x="1359" y="1274"/>
                </a:lnTo>
                <a:lnTo>
                  <a:pt x="1368" y="1271"/>
                </a:lnTo>
                <a:lnTo>
                  <a:pt x="1374" y="1270"/>
                </a:lnTo>
                <a:lnTo>
                  <a:pt x="1380" y="1268"/>
                </a:lnTo>
                <a:lnTo>
                  <a:pt x="1408" y="1261"/>
                </a:lnTo>
                <a:moveTo>
                  <a:pt x="979" y="2221"/>
                </a:moveTo>
                <a:lnTo>
                  <a:pt x="964" y="2224"/>
                </a:lnTo>
                <a:lnTo>
                  <a:pt x="950" y="2227"/>
                </a:lnTo>
                <a:lnTo>
                  <a:pt x="913" y="2234"/>
                </a:lnTo>
                <a:moveTo>
                  <a:pt x="5092" y="3102"/>
                </a:moveTo>
                <a:lnTo>
                  <a:pt x="5096" y="3089"/>
                </a:lnTo>
                <a:lnTo>
                  <a:pt x="5100" y="3082"/>
                </a:lnTo>
                <a:lnTo>
                  <a:pt x="5111" y="3067"/>
                </a:lnTo>
                <a:lnTo>
                  <a:pt x="5114" y="3061"/>
                </a:lnTo>
                <a:lnTo>
                  <a:pt x="5118" y="3054"/>
                </a:lnTo>
                <a:lnTo>
                  <a:pt x="5122" y="3043"/>
                </a:lnTo>
                <a:lnTo>
                  <a:pt x="5129" y="3016"/>
                </a:lnTo>
                <a:moveTo>
                  <a:pt x="5092" y="3102"/>
                </a:moveTo>
                <a:lnTo>
                  <a:pt x="5090" y="3110"/>
                </a:lnTo>
                <a:lnTo>
                  <a:pt x="5090" y="3120"/>
                </a:lnTo>
                <a:lnTo>
                  <a:pt x="5090" y="3128"/>
                </a:lnTo>
                <a:lnTo>
                  <a:pt x="5090" y="3141"/>
                </a:lnTo>
                <a:lnTo>
                  <a:pt x="5092" y="3165"/>
                </a:lnTo>
                <a:moveTo>
                  <a:pt x="5689" y="2022"/>
                </a:moveTo>
                <a:lnTo>
                  <a:pt x="5685" y="2021"/>
                </a:lnTo>
                <a:moveTo>
                  <a:pt x="5685" y="2021"/>
                </a:moveTo>
                <a:lnTo>
                  <a:pt x="5685" y="2014"/>
                </a:lnTo>
                <a:lnTo>
                  <a:pt x="5683" y="2004"/>
                </a:lnTo>
                <a:lnTo>
                  <a:pt x="5680" y="1992"/>
                </a:lnTo>
                <a:moveTo>
                  <a:pt x="5685" y="2021"/>
                </a:moveTo>
                <a:lnTo>
                  <a:pt x="5683" y="2029"/>
                </a:lnTo>
                <a:lnTo>
                  <a:pt x="5682" y="2034"/>
                </a:lnTo>
                <a:lnTo>
                  <a:pt x="5678" y="2041"/>
                </a:lnTo>
                <a:moveTo>
                  <a:pt x="5490" y="1062"/>
                </a:moveTo>
                <a:lnTo>
                  <a:pt x="5490" y="1054"/>
                </a:lnTo>
                <a:lnTo>
                  <a:pt x="5492" y="1041"/>
                </a:lnTo>
                <a:lnTo>
                  <a:pt x="5500" y="991"/>
                </a:lnTo>
                <a:moveTo>
                  <a:pt x="5490" y="1062"/>
                </a:moveTo>
                <a:lnTo>
                  <a:pt x="5485" y="1118"/>
                </a:lnTo>
                <a:lnTo>
                  <a:pt x="5485" y="1130"/>
                </a:lnTo>
                <a:moveTo>
                  <a:pt x="5574" y="715"/>
                </a:moveTo>
                <a:lnTo>
                  <a:pt x="5591" y="667"/>
                </a:lnTo>
                <a:moveTo>
                  <a:pt x="5574" y="715"/>
                </a:moveTo>
                <a:lnTo>
                  <a:pt x="5558" y="772"/>
                </a:lnTo>
                <a:moveTo>
                  <a:pt x="1782" y="1974"/>
                </a:moveTo>
                <a:lnTo>
                  <a:pt x="1775" y="1975"/>
                </a:lnTo>
                <a:lnTo>
                  <a:pt x="1762" y="1977"/>
                </a:lnTo>
                <a:moveTo>
                  <a:pt x="1602" y="2772"/>
                </a:moveTo>
                <a:lnTo>
                  <a:pt x="1565" y="2774"/>
                </a:lnTo>
                <a:moveTo>
                  <a:pt x="1904" y="1755"/>
                </a:moveTo>
                <a:lnTo>
                  <a:pt x="1904" y="1760"/>
                </a:lnTo>
                <a:lnTo>
                  <a:pt x="1907" y="1785"/>
                </a:lnTo>
                <a:moveTo>
                  <a:pt x="1904" y="1755"/>
                </a:moveTo>
                <a:lnTo>
                  <a:pt x="1901" y="1732"/>
                </a:lnTo>
                <a:lnTo>
                  <a:pt x="1898" y="1709"/>
                </a:lnTo>
                <a:moveTo>
                  <a:pt x="1930" y="1952"/>
                </a:moveTo>
                <a:lnTo>
                  <a:pt x="1930" y="1931"/>
                </a:lnTo>
                <a:moveTo>
                  <a:pt x="1174" y="2690"/>
                </a:moveTo>
                <a:lnTo>
                  <a:pt x="1173" y="2670"/>
                </a:lnTo>
                <a:moveTo>
                  <a:pt x="2367" y="1918"/>
                </a:moveTo>
                <a:lnTo>
                  <a:pt x="2368" y="1922"/>
                </a:lnTo>
                <a:lnTo>
                  <a:pt x="2370" y="1932"/>
                </a:lnTo>
                <a:lnTo>
                  <a:pt x="2375" y="1952"/>
                </a:lnTo>
                <a:lnTo>
                  <a:pt x="2379" y="1973"/>
                </a:lnTo>
                <a:lnTo>
                  <a:pt x="2381" y="1982"/>
                </a:lnTo>
                <a:lnTo>
                  <a:pt x="2388" y="2014"/>
                </a:lnTo>
                <a:lnTo>
                  <a:pt x="2394" y="2044"/>
                </a:lnTo>
                <a:moveTo>
                  <a:pt x="2367" y="1918"/>
                </a:moveTo>
                <a:lnTo>
                  <a:pt x="2363" y="1905"/>
                </a:lnTo>
                <a:lnTo>
                  <a:pt x="2360" y="1893"/>
                </a:lnTo>
                <a:moveTo>
                  <a:pt x="2050" y="2747"/>
                </a:moveTo>
                <a:lnTo>
                  <a:pt x="2057" y="2747"/>
                </a:lnTo>
                <a:moveTo>
                  <a:pt x="88" y="510"/>
                </a:moveTo>
                <a:lnTo>
                  <a:pt x="123" y="508"/>
                </a:lnTo>
                <a:lnTo>
                  <a:pt x="139" y="508"/>
                </a:lnTo>
                <a:moveTo>
                  <a:pt x="88" y="510"/>
                </a:moveTo>
                <a:lnTo>
                  <a:pt x="99" y="504"/>
                </a:lnTo>
                <a:lnTo>
                  <a:pt x="106" y="503"/>
                </a:lnTo>
                <a:lnTo>
                  <a:pt x="119" y="502"/>
                </a:lnTo>
                <a:lnTo>
                  <a:pt x="126" y="501"/>
                </a:lnTo>
                <a:lnTo>
                  <a:pt x="128" y="501"/>
                </a:lnTo>
                <a:lnTo>
                  <a:pt x="131" y="500"/>
                </a:lnTo>
                <a:lnTo>
                  <a:pt x="132" y="500"/>
                </a:lnTo>
                <a:lnTo>
                  <a:pt x="134" y="499"/>
                </a:lnTo>
                <a:lnTo>
                  <a:pt x="136" y="498"/>
                </a:lnTo>
                <a:lnTo>
                  <a:pt x="138" y="497"/>
                </a:lnTo>
                <a:moveTo>
                  <a:pt x="976" y="2845"/>
                </a:moveTo>
                <a:lnTo>
                  <a:pt x="950" y="2838"/>
                </a:lnTo>
                <a:lnTo>
                  <a:pt x="921" y="2830"/>
                </a:lnTo>
                <a:lnTo>
                  <a:pt x="920" y="2829"/>
                </a:lnTo>
                <a:lnTo>
                  <a:pt x="907" y="2826"/>
                </a:lnTo>
                <a:moveTo>
                  <a:pt x="976" y="2845"/>
                </a:moveTo>
                <a:lnTo>
                  <a:pt x="1020" y="2857"/>
                </a:lnTo>
                <a:lnTo>
                  <a:pt x="1024" y="2858"/>
                </a:lnTo>
                <a:lnTo>
                  <a:pt x="1106" y="2885"/>
                </a:lnTo>
                <a:lnTo>
                  <a:pt x="1138" y="2894"/>
                </a:lnTo>
                <a:moveTo>
                  <a:pt x="4046" y="3041"/>
                </a:moveTo>
                <a:lnTo>
                  <a:pt x="4057" y="3005"/>
                </a:lnTo>
                <a:lnTo>
                  <a:pt x="4060" y="2992"/>
                </a:lnTo>
                <a:lnTo>
                  <a:pt x="4063" y="2977"/>
                </a:lnTo>
                <a:moveTo>
                  <a:pt x="4046" y="3041"/>
                </a:moveTo>
                <a:lnTo>
                  <a:pt x="4043" y="3054"/>
                </a:lnTo>
                <a:moveTo>
                  <a:pt x="4063" y="2977"/>
                </a:moveTo>
                <a:lnTo>
                  <a:pt x="4065" y="2967"/>
                </a:lnTo>
                <a:lnTo>
                  <a:pt x="4067" y="2963"/>
                </a:lnTo>
                <a:moveTo>
                  <a:pt x="7" y="3082"/>
                </a:moveTo>
                <a:lnTo>
                  <a:pt x="12" y="3086"/>
                </a:lnTo>
                <a:lnTo>
                  <a:pt x="25" y="3101"/>
                </a:lnTo>
                <a:lnTo>
                  <a:pt x="37" y="3112"/>
                </a:lnTo>
                <a:lnTo>
                  <a:pt x="49" y="3124"/>
                </a:lnTo>
                <a:lnTo>
                  <a:pt x="56" y="3129"/>
                </a:lnTo>
                <a:lnTo>
                  <a:pt x="63" y="3133"/>
                </a:lnTo>
                <a:moveTo>
                  <a:pt x="58" y="3235"/>
                </a:moveTo>
                <a:lnTo>
                  <a:pt x="57" y="3166"/>
                </a:lnTo>
                <a:lnTo>
                  <a:pt x="57" y="3155"/>
                </a:lnTo>
                <a:lnTo>
                  <a:pt x="58" y="3150"/>
                </a:lnTo>
                <a:lnTo>
                  <a:pt x="59" y="3144"/>
                </a:lnTo>
                <a:lnTo>
                  <a:pt x="59" y="3140"/>
                </a:lnTo>
                <a:lnTo>
                  <a:pt x="61" y="3136"/>
                </a:lnTo>
                <a:lnTo>
                  <a:pt x="63" y="3133"/>
                </a:lnTo>
                <a:moveTo>
                  <a:pt x="63" y="3133"/>
                </a:moveTo>
                <a:lnTo>
                  <a:pt x="67" y="3129"/>
                </a:lnTo>
                <a:lnTo>
                  <a:pt x="70" y="3127"/>
                </a:lnTo>
                <a:lnTo>
                  <a:pt x="72" y="3124"/>
                </a:lnTo>
                <a:lnTo>
                  <a:pt x="73" y="3119"/>
                </a:lnTo>
                <a:lnTo>
                  <a:pt x="73" y="3112"/>
                </a:lnTo>
                <a:lnTo>
                  <a:pt x="74" y="3093"/>
                </a:lnTo>
                <a:lnTo>
                  <a:pt x="76" y="3056"/>
                </a:lnTo>
                <a:lnTo>
                  <a:pt x="75" y="3025"/>
                </a:lnTo>
                <a:lnTo>
                  <a:pt x="74" y="2999"/>
                </a:lnTo>
                <a:lnTo>
                  <a:pt x="73" y="2977"/>
                </a:lnTo>
                <a:moveTo>
                  <a:pt x="1723" y="1751"/>
                </a:moveTo>
                <a:lnTo>
                  <a:pt x="1706" y="1750"/>
                </a:lnTo>
                <a:lnTo>
                  <a:pt x="1653" y="1747"/>
                </a:lnTo>
                <a:moveTo>
                  <a:pt x="1723" y="1751"/>
                </a:moveTo>
                <a:lnTo>
                  <a:pt x="1738" y="1752"/>
                </a:lnTo>
                <a:moveTo>
                  <a:pt x="2724" y="982"/>
                </a:moveTo>
                <a:lnTo>
                  <a:pt x="2729" y="985"/>
                </a:lnTo>
                <a:lnTo>
                  <a:pt x="2734" y="987"/>
                </a:lnTo>
                <a:lnTo>
                  <a:pt x="2739" y="987"/>
                </a:lnTo>
                <a:lnTo>
                  <a:pt x="2745" y="986"/>
                </a:lnTo>
                <a:lnTo>
                  <a:pt x="2749" y="984"/>
                </a:lnTo>
                <a:moveTo>
                  <a:pt x="1738" y="1752"/>
                </a:moveTo>
                <a:lnTo>
                  <a:pt x="1746" y="1750"/>
                </a:lnTo>
                <a:moveTo>
                  <a:pt x="3506" y="396"/>
                </a:moveTo>
                <a:lnTo>
                  <a:pt x="3491" y="411"/>
                </a:lnTo>
                <a:moveTo>
                  <a:pt x="3491" y="411"/>
                </a:moveTo>
                <a:lnTo>
                  <a:pt x="3484" y="404"/>
                </a:lnTo>
                <a:lnTo>
                  <a:pt x="3463" y="387"/>
                </a:lnTo>
                <a:lnTo>
                  <a:pt x="3444" y="374"/>
                </a:lnTo>
                <a:lnTo>
                  <a:pt x="3427" y="364"/>
                </a:lnTo>
                <a:lnTo>
                  <a:pt x="3402" y="352"/>
                </a:lnTo>
                <a:lnTo>
                  <a:pt x="3398" y="350"/>
                </a:lnTo>
                <a:moveTo>
                  <a:pt x="3491" y="411"/>
                </a:moveTo>
                <a:lnTo>
                  <a:pt x="3509" y="430"/>
                </a:lnTo>
                <a:lnTo>
                  <a:pt x="3523" y="446"/>
                </a:lnTo>
                <a:lnTo>
                  <a:pt x="3536" y="466"/>
                </a:lnTo>
                <a:lnTo>
                  <a:pt x="3542" y="475"/>
                </a:lnTo>
                <a:moveTo>
                  <a:pt x="2631" y="955"/>
                </a:moveTo>
                <a:lnTo>
                  <a:pt x="2639" y="950"/>
                </a:lnTo>
                <a:lnTo>
                  <a:pt x="2645" y="947"/>
                </a:lnTo>
                <a:lnTo>
                  <a:pt x="2649" y="945"/>
                </a:lnTo>
                <a:lnTo>
                  <a:pt x="2652" y="944"/>
                </a:lnTo>
                <a:lnTo>
                  <a:pt x="2655" y="943"/>
                </a:lnTo>
                <a:moveTo>
                  <a:pt x="2631" y="955"/>
                </a:moveTo>
                <a:lnTo>
                  <a:pt x="2577" y="985"/>
                </a:lnTo>
                <a:moveTo>
                  <a:pt x="1436" y="2400"/>
                </a:moveTo>
                <a:lnTo>
                  <a:pt x="1438" y="2417"/>
                </a:lnTo>
                <a:moveTo>
                  <a:pt x="1573" y="3175"/>
                </a:moveTo>
                <a:lnTo>
                  <a:pt x="1592" y="3133"/>
                </a:lnTo>
                <a:lnTo>
                  <a:pt x="1597" y="3120"/>
                </a:lnTo>
                <a:moveTo>
                  <a:pt x="2014" y="1293"/>
                </a:moveTo>
                <a:lnTo>
                  <a:pt x="2041" y="1277"/>
                </a:lnTo>
                <a:lnTo>
                  <a:pt x="2088" y="1248"/>
                </a:lnTo>
                <a:moveTo>
                  <a:pt x="2088" y="1248"/>
                </a:moveTo>
                <a:lnTo>
                  <a:pt x="2101" y="1244"/>
                </a:lnTo>
                <a:lnTo>
                  <a:pt x="2112" y="1243"/>
                </a:lnTo>
                <a:moveTo>
                  <a:pt x="1602" y="2310"/>
                </a:moveTo>
                <a:lnTo>
                  <a:pt x="1590" y="2333"/>
                </a:lnTo>
                <a:moveTo>
                  <a:pt x="3391" y="2449"/>
                </a:moveTo>
                <a:lnTo>
                  <a:pt x="3392" y="2446"/>
                </a:lnTo>
                <a:moveTo>
                  <a:pt x="3393" y="2381"/>
                </a:moveTo>
                <a:lnTo>
                  <a:pt x="3393" y="2408"/>
                </a:lnTo>
                <a:lnTo>
                  <a:pt x="3393" y="2434"/>
                </a:lnTo>
                <a:lnTo>
                  <a:pt x="3393" y="2440"/>
                </a:lnTo>
                <a:lnTo>
                  <a:pt x="3392" y="2446"/>
                </a:lnTo>
                <a:moveTo>
                  <a:pt x="3383" y="2478"/>
                </a:moveTo>
                <a:lnTo>
                  <a:pt x="3381" y="2483"/>
                </a:lnTo>
                <a:moveTo>
                  <a:pt x="3360" y="2586"/>
                </a:moveTo>
                <a:lnTo>
                  <a:pt x="3362" y="2574"/>
                </a:lnTo>
                <a:lnTo>
                  <a:pt x="3363" y="2563"/>
                </a:lnTo>
                <a:lnTo>
                  <a:pt x="3367" y="2544"/>
                </a:lnTo>
                <a:lnTo>
                  <a:pt x="3369" y="2534"/>
                </a:lnTo>
                <a:lnTo>
                  <a:pt x="3369" y="2530"/>
                </a:lnTo>
                <a:lnTo>
                  <a:pt x="3374" y="2507"/>
                </a:lnTo>
                <a:lnTo>
                  <a:pt x="3378" y="2493"/>
                </a:lnTo>
                <a:lnTo>
                  <a:pt x="3381" y="2483"/>
                </a:lnTo>
                <a:moveTo>
                  <a:pt x="3379" y="2191"/>
                </a:moveTo>
                <a:lnTo>
                  <a:pt x="3384" y="2200"/>
                </a:lnTo>
                <a:moveTo>
                  <a:pt x="3385" y="2228"/>
                </a:moveTo>
                <a:lnTo>
                  <a:pt x="3384" y="2200"/>
                </a:lnTo>
                <a:moveTo>
                  <a:pt x="3384" y="2200"/>
                </a:moveTo>
                <a:lnTo>
                  <a:pt x="3357" y="2181"/>
                </a:lnTo>
                <a:lnTo>
                  <a:pt x="3337" y="2167"/>
                </a:lnTo>
                <a:lnTo>
                  <a:pt x="3315" y="2152"/>
                </a:lnTo>
                <a:lnTo>
                  <a:pt x="3243" y="2100"/>
                </a:lnTo>
                <a:lnTo>
                  <a:pt x="3181" y="2056"/>
                </a:lnTo>
                <a:lnTo>
                  <a:pt x="3179" y="2054"/>
                </a:lnTo>
                <a:lnTo>
                  <a:pt x="3169" y="2047"/>
                </a:lnTo>
                <a:lnTo>
                  <a:pt x="3160" y="2039"/>
                </a:lnTo>
                <a:lnTo>
                  <a:pt x="3153" y="2034"/>
                </a:lnTo>
                <a:lnTo>
                  <a:pt x="3108" y="2000"/>
                </a:lnTo>
                <a:moveTo>
                  <a:pt x="3384" y="2200"/>
                </a:moveTo>
                <a:lnTo>
                  <a:pt x="3475" y="2263"/>
                </a:lnTo>
                <a:moveTo>
                  <a:pt x="3332" y="2920"/>
                </a:moveTo>
                <a:lnTo>
                  <a:pt x="3331" y="2893"/>
                </a:lnTo>
                <a:moveTo>
                  <a:pt x="3327" y="2857"/>
                </a:moveTo>
                <a:lnTo>
                  <a:pt x="3327" y="2859"/>
                </a:lnTo>
                <a:lnTo>
                  <a:pt x="3331" y="2893"/>
                </a:lnTo>
                <a:moveTo>
                  <a:pt x="3387" y="2259"/>
                </a:moveTo>
                <a:lnTo>
                  <a:pt x="3389" y="2281"/>
                </a:lnTo>
                <a:moveTo>
                  <a:pt x="3391" y="2321"/>
                </a:moveTo>
                <a:lnTo>
                  <a:pt x="3390" y="2298"/>
                </a:lnTo>
                <a:lnTo>
                  <a:pt x="3389" y="2281"/>
                </a:lnTo>
                <a:moveTo>
                  <a:pt x="3353" y="2633"/>
                </a:moveTo>
                <a:lnTo>
                  <a:pt x="3354" y="2624"/>
                </a:lnTo>
                <a:lnTo>
                  <a:pt x="3356" y="2609"/>
                </a:lnTo>
                <a:lnTo>
                  <a:pt x="3357" y="2602"/>
                </a:lnTo>
                <a:lnTo>
                  <a:pt x="3359" y="2594"/>
                </a:lnTo>
                <a:lnTo>
                  <a:pt x="3360" y="2586"/>
                </a:lnTo>
                <a:moveTo>
                  <a:pt x="2648" y="2759"/>
                </a:moveTo>
                <a:lnTo>
                  <a:pt x="2640" y="2762"/>
                </a:lnTo>
                <a:moveTo>
                  <a:pt x="2948" y="2784"/>
                </a:moveTo>
                <a:lnTo>
                  <a:pt x="2939" y="2785"/>
                </a:lnTo>
                <a:lnTo>
                  <a:pt x="2916" y="2788"/>
                </a:lnTo>
                <a:lnTo>
                  <a:pt x="2877" y="2788"/>
                </a:lnTo>
                <a:lnTo>
                  <a:pt x="2851" y="2785"/>
                </a:lnTo>
                <a:lnTo>
                  <a:pt x="2758" y="2772"/>
                </a:lnTo>
                <a:lnTo>
                  <a:pt x="2649" y="2759"/>
                </a:lnTo>
                <a:lnTo>
                  <a:pt x="2648" y="2759"/>
                </a:lnTo>
                <a:moveTo>
                  <a:pt x="2648" y="2759"/>
                </a:moveTo>
                <a:lnTo>
                  <a:pt x="2642" y="2753"/>
                </a:lnTo>
                <a:moveTo>
                  <a:pt x="2731" y="2933"/>
                </a:moveTo>
                <a:lnTo>
                  <a:pt x="2712" y="3047"/>
                </a:lnTo>
                <a:moveTo>
                  <a:pt x="2709" y="3069"/>
                </a:moveTo>
                <a:lnTo>
                  <a:pt x="2712" y="3047"/>
                </a:lnTo>
                <a:moveTo>
                  <a:pt x="2697" y="3134"/>
                </a:moveTo>
                <a:lnTo>
                  <a:pt x="2692" y="3161"/>
                </a:lnTo>
                <a:moveTo>
                  <a:pt x="2686" y="3189"/>
                </a:moveTo>
                <a:lnTo>
                  <a:pt x="2692" y="3161"/>
                </a:lnTo>
                <a:moveTo>
                  <a:pt x="2742" y="2764"/>
                </a:moveTo>
                <a:lnTo>
                  <a:pt x="2750" y="2776"/>
                </a:lnTo>
                <a:moveTo>
                  <a:pt x="2750" y="2776"/>
                </a:moveTo>
                <a:lnTo>
                  <a:pt x="2740" y="2775"/>
                </a:lnTo>
                <a:lnTo>
                  <a:pt x="2712" y="2772"/>
                </a:lnTo>
                <a:moveTo>
                  <a:pt x="2731" y="2933"/>
                </a:moveTo>
                <a:lnTo>
                  <a:pt x="2753" y="2785"/>
                </a:lnTo>
                <a:lnTo>
                  <a:pt x="2752" y="2781"/>
                </a:lnTo>
                <a:lnTo>
                  <a:pt x="2750" y="2776"/>
                </a:lnTo>
                <a:moveTo>
                  <a:pt x="2743" y="2735"/>
                </a:moveTo>
                <a:lnTo>
                  <a:pt x="2741" y="2751"/>
                </a:lnTo>
                <a:lnTo>
                  <a:pt x="2741" y="2757"/>
                </a:lnTo>
                <a:lnTo>
                  <a:pt x="2742" y="2764"/>
                </a:lnTo>
                <a:moveTo>
                  <a:pt x="2742" y="2764"/>
                </a:moveTo>
                <a:lnTo>
                  <a:pt x="2681" y="2757"/>
                </a:lnTo>
                <a:moveTo>
                  <a:pt x="2709" y="3069"/>
                </a:moveTo>
                <a:lnTo>
                  <a:pt x="2702" y="3105"/>
                </a:lnTo>
                <a:moveTo>
                  <a:pt x="2697" y="3134"/>
                </a:moveTo>
                <a:lnTo>
                  <a:pt x="2702" y="3105"/>
                </a:lnTo>
                <a:moveTo>
                  <a:pt x="2015" y="2986"/>
                </a:moveTo>
                <a:lnTo>
                  <a:pt x="2014" y="2956"/>
                </a:lnTo>
                <a:lnTo>
                  <a:pt x="2012" y="2943"/>
                </a:lnTo>
                <a:lnTo>
                  <a:pt x="2011" y="2925"/>
                </a:lnTo>
                <a:lnTo>
                  <a:pt x="2010" y="2918"/>
                </a:lnTo>
                <a:lnTo>
                  <a:pt x="2009" y="2905"/>
                </a:lnTo>
                <a:lnTo>
                  <a:pt x="2009" y="2900"/>
                </a:lnTo>
                <a:lnTo>
                  <a:pt x="2008" y="2894"/>
                </a:lnTo>
                <a:lnTo>
                  <a:pt x="2005" y="2881"/>
                </a:lnTo>
                <a:lnTo>
                  <a:pt x="2004" y="2875"/>
                </a:lnTo>
                <a:lnTo>
                  <a:pt x="1992" y="2830"/>
                </a:lnTo>
                <a:lnTo>
                  <a:pt x="1986" y="2816"/>
                </a:lnTo>
                <a:lnTo>
                  <a:pt x="1980" y="2800"/>
                </a:lnTo>
                <a:lnTo>
                  <a:pt x="1978" y="2792"/>
                </a:lnTo>
                <a:moveTo>
                  <a:pt x="1978" y="2792"/>
                </a:moveTo>
                <a:lnTo>
                  <a:pt x="1970" y="2788"/>
                </a:lnTo>
                <a:lnTo>
                  <a:pt x="1945" y="2781"/>
                </a:lnTo>
                <a:moveTo>
                  <a:pt x="1978" y="2792"/>
                </a:moveTo>
                <a:lnTo>
                  <a:pt x="1977" y="2784"/>
                </a:lnTo>
                <a:moveTo>
                  <a:pt x="641" y="2691"/>
                </a:moveTo>
                <a:lnTo>
                  <a:pt x="642" y="2696"/>
                </a:lnTo>
                <a:lnTo>
                  <a:pt x="644" y="2698"/>
                </a:lnTo>
                <a:lnTo>
                  <a:pt x="646" y="2700"/>
                </a:lnTo>
                <a:lnTo>
                  <a:pt x="663" y="2708"/>
                </a:lnTo>
                <a:lnTo>
                  <a:pt x="700" y="2725"/>
                </a:lnTo>
                <a:lnTo>
                  <a:pt x="713" y="2731"/>
                </a:lnTo>
                <a:lnTo>
                  <a:pt x="727" y="2737"/>
                </a:lnTo>
                <a:lnTo>
                  <a:pt x="731" y="2739"/>
                </a:lnTo>
                <a:lnTo>
                  <a:pt x="740" y="2743"/>
                </a:lnTo>
                <a:lnTo>
                  <a:pt x="750" y="2748"/>
                </a:lnTo>
                <a:lnTo>
                  <a:pt x="763" y="2754"/>
                </a:lnTo>
                <a:lnTo>
                  <a:pt x="766" y="2755"/>
                </a:lnTo>
                <a:lnTo>
                  <a:pt x="784" y="2763"/>
                </a:lnTo>
                <a:lnTo>
                  <a:pt x="787" y="2765"/>
                </a:lnTo>
                <a:lnTo>
                  <a:pt x="808" y="2775"/>
                </a:lnTo>
                <a:lnTo>
                  <a:pt x="816" y="2779"/>
                </a:lnTo>
                <a:lnTo>
                  <a:pt x="830" y="2785"/>
                </a:lnTo>
                <a:lnTo>
                  <a:pt x="846" y="2792"/>
                </a:lnTo>
                <a:lnTo>
                  <a:pt x="863" y="2800"/>
                </a:lnTo>
                <a:lnTo>
                  <a:pt x="869" y="2803"/>
                </a:lnTo>
                <a:lnTo>
                  <a:pt x="883" y="2809"/>
                </a:lnTo>
                <a:lnTo>
                  <a:pt x="894" y="2813"/>
                </a:lnTo>
                <a:lnTo>
                  <a:pt x="895" y="2814"/>
                </a:lnTo>
                <a:lnTo>
                  <a:pt x="901" y="2816"/>
                </a:lnTo>
                <a:lnTo>
                  <a:pt x="909" y="2819"/>
                </a:lnTo>
                <a:moveTo>
                  <a:pt x="641" y="2691"/>
                </a:moveTo>
                <a:lnTo>
                  <a:pt x="639" y="2683"/>
                </a:lnTo>
                <a:moveTo>
                  <a:pt x="1446" y="2772"/>
                </a:moveTo>
                <a:lnTo>
                  <a:pt x="1385" y="2769"/>
                </a:lnTo>
                <a:moveTo>
                  <a:pt x="1945" y="2781"/>
                </a:moveTo>
                <a:lnTo>
                  <a:pt x="1943" y="2789"/>
                </a:lnTo>
                <a:lnTo>
                  <a:pt x="1939" y="2797"/>
                </a:lnTo>
                <a:lnTo>
                  <a:pt x="1937" y="2799"/>
                </a:lnTo>
                <a:lnTo>
                  <a:pt x="1935" y="2802"/>
                </a:lnTo>
                <a:lnTo>
                  <a:pt x="1922" y="2821"/>
                </a:lnTo>
                <a:lnTo>
                  <a:pt x="1917" y="2827"/>
                </a:lnTo>
                <a:lnTo>
                  <a:pt x="1911" y="2837"/>
                </a:lnTo>
                <a:moveTo>
                  <a:pt x="609" y="2579"/>
                </a:moveTo>
                <a:lnTo>
                  <a:pt x="612" y="2572"/>
                </a:lnTo>
                <a:lnTo>
                  <a:pt x="618" y="2560"/>
                </a:lnTo>
                <a:lnTo>
                  <a:pt x="622" y="2550"/>
                </a:lnTo>
                <a:lnTo>
                  <a:pt x="625" y="2542"/>
                </a:lnTo>
                <a:moveTo>
                  <a:pt x="625" y="2542"/>
                </a:moveTo>
                <a:lnTo>
                  <a:pt x="627" y="2539"/>
                </a:lnTo>
                <a:lnTo>
                  <a:pt x="631" y="2530"/>
                </a:lnTo>
                <a:lnTo>
                  <a:pt x="637" y="2515"/>
                </a:lnTo>
                <a:lnTo>
                  <a:pt x="642" y="2506"/>
                </a:lnTo>
                <a:lnTo>
                  <a:pt x="661" y="2463"/>
                </a:lnTo>
                <a:lnTo>
                  <a:pt x="671" y="2440"/>
                </a:lnTo>
                <a:moveTo>
                  <a:pt x="1167" y="2100"/>
                </a:moveTo>
                <a:lnTo>
                  <a:pt x="1180" y="2088"/>
                </a:lnTo>
                <a:lnTo>
                  <a:pt x="1189" y="2079"/>
                </a:lnTo>
                <a:lnTo>
                  <a:pt x="1196" y="2072"/>
                </a:lnTo>
                <a:lnTo>
                  <a:pt x="1200" y="2068"/>
                </a:lnTo>
                <a:lnTo>
                  <a:pt x="1214" y="2053"/>
                </a:lnTo>
                <a:lnTo>
                  <a:pt x="1216" y="2051"/>
                </a:lnTo>
                <a:lnTo>
                  <a:pt x="1223" y="2044"/>
                </a:lnTo>
                <a:lnTo>
                  <a:pt x="1226" y="2041"/>
                </a:lnTo>
                <a:lnTo>
                  <a:pt x="1236" y="2031"/>
                </a:lnTo>
                <a:lnTo>
                  <a:pt x="1246" y="2021"/>
                </a:lnTo>
                <a:lnTo>
                  <a:pt x="1250" y="2016"/>
                </a:lnTo>
                <a:lnTo>
                  <a:pt x="1269" y="1997"/>
                </a:lnTo>
                <a:lnTo>
                  <a:pt x="1284" y="1982"/>
                </a:lnTo>
                <a:lnTo>
                  <a:pt x="1300" y="1965"/>
                </a:lnTo>
                <a:moveTo>
                  <a:pt x="1167" y="2100"/>
                </a:moveTo>
                <a:lnTo>
                  <a:pt x="1162" y="2106"/>
                </a:lnTo>
                <a:lnTo>
                  <a:pt x="1133" y="2135"/>
                </a:lnTo>
                <a:lnTo>
                  <a:pt x="1116" y="2152"/>
                </a:lnTo>
                <a:lnTo>
                  <a:pt x="1110" y="2157"/>
                </a:lnTo>
                <a:moveTo>
                  <a:pt x="1311" y="3239"/>
                </a:moveTo>
                <a:lnTo>
                  <a:pt x="1331" y="3193"/>
                </a:lnTo>
                <a:moveTo>
                  <a:pt x="837" y="2071"/>
                </a:moveTo>
                <a:lnTo>
                  <a:pt x="821" y="2105"/>
                </a:lnTo>
                <a:lnTo>
                  <a:pt x="817" y="2114"/>
                </a:lnTo>
                <a:lnTo>
                  <a:pt x="811" y="2125"/>
                </a:lnTo>
                <a:lnTo>
                  <a:pt x="805" y="2135"/>
                </a:lnTo>
                <a:lnTo>
                  <a:pt x="803" y="2141"/>
                </a:lnTo>
                <a:moveTo>
                  <a:pt x="1113" y="2748"/>
                </a:moveTo>
                <a:lnTo>
                  <a:pt x="1083" y="2743"/>
                </a:lnTo>
                <a:moveTo>
                  <a:pt x="979" y="2716"/>
                </a:moveTo>
                <a:lnTo>
                  <a:pt x="1010" y="2726"/>
                </a:lnTo>
                <a:lnTo>
                  <a:pt x="1040" y="2735"/>
                </a:lnTo>
                <a:lnTo>
                  <a:pt x="1083" y="2743"/>
                </a:lnTo>
                <a:moveTo>
                  <a:pt x="1127" y="2929"/>
                </a:moveTo>
                <a:lnTo>
                  <a:pt x="1127" y="2927"/>
                </a:lnTo>
                <a:lnTo>
                  <a:pt x="1128" y="2923"/>
                </a:lnTo>
                <a:lnTo>
                  <a:pt x="1137" y="2898"/>
                </a:lnTo>
                <a:lnTo>
                  <a:pt x="1138" y="2894"/>
                </a:lnTo>
                <a:moveTo>
                  <a:pt x="1127" y="2929"/>
                </a:moveTo>
                <a:lnTo>
                  <a:pt x="1128" y="2932"/>
                </a:lnTo>
                <a:lnTo>
                  <a:pt x="1129" y="2935"/>
                </a:lnTo>
                <a:lnTo>
                  <a:pt x="1132" y="2937"/>
                </a:lnTo>
                <a:moveTo>
                  <a:pt x="1369" y="3221"/>
                </a:moveTo>
                <a:lnTo>
                  <a:pt x="1363" y="3213"/>
                </a:lnTo>
                <a:lnTo>
                  <a:pt x="1356" y="3202"/>
                </a:lnTo>
                <a:lnTo>
                  <a:pt x="1350" y="3192"/>
                </a:lnTo>
                <a:moveTo>
                  <a:pt x="1138" y="2894"/>
                </a:moveTo>
                <a:lnTo>
                  <a:pt x="1140" y="2887"/>
                </a:lnTo>
                <a:moveTo>
                  <a:pt x="1138" y="2894"/>
                </a:moveTo>
                <a:lnTo>
                  <a:pt x="1151" y="2898"/>
                </a:lnTo>
                <a:moveTo>
                  <a:pt x="1682" y="1579"/>
                </a:moveTo>
                <a:lnTo>
                  <a:pt x="1680" y="1577"/>
                </a:lnTo>
                <a:lnTo>
                  <a:pt x="1677" y="1574"/>
                </a:lnTo>
                <a:lnTo>
                  <a:pt x="1677" y="1572"/>
                </a:lnTo>
                <a:lnTo>
                  <a:pt x="1674" y="1567"/>
                </a:lnTo>
                <a:moveTo>
                  <a:pt x="1674" y="1567"/>
                </a:moveTo>
                <a:lnTo>
                  <a:pt x="1639" y="1599"/>
                </a:lnTo>
                <a:lnTo>
                  <a:pt x="1627" y="1610"/>
                </a:lnTo>
                <a:lnTo>
                  <a:pt x="1619" y="1617"/>
                </a:lnTo>
                <a:lnTo>
                  <a:pt x="1613" y="1621"/>
                </a:lnTo>
                <a:moveTo>
                  <a:pt x="1705" y="1433"/>
                </a:moveTo>
                <a:lnTo>
                  <a:pt x="1704" y="1449"/>
                </a:lnTo>
                <a:lnTo>
                  <a:pt x="1703" y="1471"/>
                </a:lnTo>
                <a:lnTo>
                  <a:pt x="1702" y="1501"/>
                </a:lnTo>
                <a:lnTo>
                  <a:pt x="1702" y="1510"/>
                </a:lnTo>
                <a:moveTo>
                  <a:pt x="1385" y="2769"/>
                </a:moveTo>
                <a:lnTo>
                  <a:pt x="1311" y="2764"/>
                </a:lnTo>
                <a:moveTo>
                  <a:pt x="1682" y="1579"/>
                </a:moveTo>
                <a:lnTo>
                  <a:pt x="1691" y="1572"/>
                </a:lnTo>
                <a:lnTo>
                  <a:pt x="1694" y="1570"/>
                </a:lnTo>
                <a:lnTo>
                  <a:pt x="1709" y="1560"/>
                </a:lnTo>
                <a:lnTo>
                  <a:pt x="1714" y="1559"/>
                </a:lnTo>
                <a:moveTo>
                  <a:pt x="1702" y="1510"/>
                </a:moveTo>
                <a:lnTo>
                  <a:pt x="1703" y="1518"/>
                </a:lnTo>
                <a:moveTo>
                  <a:pt x="1521" y="1853"/>
                </a:moveTo>
                <a:lnTo>
                  <a:pt x="1522" y="1857"/>
                </a:lnTo>
                <a:lnTo>
                  <a:pt x="1524" y="1873"/>
                </a:lnTo>
                <a:lnTo>
                  <a:pt x="1525" y="1885"/>
                </a:lnTo>
                <a:lnTo>
                  <a:pt x="1526" y="1914"/>
                </a:lnTo>
                <a:moveTo>
                  <a:pt x="1521" y="1853"/>
                </a:moveTo>
                <a:lnTo>
                  <a:pt x="1523" y="1853"/>
                </a:lnTo>
                <a:moveTo>
                  <a:pt x="2057" y="2747"/>
                </a:moveTo>
                <a:lnTo>
                  <a:pt x="2140" y="2744"/>
                </a:lnTo>
                <a:moveTo>
                  <a:pt x="1527" y="1920"/>
                </a:moveTo>
                <a:lnTo>
                  <a:pt x="1527" y="1940"/>
                </a:lnTo>
                <a:moveTo>
                  <a:pt x="1527" y="1920"/>
                </a:moveTo>
                <a:lnTo>
                  <a:pt x="1526" y="1914"/>
                </a:lnTo>
                <a:moveTo>
                  <a:pt x="302" y="1147"/>
                </a:moveTo>
                <a:lnTo>
                  <a:pt x="309" y="1185"/>
                </a:lnTo>
                <a:moveTo>
                  <a:pt x="315" y="1206"/>
                </a:moveTo>
                <a:lnTo>
                  <a:pt x="314" y="1204"/>
                </a:lnTo>
                <a:lnTo>
                  <a:pt x="312" y="1201"/>
                </a:lnTo>
                <a:lnTo>
                  <a:pt x="309" y="1185"/>
                </a:lnTo>
                <a:moveTo>
                  <a:pt x="37" y="1352"/>
                </a:moveTo>
                <a:lnTo>
                  <a:pt x="37" y="1367"/>
                </a:lnTo>
                <a:lnTo>
                  <a:pt x="37" y="1369"/>
                </a:lnTo>
                <a:lnTo>
                  <a:pt x="37" y="1400"/>
                </a:lnTo>
                <a:lnTo>
                  <a:pt x="37" y="1401"/>
                </a:lnTo>
                <a:lnTo>
                  <a:pt x="37" y="1403"/>
                </a:lnTo>
                <a:lnTo>
                  <a:pt x="40" y="1487"/>
                </a:lnTo>
                <a:lnTo>
                  <a:pt x="42" y="1552"/>
                </a:lnTo>
                <a:moveTo>
                  <a:pt x="47" y="1751"/>
                </a:moveTo>
                <a:lnTo>
                  <a:pt x="43" y="1653"/>
                </a:lnTo>
                <a:lnTo>
                  <a:pt x="42" y="1573"/>
                </a:lnTo>
                <a:lnTo>
                  <a:pt x="42" y="1552"/>
                </a:lnTo>
                <a:moveTo>
                  <a:pt x="83" y="1338"/>
                </a:moveTo>
                <a:lnTo>
                  <a:pt x="68" y="1340"/>
                </a:lnTo>
                <a:lnTo>
                  <a:pt x="62" y="1340"/>
                </a:lnTo>
                <a:lnTo>
                  <a:pt x="60" y="1340"/>
                </a:lnTo>
                <a:lnTo>
                  <a:pt x="58" y="1340"/>
                </a:lnTo>
                <a:lnTo>
                  <a:pt x="56" y="1340"/>
                </a:lnTo>
                <a:lnTo>
                  <a:pt x="54" y="1339"/>
                </a:lnTo>
                <a:lnTo>
                  <a:pt x="51" y="1337"/>
                </a:lnTo>
                <a:lnTo>
                  <a:pt x="46" y="1336"/>
                </a:lnTo>
                <a:moveTo>
                  <a:pt x="27" y="1116"/>
                </a:moveTo>
                <a:lnTo>
                  <a:pt x="32" y="1162"/>
                </a:lnTo>
                <a:lnTo>
                  <a:pt x="41" y="1268"/>
                </a:lnTo>
                <a:lnTo>
                  <a:pt x="43" y="1292"/>
                </a:lnTo>
                <a:lnTo>
                  <a:pt x="45" y="1330"/>
                </a:lnTo>
                <a:lnTo>
                  <a:pt x="46" y="1336"/>
                </a:lnTo>
                <a:moveTo>
                  <a:pt x="37" y="1352"/>
                </a:moveTo>
                <a:lnTo>
                  <a:pt x="37" y="1350"/>
                </a:lnTo>
                <a:lnTo>
                  <a:pt x="37" y="1349"/>
                </a:lnTo>
                <a:lnTo>
                  <a:pt x="38" y="1347"/>
                </a:lnTo>
                <a:lnTo>
                  <a:pt x="39" y="1347"/>
                </a:lnTo>
                <a:lnTo>
                  <a:pt x="40" y="1346"/>
                </a:lnTo>
                <a:lnTo>
                  <a:pt x="45" y="1339"/>
                </a:lnTo>
                <a:lnTo>
                  <a:pt x="46" y="1336"/>
                </a:lnTo>
                <a:moveTo>
                  <a:pt x="27" y="1110"/>
                </a:moveTo>
                <a:lnTo>
                  <a:pt x="23" y="1078"/>
                </a:lnTo>
                <a:lnTo>
                  <a:pt x="12" y="1011"/>
                </a:lnTo>
                <a:lnTo>
                  <a:pt x="7" y="986"/>
                </a:lnTo>
                <a:moveTo>
                  <a:pt x="52" y="1837"/>
                </a:moveTo>
                <a:lnTo>
                  <a:pt x="52" y="1851"/>
                </a:lnTo>
                <a:moveTo>
                  <a:pt x="58" y="1994"/>
                </a:moveTo>
                <a:lnTo>
                  <a:pt x="55" y="1922"/>
                </a:lnTo>
                <a:lnTo>
                  <a:pt x="52" y="1851"/>
                </a:lnTo>
                <a:moveTo>
                  <a:pt x="293" y="1084"/>
                </a:moveTo>
                <a:lnTo>
                  <a:pt x="302" y="1147"/>
                </a:lnTo>
                <a:moveTo>
                  <a:pt x="299" y="1298"/>
                </a:moveTo>
                <a:lnTo>
                  <a:pt x="320" y="1293"/>
                </a:lnTo>
                <a:lnTo>
                  <a:pt x="344" y="1288"/>
                </a:lnTo>
                <a:moveTo>
                  <a:pt x="315" y="1206"/>
                </a:moveTo>
                <a:lnTo>
                  <a:pt x="317" y="1208"/>
                </a:lnTo>
                <a:lnTo>
                  <a:pt x="319" y="1209"/>
                </a:lnTo>
                <a:lnTo>
                  <a:pt x="322" y="1211"/>
                </a:lnTo>
                <a:lnTo>
                  <a:pt x="326" y="1214"/>
                </a:lnTo>
                <a:lnTo>
                  <a:pt x="329" y="1218"/>
                </a:lnTo>
                <a:lnTo>
                  <a:pt x="343" y="1283"/>
                </a:lnTo>
                <a:lnTo>
                  <a:pt x="344" y="1288"/>
                </a:lnTo>
                <a:moveTo>
                  <a:pt x="384" y="1282"/>
                </a:moveTo>
                <a:lnTo>
                  <a:pt x="367" y="1284"/>
                </a:lnTo>
                <a:lnTo>
                  <a:pt x="344" y="1288"/>
                </a:lnTo>
                <a:moveTo>
                  <a:pt x="521" y="2246"/>
                </a:moveTo>
                <a:lnTo>
                  <a:pt x="531" y="2244"/>
                </a:lnTo>
                <a:lnTo>
                  <a:pt x="563" y="2240"/>
                </a:lnTo>
                <a:lnTo>
                  <a:pt x="605" y="2238"/>
                </a:lnTo>
                <a:moveTo>
                  <a:pt x="193" y="1327"/>
                </a:moveTo>
                <a:lnTo>
                  <a:pt x="191" y="1327"/>
                </a:lnTo>
                <a:moveTo>
                  <a:pt x="83" y="1338"/>
                </a:moveTo>
                <a:lnTo>
                  <a:pt x="125" y="1335"/>
                </a:lnTo>
                <a:lnTo>
                  <a:pt x="148" y="1332"/>
                </a:lnTo>
                <a:lnTo>
                  <a:pt x="165" y="1331"/>
                </a:lnTo>
                <a:lnTo>
                  <a:pt x="176" y="1330"/>
                </a:lnTo>
                <a:lnTo>
                  <a:pt x="191" y="1327"/>
                </a:lnTo>
                <a:moveTo>
                  <a:pt x="293" y="1078"/>
                </a:moveTo>
                <a:lnTo>
                  <a:pt x="293" y="1084"/>
                </a:lnTo>
                <a:moveTo>
                  <a:pt x="93" y="2346"/>
                </a:moveTo>
                <a:lnTo>
                  <a:pt x="97" y="2382"/>
                </a:lnTo>
                <a:lnTo>
                  <a:pt x="99" y="2409"/>
                </a:lnTo>
                <a:moveTo>
                  <a:pt x="73" y="2184"/>
                </a:moveTo>
                <a:lnTo>
                  <a:pt x="73" y="2180"/>
                </a:lnTo>
                <a:lnTo>
                  <a:pt x="72" y="2174"/>
                </a:lnTo>
                <a:lnTo>
                  <a:pt x="71" y="2164"/>
                </a:lnTo>
                <a:moveTo>
                  <a:pt x="58" y="1994"/>
                </a:moveTo>
                <a:lnTo>
                  <a:pt x="59" y="2031"/>
                </a:lnTo>
                <a:lnTo>
                  <a:pt x="61" y="2056"/>
                </a:lnTo>
                <a:lnTo>
                  <a:pt x="66" y="2121"/>
                </a:lnTo>
                <a:lnTo>
                  <a:pt x="68" y="2143"/>
                </a:lnTo>
                <a:lnTo>
                  <a:pt x="71" y="2164"/>
                </a:lnTo>
                <a:moveTo>
                  <a:pt x="79" y="2302"/>
                </a:moveTo>
                <a:lnTo>
                  <a:pt x="93" y="2346"/>
                </a:lnTo>
                <a:moveTo>
                  <a:pt x="377" y="2639"/>
                </a:moveTo>
                <a:lnTo>
                  <a:pt x="371" y="2653"/>
                </a:lnTo>
                <a:moveTo>
                  <a:pt x="377" y="2639"/>
                </a:moveTo>
                <a:lnTo>
                  <a:pt x="391" y="2609"/>
                </a:lnTo>
                <a:moveTo>
                  <a:pt x="531" y="2654"/>
                </a:moveTo>
                <a:lnTo>
                  <a:pt x="544" y="2661"/>
                </a:lnTo>
                <a:moveTo>
                  <a:pt x="457" y="3006"/>
                </a:moveTo>
                <a:lnTo>
                  <a:pt x="463" y="2996"/>
                </a:lnTo>
                <a:moveTo>
                  <a:pt x="485" y="2963"/>
                </a:moveTo>
                <a:lnTo>
                  <a:pt x="478" y="2972"/>
                </a:lnTo>
                <a:lnTo>
                  <a:pt x="463" y="2996"/>
                </a:lnTo>
                <a:moveTo>
                  <a:pt x="12" y="2950"/>
                </a:moveTo>
                <a:lnTo>
                  <a:pt x="11" y="2947"/>
                </a:lnTo>
                <a:lnTo>
                  <a:pt x="10" y="2942"/>
                </a:lnTo>
                <a:lnTo>
                  <a:pt x="7" y="2938"/>
                </a:lnTo>
                <a:lnTo>
                  <a:pt x="4" y="2934"/>
                </a:lnTo>
                <a:moveTo>
                  <a:pt x="2750" y="1923"/>
                </a:moveTo>
                <a:lnTo>
                  <a:pt x="2752" y="1929"/>
                </a:lnTo>
                <a:moveTo>
                  <a:pt x="2757" y="1949"/>
                </a:moveTo>
                <a:lnTo>
                  <a:pt x="2757" y="1947"/>
                </a:lnTo>
                <a:lnTo>
                  <a:pt x="2752" y="1929"/>
                </a:lnTo>
                <a:moveTo>
                  <a:pt x="2904" y="1846"/>
                </a:moveTo>
                <a:lnTo>
                  <a:pt x="2902" y="1857"/>
                </a:lnTo>
                <a:moveTo>
                  <a:pt x="2893" y="1923"/>
                </a:moveTo>
                <a:lnTo>
                  <a:pt x="2895" y="1906"/>
                </a:lnTo>
                <a:lnTo>
                  <a:pt x="2902" y="1857"/>
                </a:lnTo>
                <a:moveTo>
                  <a:pt x="2906" y="1824"/>
                </a:moveTo>
                <a:lnTo>
                  <a:pt x="2904" y="1846"/>
                </a:lnTo>
                <a:moveTo>
                  <a:pt x="2750" y="1910"/>
                </a:moveTo>
                <a:lnTo>
                  <a:pt x="2750" y="1917"/>
                </a:lnTo>
                <a:moveTo>
                  <a:pt x="2750" y="1923"/>
                </a:moveTo>
                <a:lnTo>
                  <a:pt x="2750" y="1917"/>
                </a:lnTo>
                <a:moveTo>
                  <a:pt x="2644" y="1988"/>
                </a:moveTo>
                <a:lnTo>
                  <a:pt x="2757" y="1949"/>
                </a:lnTo>
                <a:moveTo>
                  <a:pt x="2751" y="1841"/>
                </a:moveTo>
                <a:lnTo>
                  <a:pt x="2749" y="1858"/>
                </a:lnTo>
                <a:moveTo>
                  <a:pt x="2749" y="1876"/>
                </a:moveTo>
                <a:lnTo>
                  <a:pt x="2749" y="1858"/>
                </a:lnTo>
                <a:moveTo>
                  <a:pt x="2460" y="2056"/>
                </a:moveTo>
                <a:lnTo>
                  <a:pt x="2401" y="2080"/>
                </a:lnTo>
                <a:moveTo>
                  <a:pt x="2401" y="2080"/>
                </a:moveTo>
                <a:lnTo>
                  <a:pt x="2394" y="2044"/>
                </a:lnTo>
                <a:moveTo>
                  <a:pt x="2847" y="2909"/>
                </a:moveTo>
                <a:lnTo>
                  <a:pt x="2842" y="2938"/>
                </a:lnTo>
                <a:moveTo>
                  <a:pt x="2833" y="2997"/>
                </a:moveTo>
                <a:lnTo>
                  <a:pt x="2837" y="2967"/>
                </a:lnTo>
                <a:lnTo>
                  <a:pt x="2842" y="2938"/>
                </a:lnTo>
                <a:moveTo>
                  <a:pt x="2642" y="2753"/>
                </a:moveTo>
                <a:lnTo>
                  <a:pt x="2657" y="2754"/>
                </a:lnTo>
                <a:lnTo>
                  <a:pt x="2681" y="2757"/>
                </a:lnTo>
                <a:moveTo>
                  <a:pt x="2642" y="2753"/>
                </a:moveTo>
                <a:lnTo>
                  <a:pt x="2626" y="2751"/>
                </a:lnTo>
                <a:moveTo>
                  <a:pt x="2854" y="2854"/>
                </a:moveTo>
                <a:lnTo>
                  <a:pt x="2856" y="2834"/>
                </a:lnTo>
                <a:moveTo>
                  <a:pt x="2857" y="2797"/>
                </a:moveTo>
                <a:lnTo>
                  <a:pt x="2856" y="2811"/>
                </a:lnTo>
                <a:lnTo>
                  <a:pt x="2856" y="2834"/>
                </a:lnTo>
                <a:moveTo>
                  <a:pt x="2854" y="2854"/>
                </a:moveTo>
                <a:lnTo>
                  <a:pt x="2852" y="2877"/>
                </a:lnTo>
                <a:moveTo>
                  <a:pt x="2847" y="2909"/>
                </a:moveTo>
                <a:lnTo>
                  <a:pt x="2852" y="2877"/>
                </a:lnTo>
                <a:moveTo>
                  <a:pt x="2640" y="2762"/>
                </a:moveTo>
                <a:lnTo>
                  <a:pt x="2567" y="2754"/>
                </a:lnTo>
                <a:moveTo>
                  <a:pt x="2640" y="2762"/>
                </a:moveTo>
                <a:lnTo>
                  <a:pt x="2648" y="2764"/>
                </a:lnTo>
                <a:lnTo>
                  <a:pt x="2655" y="2765"/>
                </a:lnTo>
                <a:lnTo>
                  <a:pt x="2712" y="2772"/>
                </a:lnTo>
                <a:moveTo>
                  <a:pt x="2361" y="3037"/>
                </a:moveTo>
                <a:lnTo>
                  <a:pt x="2358" y="3068"/>
                </a:lnTo>
                <a:lnTo>
                  <a:pt x="2356" y="3092"/>
                </a:lnTo>
                <a:moveTo>
                  <a:pt x="2361" y="3037"/>
                </a:moveTo>
                <a:lnTo>
                  <a:pt x="2370" y="2928"/>
                </a:lnTo>
                <a:lnTo>
                  <a:pt x="2370" y="2917"/>
                </a:lnTo>
                <a:moveTo>
                  <a:pt x="2174" y="2972"/>
                </a:moveTo>
                <a:lnTo>
                  <a:pt x="2174" y="2965"/>
                </a:lnTo>
                <a:moveTo>
                  <a:pt x="2174" y="2972"/>
                </a:moveTo>
                <a:lnTo>
                  <a:pt x="2175" y="2985"/>
                </a:lnTo>
                <a:moveTo>
                  <a:pt x="4154" y="2607"/>
                </a:moveTo>
                <a:lnTo>
                  <a:pt x="4129" y="2688"/>
                </a:lnTo>
                <a:lnTo>
                  <a:pt x="4110" y="2762"/>
                </a:lnTo>
                <a:moveTo>
                  <a:pt x="4154" y="2607"/>
                </a:moveTo>
                <a:lnTo>
                  <a:pt x="4191" y="2470"/>
                </a:lnTo>
                <a:moveTo>
                  <a:pt x="4219" y="2318"/>
                </a:moveTo>
                <a:lnTo>
                  <a:pt x="4262" y="2167"/>
                </a:lnTo>
                <a:moveTo>
                  <a:pt x="4219" y="2318"/>
                </a:moveTo>
                <a:lnTo>
                  <a:pt x="4220" y="2319"/>
                </a:lnTo>
                <a:lnTo>
                  <a:pt x="4229" y="2322"/>
                </a:lnTo>
                <a:lnTo>
                  <a:pt x="4232" y="2323"/>
                </a:lnTo>
                <a:moveTo>
                  <a:pt x="4219" y="2318"/>
                </a:moveTo>
                <a:lnTo>
                  <a:pt x="4208" y="2315"/>
                </a:lnTo>
                <a:lnTo>
                  <a:pt x="4183" y="2308"/>
                </a:lnTo>
                <a:moveTo>
                  <a:pt x="4219" y="2318"/>
                </a:moveTo>
                <a:lnTo>
                  <a:pt x="4217" y="2325"/>
                </a:lnTo>
                <a:moveTo>
                  <a:pt x="3607" y="2029"/>
                </a:moveTo>
                <a:lnTo>
                  <a:pt x="3604" y="2123"/>
                </a:lnTo>
                <a:moveTo>
                  <a:pt x="3581" y="2120"/>
                </a:moveTo>
                <a:lnTo>
                  <a:pt x="3604" y="2123"/>
                </a:lnTo>
                <a:moveTo>
                  <a:pt x="4067" y="2963"/>
                </a:moveTo>
                <a:lnTo>
                  <a:pt x="4072" y="2942"/>
                </a:lnTo>
                <a:lnTo>
                  <a:pt x="4072" y="2931"/>
                </a:lnTo>
                <a:lnTo>
                  <a:pt x="4068" y="2879"/>
                </a:lnTo>
                <a:lnTo>
                  <a:pt x="4070" y="2858"/>
                </a:lnTo>
                <a:lnTo>
                  <a:pt x="4077" y="2836"/>
                </a:lnTo>
                <a:lnTo>
                  <a:pt x="4096" y="2766"/>
                </a:lnTo>
                <a:moveTo>
                  <a:pt x="3839" y="2214"/>
                </a:moveTo>
                <a:lnTo>
                  <a:pt x="3861" y="2222"/>
                </a:lnTo>
                <a:lnTo>
                  <a:pt x="3906" y="2235"/>
                </a:lnTo>
                <a:lnTo>
                  <a:pt x="3919" y="2238"/>
                </a:lnTo>
                <a:moveTo>
                  <a:pt x="3954" y="2248"/>
                </a:moveTo>
                <a:lnTo>
                  <a:pt x="3941" y="2244"/>
                </a:lnTo>
                <a:lnTo>
                  <a:pt x="3925" y="2239"/>
                </a:lnTo>
                <a:lnTo>
                  <a:pt x="3919" y="2238"/>
                </a:lnTo>
                <a:moveTo>
                  <a:pt x="4331" y="1921"/>
                </a:moveTo>
                <a:lnTo>
                  <a:pt x="4322" y="1949"/>
                </a:lnTo>
                <a:lnTo>
                  <a:pt x="4313" y="1987"/>
                </a:lnTo>
                <a:lnTo>
                  <a:pt x="4295" y="2050"/>
                </a:lnTo>
                <a:lnTo>
                  <a:pt x="4283" y="2096"/>
                </a:lnTo>
                <a:lnTo>
                  <a:pt x="4262" y="2167"/>
                </a:lnTo>
                <a:moveTo>
                  <a:pt x="4274" y="2169"/>
                </a:moveTo>
                <a:lnTo>
                  <a:pt x="4272" y="2169"/>
                </a:lnTo>
                <a:lnTo>
                  <a:pt x="4265" y="2167"/>
                </a:lnTo>
                <a:lnTo>
                  <a:pt x="4262" y="2167"/>
                </a:lnTo>
                <a:moveTo>
                  <a:pt x="4110" y="2762"/>
                </a:moveTo>
                <a:lnTo>
                  <a:pt x="4087" y="2842"/>
                </a:lnTo>
                <a:lnTo>
                  <a:pt x="4079" y="2868"/>
                </a:lnTo>
                <a:moveTo>
                  <a:pt x="4274" y="2169"/>
                </a:moveTo>
                <a:lnTo>
                  <a:pt x="4235" y="2311"/>
                </a:lnTo>
                <a:lnTo>
                  <a:pt x="4232" y="2323"/>
                </a:lnTo>
                <a:moveTo>
                  <a:pt x="3766" y="2152"/>
                </a:moveTo>
                <a:lnTo>
                  <a:pt x="3767" y="2153"/>
                </a:lnTo>
                <a:lnTo>
                  <a:pt x="3767" y="2155"/>
                </a:lnTo>
                <a:lnTo>
                  <a:pt x="3768" y="2156"/>
                </a:lnTo>
                <a:lnTo>
                  <a:pt x="3766" y="2167"/>
                </a:lnTo>
                <a:lnTo>
                  <a:pt x="3764" y="2189"/>
                </a:lnTo>
                <a:moveTo>
                  <a:pt x="3756" y="2226"/>
                </a:moveTo>
                <a:lnTo>
                  <a:pt x="3758" y="2215"/>
                </a:lnTo>
                <a:lnTo>
                  <a:pt x="3764" y="2189"/>
                </a:lnTo>
                <a:moveTo>
                  <a:pt x="3800" y="2199"/>
                </a:moveTo>
                <a:lnTo>
                  <a:pt x="3786" y="2194"/>
                </a:lnTo>
                <a:lnTo>
                  <a:pt x="3764" y="2189"/>
                </a:lnTo>
                <a:moveTo>
                  <a:pt x="4026" y="3146"/>
                </a:moveTo>
                <a:lnTo>
                  <a:pt x="4023" y="3167"/>
                </a:lnTo>
                <a:moveTo>
                  <a:pt x="4026" y="3146"/>
                </a:moveTo>
                <a:lnTo>
                  <a:pt x="4027" y="3138"/>
                </a:lnTo>
                <a:moveTo>
                  <a:pt x="4026" y="3146"/>
                </a:moveTo>
                <a:lnTo>
                  <a:pt x="4042" y="3167"/>
                </a:lnTo>
                <a:moveTo>
                  <a:pt x="4072" y="2987"/>
                </a:moveTo>
                <a:lnTo>
                  <a:pt x="4065" y="3007"/>
                </a:lnTo>
                <a:lnTo>
                  <a:pt x="4058" y="3027"/>
                </a:lnTo>
                <a:lnTo>
                  <a:pt x="4054" y="3043"/>
                </a:lnTo>
                <a:moveTo>
                  <a:pt x="4072" y="2987"/>
                </a:moveTo>
                <a:lnTo>
                  <a:pt x="4076" y="2975"/>
                </a:lnTo>
                <a:lnTo>
                  <a:pt x="4079" y="2964"/>
                </a:lnTo>
                <a:moveTo>
                  <a:pt x="4096" y="2766"/>
                </a:moveTo>
                <a:lnTo>
                  <a:pt x="4098" y="2759"/>
                </a:lnTo>
                <a:moveTo>
                  <a:pt x="4140" y="2602"/>
                </a:moveTo>
                <a:lnTo>
                  <a:pt x="4179" y="2466"/>
                </a:lnTo>
                <a:moveTo>
                  <a:pt x="4140" y="2602"/>
                </a:moveTo>
                <a:lnTo>
                  <a:pt x="4123" y="2673"/>
                </a:lnTo>
                <a:lnTo>
                  <a:pt x="4098" y="2759"/>
                </a:lnTo>
                <a:moveTo>
                  <a:pt x="4232" y="2323"/>
                </a:moveTo>
                <a:lnTo>
                  <a:pt x="4231" y="2329"/>
                </a:lnTo>
                <a:moveTo>
                  <a:pt x="4232" y="2323"/>
                </a:moveTo>
                <a:lnTo>
                  <a:pt x="4269" y="2332"/>
                </a:lnTo>
                <a:moveTo>
                  <a:pt x="4079" y="2868"/>
                </a:moveTo>
                <a:lnTo>
                  <a:pt x="4079" y="2877"/>
                </a:lnTo>
                <a:lnTo>
                  <a:pt x="4081" y="2892"/>
                </a:lnTo>
                <a:lnTo>
                  <a:pt x="4086" y="2915"/>
                </a:lnTo>
                <a:lnTo>
                  <a:pt x="4086" y="2927"/>
                </a:lnTo>
                <a:lnTo>
                  <a:pt x="4087" y="2938"/>
                </a:lnTo>
                <a:moveTo>
                  <a:pt x="4179" y="2466"/>
                </a:moveTo>
                <a:lnTo>
                  <a:pt x="4191" y="2417"/>
                </a:lnTo>
                <a:lnTo>
                  <a:pt x="4217" y="2325"/>
                </a:lnTo>
                <a:moveTo>
                  <a:pt x="3372" y="2020"/>
                </a:moveTo>
                <a:lnTo>
                  <a:pt x="3374" y="2026"/>
                </a:lnTo>
                <a:lnTo>
                  <a:pt x="3374" y="2029"/>
                </a:lnTo>
                <a:lnTo>
                  <a:pt x="3375" y="2033"/>
                </a:lnTo>
                <a:lnTo>
                  <a:pt x="3375" y="2037"/>
                </a:lnTo>
                <a:lnTo>
                  <a:pt x="3376" y="2056"/>
                </a:lnTo>
                <a:lnTo>
                  <a:pt x="3376" y="2083"/>
                </a:lnTo>
                <a:lnTo>
                  <a:pt x="3376" y="2084"/>
                </a:lnTo>
                <a:lnTo>
                  <a:pt x="3375" y="2090"/>
                </a:lnTo>
                <a:moveTo>
                  <a:pt x="3369" y="2155"/>
                </a:moveTo>
                <a:lnTo>
                  <a:pt x="3369" y="2151"/>
                </a:lnTo>
                <a:lnTo>
                  <a:pt x="3369" y="2147"/>
                </a:lnTo>
                <a:lnTo>
                  <a:pt x="3372" y="2120"/>
                </a:lnTo>
                <a:lnTo>
                  <a:pt x="3374" y="2105"/>
                </a:lnTo>
                <a:lnTo>
                  <a:pt x="3375" y="2090"/>
                </a:lnTo>
                <a:moveTo>
                  <a:pt x="3534" y="2110"/>
                </a:moveTo>
                <a:lnTo>
                  <a:pt x="3528" y="2110"/>
                </a:lnTo>
                <a:lnTo>
                  <a:pt x="3509" y="2107"/>
                </a:lnTo>
                <a:lnTo>
                  <a:pt x="3488" y="2106"/>
                </a:lnTo>
                <a:lnTo>
                  <a:pt x="3425" y="2098"/>
                </a:lnTo>
                <a:lnTo>
                  <a:pt x="3396" y="2093"/>
                </a:lnTo>
                <a:lnTo>
                  <a:pt x="3375" y="2090"/>
                </a:lnTo>
                <a:moveTo>
                  <a:pt x="3717" y="3097"/>
                </a:moveTo>
                <a:lnTo>
                  <a:pt x="3706" y="3095"/>
                </a:lnTo>
                <a:moveTo>
                  <a:pt x="3694" y="3090"/>
                </a:moveTo>
                <a:lnTo>
                  <a:pt x="3697" y="3091"/>
                </a:lnTo>
                <a:lnTo>
                  <a:pt x="3706" y="3095"/>
                </a:lnTo>
                <a:moveTo>
                  <a:pt x="3327" y="2977"/>
                </a:moveTo>
                <a:lnTo>
                  <a:pt x="3327" y="2979"/>
                </a:lnTo>
                <a:lnTo>
                  <a:pt x="3326" y="2989"/>
                </a:lnTo>
                <a:lnTo>
                  <a:pt x="3322" y="3012"/>
                </a:lnTo>
                <a:lnTo>
                  <a:pt x="3319" y="3030"/>
                </a:lnTo>
                <a:lnTo>
                  <a:pt x="3317" y="3049"/>
                </a:lnTo>
                <a:moveTo>
                  <a:pt x="3309" y="3110"/>
                </a:moveTo>
                <a:lnTo>
                  <a:pt x="3312" y="3090"/>
                </a:lnTo>
                <a:lnTo>
                  <a:pt x="3314" y="3071"/>
                </a:lnTo>
                <a:lnTo>
                  <a:pt x="3316" y="3059"/>
                </a:lnTo>
                <a:lnTo>
                  <a:pt x="3317" y="3049"/>
                </a:lnTo>
                <a:moveTo>
                  <a:pt x="3408" y="3055"/>
                </a:moveTo>
                <a:lnTo>
                  <a:pt x="3381" y="3056"/>
                </a:lnTo>
                <a:lnTo>
                  <a:pt x="3367" y="3055"/>
                </a:lnTo>
                <a:lnTo>
                  <a:pt x="3333" y="3051"/>
                </a:lnTo>
                <a:lnTo>
                  <a:pt x="3317" y="3049"/>
                </a:lnTo>
                <a:moveTo>
                  <a:pt x="4005" y="3131"/>
                </a:moveTo>
                <a:lnTo>
                  <a:pt x="3995" y="3129"/>
                </a:lnTo>
                <a:lnTo>
                  <a:pt x="3992" y="3128"/>
                </a:lnTo>
                <a:moveTo>
                  <a:pt x="3932" y="3111"/>
                </a:moveTo>
                <a:lnTo>
                  <a:pt x="3947" y="3115"/>
                </a:lnTo>
                <a:lnTo>
                  <a:pt x="3992" y="3128"/>
                </a:lnTo>
                <a:moveTo>
                  <a:pt x="3620" y="3063"/>
                </a:moveTo>
                <a:lnTo>
                  <a:pt x="3647" y="3069"/>
                </a:lnTo>
                <a:lnTo>
                  <a:pt x="3663" y="3074"/>
                </a:lnTo>
                <a:lnTo>
                  <a:pt x="3694" y="3090"/>
                </a:lnTo>
                <a:moveTo>
                  <a:pt x="3863" y="3096"/>
                </a:moveTo>
                <a:lnTo>
                  <a:pt x="3846" y="3097"/>
                </a:lnTo>
                <a:moveTo>
                  <a:pt x="3749" y="3099"/>
                </a:moveTo>
                <a:lnTo>
                  <a:pt x="3773" y="3098"/>
                </a:lnTo>
                <a:lnTo>
                  <a:pt x="3792" y="3097"/>
                </a:lnTo>
                <a:lnTo>
                  <a:pt x="3807" y="3097"/>
                </a:lnTo>
                <a:lnTo>
                  <a:pt x="3829" y="3098"/>
                </a:lnTo>
                <a:lnTo>
                  <a:pt x="3833" y="3097"/>
                </a:lnTo>
                <a:lnTo>
                  <a:pt x="3846" y="3097"/>
                </a:lnTo>
                <a:moveTo>
                  <a:pt x="135" y="531"/>
                </a:moveTo>
                <a:lnTo>
                  <a:pt x="142" y="531"/>
                </a:lnTo>
                <a:moveTo>
                  <a:pt x="143" y="531"/>
                </a:moveTo>
                <a:lnTo>
                  <a:pt x="142" y="531"/>
                </a:lnTo>
                <a:moveTo>
                  <a:pt x="634" y="765"/>
                </a:moveTo>
                <a:lnTo>
                  <a:pt x="639" y="809"/>
                </a:lnTo>
                <a:moveTo>
                  <a:pt x="639" y="819"/>
                </a:moveTo>
                <a:lnTo>
                  <a:pt x="639" y="809"/>
                </a:lnTo>
                <a:moveTo>
                  <a:pt x="143" y="531"/>
                </a:moveTo>
                <a:lnTo>
                  <a:pt x="205" y="528"/>
                </a:lnTo>
                <a:lnTo>
                  <a:pt x="212" y="527"/>
                </a:lnTo>
                <a:lnTo>
                  <a:pt x="216" y="527"/>
                </a:lnTo>
                <a:moveTo>
                  <a:pt x="417" y="485"/>
                </a:moveTo>
                <a:lnTo>
                  <a:pt x="320" y="508"/>
                </a:lnTo>
                <a:lnTo>
                  <a:pt x="216" y="527"/>
                </a:lnTo>
                <a:moveTo>
                  <a:pt x="223" y="590"/>
                </a:moveTo>
                <a:lnTo>
                  <a:pt x="221" y="579"/>
                </a:lnTo>
                <a:lnTo>
                  <a:pt x="220" y="564"/>
                </a:lnTo>
                <a:lnTo>
                  <a:pt x="216" y="527"/>
                </a:lnTo>
                <a:moveTo>
                  <a:pt x="283" y="1014"/>
                </a:moveTo>
                <a:lnTo>
                  <a:pt x="268" y="908"/>
                </a:lnTo>
                <a:moveTo>
                  <a:pt x="265" y="882"/>
                </a:moveTo>
                <a:lnTo>
                  <a:pt x="268" y="908"/>
                </a:lnTo>
                <a:moveTo>
                  <a:pt x="139" y="508"/>
                </a:moveTo>
                <a:lnTo>
                  <a:pt x="141" y="508"/>
                </a:lnTo>
                <a:lnTo>
                  <a:pt x="147" y="508"/>
                </a:lnTo>
                <a:lnTo>
                  <a:pt x="160" y="507"/>
                </a:lnTo>
                <a:lnTo>
                  <a:pt x="200" y="505"/>
                </a:lnTo>
                <a:moveTo>
                  <a:pt x="666" y="1040"/>
                </a:moveTo>
                <a:lnTo>
                  <a:pt x="657" y="967"/>
                </a:lnTo>
                <a:moveTo>
                  <a:pt x="614" y="608"/>
                </a:moveTo>
                <a:lnTo>
                  <a:pt x="613" y="602"/>
                </a:lnTo>
                <a:moveTo>
                  <a:pt x="526" y="498"/>
                </a:moveTo>
                <a:lnTo>
                  <a:pt x="547" y="525"/>
                </a:lnTo>
                <a:lnTo>
                  <a:pt x="567" y="550"/>
                </a:lnTo>
                <a:lnTo>
                  <a:pt x="607" y="594"/>
                </a:lnTo>
                <a:lnTo>
                  <a:pt x="610" y="597"/>
                </a:lnTo>
                <a:lnTo>
                  <a:pt x="613" y="602"/>
                </a:lnTo>
                <a:moveTo>
                  <a:pt x="614" y="608"/>
                </a:moveTo>
                <a:lnTo>
                  <a:pt x="629" y="730"/>
                </a:lnTo>
                <a:moveTo>
                  <a:pt x="634" y="765"/>
                </a:moveTo>
                <a:lnTo>
                  <a:pt x="629" y="730"/>
                </a:lnTo>
                <a:moveTo>
                  <a:pt x="2526" y="347"/>
                </a:moveTo>
                <a:lnTo>
                  <a:pt x="2584" y="315"/>
                </a:lnTo>
                <a:lnTo>
                  <a:pt x="2653" y="287"/>
                </a:lnTo>
                <a:lnTo>
                  <a:pt x="2674" y="278"/>
                </a:lnTo>
                <a:moveTo>
                  <a:pt x="2526" y="347"/>
                </a:moveTo>
                <a:lnTo>
                  <a:pt x="2516" y="352"/>
                </a:lnTo>
                <a:lnTo>
                  <a:pt x="2490" y="367"/>
                </a:lnTo>
                <a:lnTo>
                  <a:pt x="2475" y="376"/>
                </a:lnTo>
                <a:lnTo>
                  <a:pt x="2464" y="384"/>
                </a:lnTo>
                <a:moveTo>
                  <a:pt x="2464" y="384"/>
                </a:moveTo>
                <a:lnTo>
                  <a:pt x="2444" y="394"/>
                </a:lnTo>
                <a:lnTo>
                  <a:pt x="2416" y="406"/>
                </a:lnTo>
                <a:moveTo>
                  <a:pt x="2464" y="384"/>
                </a:moveTo>
                <a:lnTo>
                  <a:pt x="2464" y="391"/>
                </a:lnTo>
                <a:lnTo>
                  <a:pt x="2466" y="396"/>
                </a:lnTo>
                <a:lnTo>
                  <a:pt x="2470" y="399"/>
                </a:lnTo>
                <a:lnTo>
                  <a:pt x="2476" y="397"/>
                </a:lnTo>
                <a:moveTo>
                  <a:pt x="3506" y="396"/>
                </a:moveTo>
                <a:lnTo>
                  <a:pt x="3520" y="409"/>
                </a:lnTo>
                <a:lnTo>
                  <a:pt x="3528" y="419"/>
                </a:lnTo>
                <a:lnTo>
                  <a:pt x="3545" y="443"/>
                </a:lnTo>
                <a:lnTo>
                  <a:pt x="3550" y="450"/>
                </a:lnTo>
                <a:moveTo>
                  <a:pt x="3506" y="396"/>
                </a:moveTo>
                <a:lnTo>
                  <a:pt x="3484" y="376"/>
                </a:lnTo>
                <a:lnTo>
                  <a:pt x="3467" y="364"/>
                </a:lnTo>
                <a:lnTo>
                  <a:pt x="3459" y="359"/>
                </a:lnTo>
                <a:lnTo>
                  <a:pt x="3439" y="348"/>
                </a:lnTo>
                <a:lnTo>
                  <a:pt x="3372" y="310"/>
                </a:lnTo>
                <a:lnTo>
                  <a:pt x="3253" y="250"/>
                </a:lnTo>
                <a:lnTo>
                  <a:pt x="3244" y="248"/>
                </a:lnTo>
                <a:lnTo>
                  <a:pt x="3242" y="248"/>
                </a:lnTo>
                <a:lnTo>
                  <a:pt x="3221" y="255"/>
                </a:lnTo>
                <a:lnTo>
                  <a:pt x="3217" y="254"/>
                </a:lnTo>
                <a:lnTo>
                  <a:pt x="3185" y="236"/>
                </a:lnTo>
                <a:lnTo>
                  <a:pt x="3133" y="203"/>
                </a:lnTo>
                <a:lnTo>
                  <a:pt x="3115" y="183"/>
                </a:lnTo>
                <a:lnTo>
                  <a:pt x="3099" y="175"/>
                </a:lnTo>
                <a:lnTo>
                  <a:pt x="3083" y="169"/>
                </a:lnTo>
                <a:lnTo>
                  <a:pt x="3062" y="165"/>
                </a:lnTo>
                <a:lnTo>
                  <a:pt x="3027" y="162"/>
                </a:lnTo>
                <a:lnTo>
                  <a:pt x="2991" y="162"/>
                </a:lnTo>
                <a:lnTo>
                  <a:pt x="2970" y="164"/>
                </a:lnTo>
                <a:lnTo>
                  <a:pt x="2961" y="167"/>
                </a:lnTo>
                <a:lnTo>
                  <a:pt x="2926" y="178"/>
                </a:lnTo>
                <a:lnTo>
                  <a:pt x="2705" y="266"/>
                </a:lnTo>
                <a:lnTo>
                  <a:pt x="2674" y="278"/>
                </a:lnTo>
                <a:moveTo>
                  <a:pt x="3550" y="450"/>
                </a:moveTo>
                <a:lnTo>
                  <a:pt x="3556" y="465"/>
                </a:lnTo>
                <a:moveTo>
                  <a:pt x="3564" y="562"/>
                </a:moveTo>
                <a:lnTo>
                  <a:pt x="3562" y="547"/>
                </a:lnTo>
                <a:lnTo>
                  <a:pt x="3559" y="532"/>
                </a:lnTo>
                <a:lnTo>
                  <a:pt x="3549" y="492"/>
                </a:lnTo>
                <a:lnTo>
                  <a:pt x="3542" y="475"/>
                </a:lnTo>
                <a:moveTo>
                  <a:pt x="3564" y="562"/>
                </a:moveTo>
                <a:lnTo>
                  <a:pt x="3564" y="573"/>
                </a:lnTo>
                <a:lnTo>
                  <a:pt x="3564" y="604"/>
                </a:lnTo>
                <a:lnTo>
                  <a:pt x="3561" y="687"/>
                </a:lnTo>
                <a:lnTo>
                  <a:pt x="3559" y="706"/>
                </a:lnTo>
                <a:moveTo>
                  <a:pt x="3585" y="562"/>
                </a:moveTo>
                <a:lnTo>
                  <a:pt x="3587" y="648"/>
                </a:lnTo>
                <a:lnTo>
                  <a:pt x="3587" y="692"/>
                </a:lnTo>
                <a:moveTo>
                  <a:pt x="3585" y="562"/>
                </a:moveTo>
                <a:lnTo>
                  <a:pt x="3583" y="552"/>
                </a:lnTo>
                <a:lnTo>
                  <a:pt x="3581" y="541"/>
                </a:lnTo>
                <a:lnTo>
                  <a:pt x="3577" y="524"/>
                </a:lnTo>
                <a:lnTo>
                  <a:pt x="3574" y="512"/>
                </a:lnTo>
                <a:lnTo>
                  <a:pt x="3567" y="494"/>
                </a:lnTo>
                <a:lnTo>
                  <a:pt x="3560" y="475"/>
                </a:lnTo>
                <a:lnTo>
                  <a:pt x="3556" y="465"/>
                </a:lnTo>
                <a:moveTo>
                  <a:pt x="3587" y="692"/>
                </a:moveTo>
                <a:lnTo>
                  <a:pt x="3588" y="697"/>
                </a:lnTo>
                <a:lnTo>
                  <a:pt x="3588" y="700"/>
                </a:lnTo>
                <a:lnTo>
                  <a:pt x="3590" y="702"/>
                </a:lnTo>
                <a:lnTo>
                  <a:pt x="3592" y="705"/>
                </a:lnTo>
                <a:lnTo>
                  <a:pt x="3594" y="707"/>
                </a:lnTo>
                <a:lnTo>
                  <a:pt x="3597" y="709"/>
                </a:lnTo>
                <a:lnTo>
                  <a:pt x="3602" y="710"/>
                </a:lnTo>
                <a:lnTo>
                  <a:pt x="3607" y="711"/>
                </a:lnTo>
                <a:lnTo>
                  <a:pt x="3615" y="712"/>
                </a:lnTo>
                <a:lnTo>
                  <a:pt x="3629" y="713"/>
                </a:lnTo>
                <a:lnTo>
                  <a:pt x="3643" y="714"/>
                </a:lnTo>
                <a:lnTo>
                  <a:pt x="3645" y="714"/>
                </a:lnTo>
                <a:moveTo>
                  <a:pt x="3587" y="692"/>
                </a:moveTo>
                <a:lnTo>
                  <a:pt x="3586" y="710"/>
                </a:lnTo>
                <a:lnTo>
                  <a:pt x="3583" y="718"/>
                </a:lnTo>
                <a:lnTo>
                  <a:pt x="3579" y="722"/>
                </a:lnTo>
                <a:lnTo>
                  <a:pt x="3574" y="725"/>
                </a:lnTo>
                <a:lnTo>
                  <a:pt x="3571" y="726"/>
                </a:lnTo>
                <a:moveTo>
                  <a:pt x="1326" y="697"/>
                </a:moveTo>
                <a:lnTo>
                  <a:pt x="1320" y="700"/>
                </a:lnTo>
                <a:moveTo>
                  <a:pt x="1320" y="700"/>
                </a:moveTo>
                <a:lnTo>
                  <a:pt x="1346" y="707"/>
                </a:lnTo>
                <a:lnTo>
                  <a:pt x="1395" y="719"/>
                </a:lnTo>
                <a:lnTo>
                  <a:pt x="1435" y="727"/>
                </a:lnTo>
                <a:lnTo>
                  <a:pt x="1451" y="729"/>
                </a:lnTo>
                <a:lnTo>
                  <a:pt x="1468" y="727"/>
                </a:lnTo>
                <a:lnTo>
                  <a:pt x="1513" y="720"/>
                </a:lnTo>
                <a:lnTo>
                  <a:pt x="1533" y="718"/>
                </a:lnTo>
                <a:lnTo>
                  <a:pt x="1628" y="698"/>
                </a:lnTo>
                <a:lnTo>
                  <a:pt x="1659" y="690"/>
                </a:lnTo>
                <a:lnTo>
                  <a:pt x="1945" y="588"/>
                </a:lnTo>
                <a:moveTo>
                  <a:pt x="1319" y="708"/>
                </a:moveTo>
                <a:lnTo>
                  <a:pt x="1319" y="705"/>
                </a:lnTo>
                <a:lnTo>
                  <a:pt x="1320" y="700"/>
                </a:lnTo>
                <a:moveTo>
                  <a:pt x="1320" y="700"/>
                </a:moveTo>
                <a:lnTo>
                  <a:pt x="1250" y="684"/>
                </a:lnTo>
                <a:moveTo>
                  <a:pt x="3559" y="706"/>
                </a:moveTo>
                <a:lnTo>
                  <a:pt x="3562" y="714"/>
                </a:lnTo>
                <a:lnTo>
                  <a:pt x="3564" y="720"/>
                </a:lnTo>
                <a:lnTo>
                  <a:pt x="3571" y="726"/>
                </a:lnTo>
                <a:moveTo>
                  <a:pt x="3559" y="706"/>
                </a:moveTo>
                <a:lnTo>
                  <a:pt x="3555" y="715"/>
                </a:lnTo>
                <a:lnTo>
                  <a:pt x="3548" y="722"/>
                </a:lnTo>
                <a:lnTo>
                  <a:pt x="3540" y="725"/>
                </a:lnTo>
                <a:lnTo>
                  <a:pt x="3538" y="726"/>
                </a:lnTo>
                <a:moveTo>
                  <a:pt x="1597" y="3120"/>
                </a:moveTo>
                <a:lnTo>
                  <a:pt x="1604" y="3118"/>
                </a:lnTo>
                <a:lnTo>
                  <a:pt x="1607" y="3118"/>
                </a:lnTo>
                <a:lnTo>
                  <a:pt x="1612" y="3117"/>
                </a:lnTo>
                <a:lnTo>
                  <a:pt x="1617" y="3118"/>
                </a:lnTo>
                <a:lnTo>
                  <a:pt x="1620" y="3119"/>
                </a:lnTo>
                <a:lnTo>
                  <a:pt x="1653" y="3133"/>
                </a:lnTo>
                <a:lnTo>
                  <a:pt x="1664" y="3140"/>
                </a:lnTo>
                <a:lnTo>
                  <a:pt x="1667" y="3141"/>
                </a:lnTo>
                <a:lnTo>
                  <a:pt x="1672" y="3143"/>
                </a:lnTo>
                <a:lnTo>
                  <a:pt x="1677" y="3145"/>
                </a:lnTo>
                <a:lnTo>
                  <a:pt x="1730" y="3172"/>
                </a:lnTo>
                <a:lnTo>
                  <a:pt x="1759" y="3185"/>
                </a:lnTo>
                <a:lnTo>
                  <a:pt x="1765" y="3188"/>
                </a:lnTo>
                <a:lnTo>
                  <a:pt x="1787" y="3199"/>
                </a:lnTo>
                <a:lnTo>
                  <a:pt x="1792" y="3202"/>
                </a:lnTo>
                <a:lnTo>
                  <a:pt x="1814" y="3212"/>
                </a:lnTo>
                <a:moveTo>
                  <a:pt x="417" y="485"/>
                </a:moveTo>
                <a:lnTo>
                  <a:pt x="502" y="463"/>
                </a:lnTo>
                <a:lnTo>
                  <a:pt x="503" y="463"/>
                </a:lnTo>
                <a:lnTo>
                  <a:pt x="505" y="464"/>
                </a:lnTo>
                <a:lnTo>
                  <a:pt x="507" y="464"/>
                </a:lnTo>
                <a:lnTo>
                  <a:pt x="507" y="465"/>
                </a:lnTo>
                <a:lnTo>
                  <a:pt x="526" y="498"/>
                </a:lnTo>
                <a:moveTo>
                  <a:pt x="299" y="1298"/>
                </a:moveTo>
                <a:lnTo>
                  <a:pt x="292" y="1300"/>
                </a:lnTo>
                <a:moveTo>
                  <a:pt x="193" y="1327"/>
                </a:moveTo>
                <a:lnTo>
                  <a:pt x="210" y="1322"/>
                </a:lnTo>
                <a:lnTo>
                  <a:pt x="232" y="1317"/>
                </a:lnTo>
                <a:lnTo>
                  <a:pt x="292" y="1300"/>
                </a:lnTo>
                <a:moveTo>
                  <a:pt x="416" y="2594"/>
                </a:moveTo>
                <a:lnTo>
                  <a:pt x="428" y="2599"/>
                </a:lnTo>
                <a:lnTo>
                  <a:pt x="449" y="2609"/>
                </a:lnTo>
                <a:lnTo>
                  <a:pt x="531" y="2645"/>
                </a:lnTo>
                <a:lnTo>
                  <a:pt x="535" y="2646"/>
                </a:lnTo>
                <a:lnTo>
                  <a:pt x="539" y="2645"/>
                </a:lnTo>
                <a:lnTo>
                  <a:pt x="546" y="2642"/>
                </a:lnTo>
                <a:lnTo>
                  <a:pt x="559" y="2634"/>
                </a:lnTo>
                <a:lnTo>
                  <a:pt x="560" y="2634"/>
                </a:lnTo>
                <a:lnTo>
                  <a:pt x="578" y="2626"/>
                </a:lnTo>
                <a:moveTo>
                  <a:pt x="416" y="2594"/>
                </a:moveTo>
                <a:lnTo>
                  <a:pt x="392" y="2582"/>
                </a:lnTo>
                <a:moveTo>
                  <a:pt x="139" y="516"/>
                </a:moveTo>
                <a:lnTo>
                  <a:pt x="122" y="517"/>
                </a:lnTo>
                <a:lnTo>
                  <a:pt x="44" y="518"/>
                </a:lnTo>
                <a:moveTo>
                  <a:pt x="139" y="516"/>
                </a:moveTo>
                <a:lnTo>
                  <a:pt x="143" y="515"/>
                </a:lnTo>
                <a:lnTo>
                  <a:pt x="200" y="512"/>
                </a:lnTo>
                <a:lnTo>
                  <a:pt x="208" y="512"/>
                </a:lnTo>
                <a:moveTo>
                  <a:pt x="44" y="518"/>
                </a:moveTo>
                <a:lnTo>
                  <a:pt x="52" y="521"/>
                </a:lnTo>
                <a:lnTo>
                  <a:pt x="62" y="522"/>
                </a:lnTo>
                <a:lnTo>
                  <a:pt x="73" y="522"/>
                </a:lnTo>
                <a:lnTo>
                  <a:pt x="91" y="520"/>
                </a:lnTo>
                <a:lnTo>
                  <a:pt x="105" y="520"/>
                </a:lnTo>
                <a:lnTo>
                  <a:pt x="115" y="520"/>
                </a:lnTo>
                <a:lnTo>
                  <a:pt x="124" y="520"/>
                </a:lnTo>
                <a:lnTo>
                  <a:pt x="128" y="521"/>
                </a:lnTo>
                <a:lnTo>
                  <a:pt x="131" y="522"/>
                </a:lnTo>
                <a:lnTo>
                  <a:pt x="133" y="523"/>
                </a:lnTo>
                <a:lnTo>
                  <a:pt x="134" y="527"/>
                </a:lnTo>
                <a:lnTo>
                  <a:pt x="135" y="531"/>
                </a:lnTo>
                <a:moveTo>
                  <a:pt x="4065" y="685"/>
                </a:moveTo>
                <a:lnTo>
                  <a:pt x="4070" y="684"/>
                </a:lnTo>
                <a:moveTo>
                  <a:pt x="4065" y="685"/>
                </a:moveTo>
                <a:lnTo>
                  <a:pt x="4064" y="680"/>
                </a:lnTo>
                <a:moveTo>
                  <a:pt x="4065" y="685"/>
                </a:moveTo>
                <a:lnTo>
                  <a:pt x="3872" y="702"/>
                </a:lnTo>
                <a:lnTo>
                  <a:pt x="3860" y="703"/>
                </a:lnTo>
                <a:lnTo>
                  <a:pt x="3704" y="717"/>
                </a:lnTo>
                <a:moveTo>
                  <a:pt x="4065" y="685"/>
                </a:moveTo>
                <a:lnTo>
                  <a:pt x="4065" y="690"/>
                </a:lnTo>
                <a:moveTo>
                  <a:pt x="3704" y="717"/>
                </a:moveTo>
                <a:lnTo>
                  <a:pt x="3618" y="725"/>
                </a:lnTo>
                <a:lnTo>
                  <a:pt x="3590" y="725"/>
                </a:lnTo>
                <a:lnTo>
                  <a:pt x="3576" y="726"/>
                </a:lnTo>
                <a:lnTo>
                  <a:pt x="3571" y="726"/>
                </a:lnTo>
                <a:moveTo>
                  <a:pt x="3704" y="717"/>
                </a:moveTo>
                <a:lnTo>
                  <a:pt x="3673" y="715"/>
                </a:lnTo>
                <a:lnTo>
                  <a:pt x="3645" y="714"/>
                </a:lnTo>
                <a:moveTo>
                  <a:pt x="3527" y="729"/>
                </a:moveTo>
                <a:lnTo>
                  <a:pt x="3538" y="726"/>
                </a:lnTo>
                <a:moveTo>
                  <a:pt x="3521" y="730"/>
                </a:moveTo>
                <a:lnTo>
                  <a:pt x="3527" y="729"/>
                </a:lnTo>
                <a:moveTo>
                  <a:pt x="3527" y="729"/>
                </a:moveTo>
                <a:lnTo>
                  <a:pt x="3552" y="727"/>
                </a:lnTo>
                <a:lnTo>
                  <a:pt x="3556" y="727"/>
                </a:lnTo>
                <a:lnTo>
                  <a:pt x="3571" y="726"/>
                </a:lnTo>
                <a:moveTo>
                  <a:pt x="246" y="750"/>
                </a:moveTo>
                <a:lnTo>
                  <a:pt x="249" y="772"/>
                </a:lnTo>
                <a:moveTo>
                  <a:pt x="251" y="784"/>
                </a:moveTo>
                <a:lnTo>
                  <a:pt x="249" y="772"/>
                </a:lnTo>
                <a:moveTo>
                  <a:pt x="265" y="882"/>
                </a:moveTo>
                <a:lnTo>
                  <a:pt x="253" y="797"/>
                </a:lnTo>
                <a:lnTo>
                  <a:pt x="251" y="784"/>
                </a:lnTo>
                <a:moveTo>
                  <a:pt x="223" y="590"/>
                </a:moveTo>
                <a:lnTo>
                  <a:pt x="235" y="672"/>
                </a:lnTo>
                <a:moveTo>
                  <a:pt x="246" y="750"/>
                </a:moveTo>
                <a:lnTo>
                  <a:pt x="237" y="683"/>
                </a:lnTo>
                <a:lnTo>
                  <a:pt x="235" y="672"/>
                </a:lnTo>
                <a:moveTo>
                  <a:pt x="27" y="1110"/>
                </a:moveTo>
                <a:lnTo>
                  <a:pt x="27" y="1116"/>
                </a:lnTo>
                <a:moveTo>
                  <a:pt x="287" y="1044"/>
                </a:moveTo>
                <a:lnTo>
                  <a:pt x="283" y="1014"/>
                </a:lnTo>
                <a:moveTo>
                  <a:pt x="293" y="1076"/>
                </a:moveTo>
                <a:lnTo>
                  <a:pt x="292" y="1075"/>
                </a:lnTo>
                <a:lnTo>
                  <a:pt x="287" y="1044"/>
                </a:lnTo>
                <a:moveTo>
                  <a:pt x="293" y="1078"/>
                </a:moveTo>
                <a:lnTo>
                  <a:pt x="293" y="1076"/>
                </a:lnTo>
                <a:moveTo>
                  <a:pt x="687" y="1243"/>
                </a:moveTo>
                <a:lnTo>
                  <a:pt x="684" y="1216"/>
                </a:lnTo>
                <a:moveTo>
                  <a:pt x="687" y="1243"/>
                </a:moveTo>
                <a:lnTo>
                  <a:pt x="651" y="1248"/>
                </a:lnTo>
                <a:moveTo>
                  <a:pt x="572" y="1257"/>
                </a:moveTo>
                <a:lnTo>
                  <a:pt x="597" y="1254"/>
                </a:lnTo>
                <a:lnTo>
                  <a:pt x="651" y="1248"/>
                </a:lnTo>
                <a:moveTo>
                  <a:pt x="433" y="1276"/>
                </a:moveTo>
                <a:lnTo>
                  <a:pt x="509" y="1265"/>
                </a:lnTo>
                <a:lnTo>
                  <a:pt x="560" y="1258"/>
                </a:lnTo>
                <a:lnTo>
                  <a:pt x="572" y="1257"/>
                </a:lnTo>
                <a:moveTo>
                  <a:pt x="384" y="1282"/>
                </a:moveTo>
                <a:lnTo>
                  <a:pt x="398" y="1280"/>
                </a:lnTo>
                <a:lnTo>
                  <a:pt x="426" y="1277"/>
                </a:lnTo>
                <a:lnTo>
                  <a:pt x="433" y="1276"/>
                </a:lnTo>
                <a:moveTo>
                  <a:pt x="695" y="1100"/>
                </a:moveTo>
                <a:lnTo>
                  <a:pt x="670" y="881"/>
                </a:lnTo>
                <a:moveTo>
                  <a:pt x="716" y="1279"/>
                </a:moveTo>
                <a:lnTo>
                  <a:pt x="707" y="1204"/>
                </a:lnTo>
                <a:lnTo>
                  <a:pt x="704" y="1183"/>
                </a:lnTo>
                <a:moveTo>
                  <a:pt x="722" y="1323"/>
                </a:moveTo>
                <a:lnTo>
                  <a:pt x="716" y="1279"/>
                </a:lnTo>
                <a:moveTo>
                  <a:pt x="725" y="1343"/>
                </a:moveTo>
                <a:lnTo>
                  <a:pt x="722" y="1323"/>
                </a:lnTo>
                <a:moveTo>
                  <a:pt x="1263" y="1302"/>
                </a:moveTo>
                <a:lnTo>
                  <a:pt x="1243" y="1308"/>
                </a:lnTo>
                <a:lnTo>
                  <a:pt x="1228" y="1314"/>
                </a:lnTo>
                <a:moveTo>
                  <a:pt x="1188" y="1327"/>
                </a:moveTo>
                <a:lnTo>
                  <a:pt x="1166" y="1335"/>
                </a:lnTo>
                <a:moveTo>
                  <a:pt x="1162" y="1336"/>
                </a:moveTo>
                <a:lnTo>
                  <a:pt x="1166" y="1335"/>
                </a:lnTo>
                <a:moveTo>
                  <a:pt x="1162" y="1336"/>
                </a:moveTo>
                <a:lnTo>
                  <a:pt x="1144" y="1342"/>
                </a:lnTo>
                <a:moveTo>
                  <a:pt x="1106" y="1355"/>
                </a:moveTo>
                <a:lnTo>
                  <a:pt x="1144" y="1342"/>
                </a:lnTo>
                <a:moveTo>
                  <a:pt x="736" y="1429"/>
                </a:moveTo>
                <a:lnTo>
                  <a:pt x="730" y="1379"/>
                </a:lnTo>
                <a:moveTo>
                  <a:pt x="1032" y="1442"/>
                </a:moveTo>
                <a:lnTo>
                  <a:pt x="1035" y="1427"/>
                </a:lnTo>
                <a:lnTo>
                  <a:pt x="1042" y="1397"/>
                </a:lnTo>
                <a:moveTo>
                  <a:pt x="927" y="1404"/>
                </a:moveTo>
                <a:lnTo>
                  <a:pt x="904" y="1405"/>
                </a:lnTo>
                <a:moveTo>
                  <a:pt x="736" y="1429"/>
                </a:moveTo>
                <a:lnTo>
                  <a:pt x="764" y="1424"/>
                </a:lnTo>
                <a:lnTo>
                  <a:pt x="797" y="1419"/>
                </a:lnTo>
                <a:lnTo>
                  <a:pt x="827" y="1416"/>
                </a:lnTo>
                <a:lnTo>
                  <a:pt x="833" y="1416"/>
                </a:lnTo>
                <a:lnTo>
                  <a:pt x="882" y="1409"/>
                </a:lnTo>
                <a:lnTo>
                  <a:pt x="904" y="1405"/>
                </a:lnTo>
                <a:moveTo>
                  <a:pt x="1026" y="1502"/>
                </a:moveTo>
                <a:lnTo>
                  <a:pt x="1039" y="1515"/>
                </a:lnTo>
                <a:moveTo>
                  <a:pt x="1046" y="1522"/>
                </a:moveTo>
                <a:lnTo>
                  <a:pt x="1039" y="1515"/>
                </a:lnTo>
                <a:moveTo>
                  <a:pt x="1248" y="1559"/>
                </a:moveTo>
                <a:lnTo>
                  <a:pt x="1268" y="1555"/>
                </a:lnTo>
                <a:moveTo>
                  <a:pt x="1065" y="1539"/>
                </a:moveTo>
                <a:lnTo>
                  <a:pt x="1094" y="1572"/>
                </a:lnTo>
                <a:moveTo>
                  <a:pt x="1099" y="1579"/>
                </a:moveTo>
                <a:lnTo>
                  <a:pt x="1094" y="1572"/>
                </a:lnTo>
                <a:moveTo>
                  <a:pt x="799" y="1707"/>
                </a:moveTo>
                <a:lnTo>
                  <a:pt x="792" y="1659"/>
                </a:lnTo>
                <a:lnTo>
                  <a:pt x="784" y="1604"/>
                </a:lnTo>
                <a:moveTo>
                  <a:pt x="799" y="1707"/>
                </a:moveTo>
                <a:lnTo>
                  <a:pt x="803" y="1735"/>
                </a:lnTo>
                <a:moveTo>
                  <a:pt x="1424" y="1257"/>
                </a:moveTo>
                <a:lnTo>
                  <a:pt x="1415" y="1260"/>
                </a:lnTo>
                <a:moveTo>
                  <a:pt x="1497" y="1491"/>
                </a:moveTo>
                <a:lnTo>
                  <a:pt x="1499" y="1505"/>
                </a:lnTo>
                <a:moveTo>
                  <a:pt x="1414" y="1530"/>
                </a:moveTo>
                <a:lnTo>
                  <a:pt x="1446" y="1522"/>
                </a:lnTo>
                <a:lnTo>
                  <a:pt x="1460" y="1518"/>
                </a:lnTo>
                <a:lnTo>
                  <a:pt x="1499" y="1505"/>
                </a:lnTo>
                <a:moveTo>
                  <a:pt x="809" y="1888"/>
                </a:moveTo>
                <a:lnTo>
                  <a:pt x="810" y="1876"/>
                </a:lnTo>
                <a:lnTo>
                  <a:pt x="810" y="1873"/>
                </a:lnTo>
                <a:lnTo>
                  <a:pt x="810" y="1859"/>
                </a:lnTo>
                <a:moveTo>
                  <a:pt x="1432" y="1256"/>
                </a:moveTo>
                <a:lnTo>
                  <a:pt x="1424" y="1257"/>
                </a:lnTo>
                <a:moveTo>
                  <a:pt x="1486" y="1566"/>
                </a:moveTo>
                <a:lnTo>
                  <a:pt x="1484" y="1560"/>
                </a:lnTo>
                <a:lnTo>
                  <a:pt x="1480" y="1543"/>
                </a:lnTo>
                <a:lnTo>
                  <a:pt x="1481" y="1541"/>
                </a:lnTo>
                <a:lnTo>
                  <a:pt x="1482" y="1537"/>
                </a:lnTo>
                <a:moveTo>
                  <a:pt x="1486" y="1566"/>
                </a:moveTo>
                <a:lnTo>
                  <a:pt x="1495" y="1599"/>
                </a:lnTo>
                <a:moveTo>
                  <a:pt x="863" y="2012"/>
                </a:moveTo>
                <a:lnTo>
                  <a:pt x="853" y="2034"/>
                </a:lnTo>
                <a:lnTo>
                  <a:pt x="849" y="2045"/>
                </a:lnTo>
                <a:lnTo>
                  <a:pt x="843" y="2056"/>
                </a:lnTo>
                <a:lnTo>
                  <a:pt x="838" y="2068"/>
                </a:lnTo>
                <a:lnTo>
                  <a:pt x="837" y="2071"/>
                </a:lnTo>
                <a:moveTo>
                  <a:pt x="73" y="2184"/>
                </a:moveTo>
                <a:lnTo>
                  <a:pt x="72" y="2222"/>
                </a:lnTo>
                <a:lnTo>
                  <a:pt x="72" y="2233"/>
                </a:lnTo>
                <a:lnTo>
                  <a:pt x="73" y="2253"/>
                </a:lnTo>
                <a:moveTo>
                  <a:pt x="79" y="2302"/>
                </a:moveTo>
                <a:lnTo>
                  <a:pt x="75" y="2285"/>
                </a:lnTo>
                <a:lnTo>
                  <a:pt x="73" y="2273"/>
                </a:lnTo>
                <a:lnTo>
                  <a:pt x="73" y="2253"/>
                </a:lnTo>
                <a:moveTo>
                  <a:pt x="302" y="2303"/>
                </a:moveTo>
                <a:lnTo>
                  <a:pt x="307" y="2301"/>
                </a:lnTo>
                <a:lnTo>
                  <a:pt x="316" y="2297"/>
                </a:lnTo>
                <a:moveTo>
                  <a:pt x="302" y="2303"/>
                </a:moveTo>
                <a:lnTo>
                  <a:pt x="293" y="2307"/>
                </a:lnTo>
                <a:lnTo>
                  <a:pt x="278" y="2314"/>
                </a:lnTo>
                <a:moveTo>
                  <a:pt x="278" y="2314"/>
                </a:moveTo>
                <a:lnTo>
                  <a:pt x="248" y="2328"/>
                </a:lnTo>
                <a:moveTo>
                  <a:pt x="182" y="2373"/>
                </a:moveTo>
                <a:lnTo>
                  <a:pt x="242" y="2332"/>
                </a:lnTo>
                <a:moveTo>
                  <a:pt x="18" y="2351"/>
                </a:moveTo>
                <a:lnTo>
                  <a:pt x="20" y="2382"/>
                </a:lnTo>
                <a:lnTo>
                  <a:pt x="21" y="2396"/>
                </a:lnTo>
                <a:lnTo>
                  <a:pt x="21" y="2402"/>
                </a:lnTo>
                <a:lnTo>
                  <a:pt x="23" y="2407"/>
                </a:lnTo>
                <a:lnTo>
                  <a:pt x="24" y="2412"/>
                </a:lnTo>
                <a:lnTo>
                  <a:pt x="26" y="2416"/>
                </a:lnTo>
                <a:lnTo>
                  <a:pt x="30" y="2421"/>
                </a:lnTo>
                <a:moveTo>
                  <a:pt x="18" y="2351"/>
                </a:moveTo>
                <a:lnTo>
                  <a:pt x="15" y="2317"/>
                </a:lnTo>
                <a:lnTo>
                  <a:pt x="12" y="2281"/>
                </a:lnTo>
                <a:lnTo>
                  <a:pt x="11" y="2271"/>
                </a:lnTo>
                <a:lnTo>
                  <a:pt x="9" y="2248"/>
                </a:lnTo>
                <a:lnTo>
                  <a:pt x="8" y="2226"/>
                </a:lnTo>
                <a:lnTo>
                  <a:pt x="4" y="2200"/>
                </a:lnTo>
                <a:moveTo>
                  <a:pt x="1454" y="1033"/>
                </a:moveTo>
                <a:lnTo>
                  <a:pt x="1463" y="1063"/>
                </a:lnTo>
                <a:lnTo>
                  <a:pt x="1467" y="1078"/>
                </a:lnTo>
                <a:lnTo>
                  <a:pt x="1472" y="1095"/>
                </a:lnTo>
                <a:moveTo>
                  <a:pt x="25" y="2509"/>
                </a:moveTo>
                <a:lnTo>
                  <a:pt x="28" y="2547"/>
                </a:lnTo>
                <a:moveTo>
                  <a:pt x="28" y="2547"/>
                </a:moveTo>
                <a:lnTo>
                  <a:pt x="29" y="2562"/>
                </a:lnTo>
                <a:moveTo>
                  <a:pt x="30" y="2586"/>
                </a:moveTo>
                <a:lnTo>
                  <a:pt x="29" y="2562"/>
                </a:lnTo>
                <a:moveTo>
                  <a:pt x="30" y="2586"/>
                </a:moveTo>
                <a:lnTo>
                  <a:pt x="33" y="2617"/>
                </a:lnTo>
                <a:moveTo>
                  <a:pt x="33" y="2617"/>
                </a:moveTo>
                <a:lnTo>
                  <a:pt x="35" y="2642"/>
                </a:lnTo>
                <a:moveTo>
                  <a:pt x="35" y="2642"/>
                </a:moveTo>
                <a:lnTo>
                  <a:pt x="35" y="2653"/>
                </a:lnTo>
                <a:lnTo>
                  <a:pt x="36" y="2668"/>
                </a:lnTo>
                <a:moveTo>
                  <a:pt x="36" y="2668"/>
                </a:moveTo>
                <a:lnTo>
                  <a:pt x="38" y="2705"/>
                </a:lnTo>
                <a:moveTo>
                  <a:pt x="38" y="2705"/>
                </a:moveTo>
                <a:lnTo>
                  <a:pt x="40" y="2729"/>
                </a:lnTo>
                <a:moveTo>
                  <a:pt x="45" y="2779"/>
                </a:moveTo>
                <a:lnTo>
                  <a:pt x="42" y="2750"/>
                </a:lnTo>
                <a:moveTo>
                  <a:pt x="45" y="2779"/>
                </a:moveTo>
                <a:lnTo>
                  <a:pt x="45" y="2809"/>
                </a:lnTo>
                <a:moveTo>
                  <a:pt x="100" y="2529"/>
                </a:moveTo>
                <a:lnTo>
                  <a:pt x="102" y="2562"/>
                </a:lnTo>
                <a:moveTo>
                  <a:pt x="102" y="2562"/>
                </a:moveTo>
                <a:lnTo>
                  <a:pt x="104" y="2579"/>
                </a:lnTo>
                <a:moveTo>
                  <a:pt x="104" y="2579"/>
                </a:moveTo>
                <a:lnTo>
                  <a:pt x="105" y="2594"/>
                </a:lnTo>
                <a:moveTo>
                  <a:pt x="108" y="2630"/>
                </a:moveTo>
                <a:lnTo>
                  <a:pt x="105" y="2594"/>
                </a:lnTo>
                <a:moveTo>
                  <a:pt x="108" y="2630"/>
                </a:moveTo>
                <a:lnTo>
                  <a:pt x="110" y="2655"/>
                </a:lnTo>
                <a:moveTo>
                  <a:pt x="110" y="2655"/>
                </a:moveTo>
                <a:lnTo>
                  <a:pt x="114" y="2706"/>
                </a:lnTo>
                <a:moveTo>
                  <a:pt x="371" y="2653"/>
                </a:moveTo>
                <a:lnTo>
                  <a:pt x="358" y="2684"/>
                </a:lnTo>
                <a:moveTo>
                  <a:pt x="358" y="2684"/>
                </a:moveTo>
                <a:lnTo>
                  <a:pt x="343" y="2716"/>
                </a:lnTo>
                <a:moveTo>
                  <a:pt x="114" y="2706"/>
                </a:moveTo>
                <a:lnTo>
                  <a:pt x="120" y="2777"/>
                </a:lnTo>
                <a:moveTo>
                  <a:pt x="343" y="2716"/>
                </a:moveTo>
                <a:lnTo>
                  <a:pt x="342" y="2720"/>
                </a:lnTo>
                <a:moveTo>
                  <a:pt x="120" y="2777"/>
                </a:moveTo>
                <a:lnTo>
                  <a:pt x="122" y="2792"/>
                </a:lnTo>
                <a:moveTo>
                  <a:pt x="123" y="2816"/>
                </a:moveTo>
                <a:lnTo>
                  <a:pt x="122" y="2792"/>
                </a:lnTo>
                <a:moveTo>
                  <a:pt x="123" y="2816"/>
                </a:moveTo>
                <a:lnTo>
                  <a:pt x="125" y="2840"/>
                </a:lnTo>
                <a:lnTo>
                  <a:pt x="125" y="2844"/>
                </a:lnTo>
                <a:lnTo>
                  <a:pt x="126" y="2854"/>
                </a:lnTo>
                <a:lnTo>
                  <a:pt x="127" y="2875"/>
                </a:lnTo>
                <a:moveTo>
                  <a:pt x="293" y="2822"/>
                </a:moveTo>
                <a:lnTo>
                  <a:pt x="284" y="2840"/>
                </a:lnTo>
                <a:lnTo>
                  <a:pt x="281" y="2848"/>
                </a:lnTo>
                <a:lnTo>
                  <a:pt x="280" y="2849"/>
                </a:lnTo>
                <a:lnTo>
                  <a:pt x="279" y="2853"/>
                </a:lnTo>
                <a:lnTo>
                  <a:pt x="277" y="2859"/>
                </a:lnTo>
                <a:lnTo>
                  <a:pt x="273" y="2870"/>
                </a:lnTo>
                <a:moveTo>
                  <a:pt x="293" y="2822"/>
                </a:moveTo>
                <a:lnTo>
                  <a:pt x="305" y="2801"/>
                </a:lnTo>
                <a:moveTo>
                  <a:pt x="127" y="2875"/>
                </a:moveTo>
                <a:lnTo>
                  <a:pt x="130" y="2910"/>
                </a:lnTo>
                <a:moveTo>
                  <a:pt x="130" y="2910"/>
                </a:moveTo>
                <a:lnTo>
                  <a:pt x="135" y="2972"/>
                </a:lnTo>
                <a:moveTo>
                  <a:pt x="254" y="2934"/>
                </a:moveTo>
                <a:lnTo>
                  <a:pt x="252" y="2942"/>
                </a:lnTo>
                <a:moveTo>
                  <a:pt x="235" y="2994"/>
                </a:moveTo>
                <a:lnTo>
                  <a:pt x="227" y="3012"/>
                </a:lnTo>
                <a:lnTo>
                  <a:pt x="218" y="3032"/>
                </a:lnTo>
                <a:lnTo>
                  <a:pt x="217" y="3034"/>
                </a:lnTo>
                <a:lnTo>
                  <a:pt x="211" y="3049"/>
                </a:lnTo>
                <a:moveTo>
                  <a:pt x="211" y="3049"/>
                </a:moveTo>
                <a:lnTo>
                  <a:pt x="206" y="3059"/>
                </a:lnTo>
                <a:moveTo>
                  <a:pt x="181" y="3108"/>
                </a:moveTo>
                <a:lnTo>
                  <a:pt x="172" y="3121"/>
                </a:lnTo>
                <a:lnTo>
                  <a:pt x="169" y="3125"/>
                </a:lnTo>
                <a:lnTo>
                  <a:pt x="162" y="3130"/>
                </a:lnTo>
                <a:moveTo>
                  <a:pt x="1245" y="1770"/>
                </a:moveTo>
                <a:lnTo>
                  <a:pt x="1256" y="1764"/>
                </a:lnTo>
                <a:moveTo>
                  <a:pt x="1245" y="1770"/>
                </a:moveTo>
                <a:lnTo>
                  <a:pt x="1233" y="1776"/>
                </a:lnTo>
                <a:moveTo>
                  <a:pt x="1219" y="1783"/>
                </a:moveTo>
                <a:lnTo>
                  <a:pt x="1233" y="1776"/>
                </a:lnTo>
                <a:moveTo>
                  <a:pt x="1188" y="1797"/>
                </a:moveTo>
                <a:lnTo>
                  <a:pt x="1219" y="1783"/>
                </a:lnTo>
                <a:moveTo>
                  <a:pt x="1160" y="1811"/>
                </a:moveTo>
                <a:lnTo>
                  <a:pt x="1162" y="1809"/>
                </a:lnTo>
                <a:lnTo>
                  <a:pt x="1188" y="1797"/>
                </a:lnTo>
                <a:moveTo>
                  <a:pt x="1142" y="1820"/>
                </a:moveTo>
                <a:lnTo>
                  <a:pt x="1160" y="1811"/>
                </a:lnTo>
                <a:moveTo>
                  <a:pt x="1130" y="1826"/>
                </a:moveTo>
                <a:lnTo>
                  <a:pt x="1142" y="1820"/>
                </a:lnTo>
                <a:moveTo>
                  <a:pt x="1072" y="1855"/>
                </a:moveTo>
                <a:lnTo>
                  <a:pt x="1074" y="1853"/>
                </a:lnTo>
                <a:lnTo>
                  <a:pt x="1075" y="1853"/>
                </a:lnTo>
                <a:lnTo>
                  <a:pt x="1130" y="1826"/>
                </a:lnTo>
                <a:moveTo>
                  <a:pt x="1339" y="1900"/>
                </a:moveTo>
                <a:lnTo>
                  <a:pt x="1333" y="1871"/>
                </a:lnTo>
                <a:lnTo>
                  <a:pt x="1324" y="1818"/>
                </a:lnTo>
                <a:moveTo>
                  <a:pt x="918" y="2353"/>
                </a:moveTo>
                <a:lnTo>
                  <a:pt x="909" y="2362"/>
                </a:lnTo>
                <a:lnTo>
                  <a:pt x="906" y="2364"/>
                </a:lnTo>
                <a:lnTo>
                  <a:pt x="897" y="2373"/>
                </a:lnTo>
                <a:lnTo>
                  <a:pt x="854" y="2414"/>
                </a:lnTo>
                <a:lnTo>
                  <a:pt x="850" y="2419"/>
                </a:lnTo>
                <a:lnTo>
                  <a:pt x="848" y="2420"/>
                </a:lnTo>
                <a:lnTo>
                  <a:pt x="841" y="2426"/>
                </a:lnTo>
                <a:lnTo>
                  <a:pt x="840" y="2428"/>
                </a:lnTo>
                <a:lnTo>
                  <a:pt x="834" y="2433"/>
                </a:lnTo>
                <a:lnTo>
                  <a:pt x="827" y="2441"/>
                </a:lnTo>
                <a:lnTo>
                  <a:pt x="822" y="2444"/>
                </a:lnTo>
                <a:lnTo>
                  <a:pt x="812" y="2454"/>
                </a:lnTo>
                <a:lnTo>
                  <a:pt x="802" y="2464"/>
                </a:lnTo>
                <a:lnTo>
                  <a:pt x="796" y="2469"/>
                </a:lnTo>
                <a:lnTo>
                  <a:pt x="789" y="2477"/>
                </a:lnTo>
                <a:lnTo>
                  <a:pt x="779" y="2486"/>
                </a:lnTo>
                <a:lnTo>
                  <a:pt x="767" y="2498"/>
                </a:lnTo>
                <a:lnTo>
                  <a:pt x="766" y="2499"/>
                </a:lnTo>
                <a:lnTo>
                  <a:pt x="760" y="2505"/>
                </a:lnTo>
                <a:lnTo>
                  <a:pt x="729" y="2534"/>
                </a:lnTo>
                <a:lnTo>
                  <a:pt x="714" y="2547"/>
                </a:lnTo>
                <a:lnTo>
                  <a:pt x="705" y="2557"/>
                </a:lnTo>
                <a:moveTo>
                  <a:pt x="1256" y="2157"/>
                </a:moveTo>
                <a:lnTo>
                  <a:pt x="1235" y="2164"/>
                </a:lnTo>
                <a:lnTo>
                  <a:pt x="1222" y="2169"/>
                </a:lnTo>
                <a:moveTo>
                  <a:pt x="1222" y="2169"/>
                </a:moveTo>
                <a:lnTo>
                  <a:pt x="1195" y="2177"/>
                </a:lnTo>
                <a:moveTo>
                  <a:pt x="1558" y="2172"/>
                </a:moveTo>
                <a:lnTo>
                  <a:pt x="1566" y="2204"/>
                </a:lnTo>
                <a:moveTo>
                  <a:pt x="1558" y="2172"/>
                </a:moveTo>
                <a:lnTo>
                  <a:pt x="1553" y="2147"/>
                </a:lnTo>
                <a:lnTo>
                  <a:pt x="1552" y="2142"/>
                </a:lnTo>
                <a:lnTo>
                  <a:pt x="1552" y="2141"/>
                </a:lnTo>
                <a:lnTo>
                  <a:pt x="1549" y="2127"/>
                </a:lnTo>
                <a:lnTo>
                  <a:pt x="1547" y="2120"/>
                </a:lnTo>
                <a:lnTo>
                  <a:pt x="1543" y="2100"/>
                </a:lnTo>
                <a:lnTo>
                  <a:pt x="1540" y="2082"/>
                </a:lnTo>
                <a:moveTo>
                  <a:pt x="1414" y="2285"/>
                </a:moveTo>
                <a:lnTo>
                  <a:pt x="1411" y="2267"/>
                </a:lnTo>
                <a:moveTo>
                  <a:pt x="1166" y="2499"/>
                </a:moveTo>
                <a:lnTo>
                  <a:pt x="1166" y="2502"/>
                </a:lnTo>
                <a:lnTo>
                  <a:pt x="1166" y="2506"/>
                </a:lnTo>
                <a:lnTo>
                  <a:pt x="1166" y="2508"/>
                </a:lnTo>
                <a:moveTo>
                  <a:pt x="1166" y="2499"/>
                </a:moveTo>
                <a:lnTo>
                  <a:pt x="1166" y="2490"/>
                </a:lnTo>
                <a:lnTo>
                  <a:pt x="1166" y="2488"/>
                </a:lnTo>
                <a:lnTo>
                  <a:pt x="1156" y="2429"/>
                </a:lnTo>
                <a:lnTo>
                  <a:pt x="1155" y="2426"/>
                </a:lnTo>
                <a:lnTo>
                  <a:pt x="1150" y="2402"/>
                </a:lnTo>
                <a:lnTo>
                  <a:pt x="1145" y="2372"/>
                </a:lnTo>
                <a:lnTo>
                  <a:pt x="1138" y="2335"/>
                </a:lnTo>
                <a:lnTo>
                  <a:pt x="1133" y="2315"/>
                </a:lnTo>
                <a:lnTo>
                  <a:pt x="1125" y="2284"/>
                </a:lnTo>
                <a:lnTo>
                  <a:pt x="1122" y="2276"/>
                </a:lnTo>
                <a:lnTo>
                  <a:pt x="1101" y="2208"/>
                </a:lnTo>
                <a:moveTo>
                  <a:pt x="1166" y="2508"/>
                </a:moveTo>
                <a:lnTo>
                  <a:pt x="1168" y="2538"/>
                </a:lnTo>
                <a:moveTo>
                  <a:pt x="916" y="2789"/>
                </a:moveTo>
                <a:lnTo>
                  <a:pt x="925" y="2747"/>
                </a:lnTo>
                <a:lnTo>
                  <a:pt x="926" y="2742"/>
                </a:lnTo>
                <a:moveTo>
                  <a:pt x="1168" y="2846"/>
                </a:moveTo>
                <a:lnTo>
                  <a:pt x="1166" y="2852"/>
                </a:lnTo>
                <a:lnTo>
                  <a:pt x="1164" y="2860"/>
                </a:lnTo>
                <a:lnTo>
                  <a:pt x="1156" y="2883"/>
                </a:lnTo>
                <a:lnTo>
                  <a:pt x="1155" y="2886"/>
                </a:lnTo>
                <a:lnTo>
                  <a:pt x="1153" y="2891"/>
                </a:lnTo>
                <a:moveTo>
                  <a:pt x="2158" y="2635"/>
                </a:moveTo>
                <a:lnTo>
                  <a:pt x="2158" y="2619"/>
                </a:lnTo>
                <a:lnTo>
                  <a:pt x="2158" y="2606"/>
                </a:lnTo>
                <a:moveTo>
                  <a:pt x="2158" y="2635"/>
                </a:moveTo>
                <a:lnTo>
                  <a:pt x="2158" y="2640"/>
                </a:lnTo>
                <a:lnTo>
                  <a:pt x="2158" y="2646"/>
                </a:lnTo>
                <a:moveTo>
                  <a:pt x="2392" y="2655"/>
                </a:moveTo>
                <a:lnTo>
                  <a:pt x="2390" y="2682"/>
                </a:lnTo>
                <a:lnTo>
                  <a:pt x="2389" y="2699"/>
                </a:lnTo>
                <a:moveTo>
                  <a:pt x="2160" y="2694"/>
                </a:moveTo>
                <a:lnTo>
                  <a:pt x="2160" y="2684"/>
                </a:lnTo>
                <a:moveTo>
                  <a:pt x="2160" y="2694"/>
                </a:moveTo>
                <a:lnTo>
                  <a:pt x="2161" y="2710"/>
                </a:lnTo>
                <a:lnTo>
                  <a:pt x="2161" y="2730"/>
                </a:lnTo>
                <a:moveTo>
                  <a:pt x="2166" y="2836"/>
                </a:moveTo>
                <a:lnTo>
                  <a:pt x="2166" y="2829"/>
                </a:lnTo>
                <a:moveTo>
                  <a:pt x="2166" y="2836"/>
                </a:moveTo>
                <a:lnTo>
                  <a:pt x="2167" y="2849"/>
                </a:lnTo>
                <a:moveTo>
                  <a:pt x="2168" y="2873"/>
                </a:moveTo>
                <a:lnTo>
                  <a:pt x="2168" y="2858"/>
                </a:lnTo>
                <a:moveTo>
                  <a:pt x="2168" y="2873"/>
                </a:moveTo>
                <a:lnTo>
                  <a:pt x="2170" y="2897"/>
                </a:lnTo>
                <a:moveTo>
                  <a:pt x="2170" y="2897"/>
                </a:moveTo>
                <a:lnTo>
                  <a:pt x="2170" y="2905"/>
                </a:lnTo>
                <a:moveTo>
                  <a:pt x="2172" y="2922"/>
                </a:moveTo>
                <a:lnTo>
                  <a:pt x="2170" y="2905"/>
                </a:lnTo>
                <a:moveTo>
                  <a:pt x="2172" y="2922"/>
                </a:moveTo>
                <a:lnTo>
                  <a:pt x="2174" y="2965"/>
                </a:lnTo>
                <a:moveTo>
                  <a:pt x="2165" y="2808"/>
                </a:moveTo>
                <a:lnTo>
                  <a:pt x="2165" y="2798"/>
                </a:lnTo>
                <a:moveTo>
                  <a:pt x="2165" y="2808"/>
                </a:moveTo>
                <a:lnTo>
                  <a:pt x="2166" y="2829"/>
                </a:lnTo>
                <a:moveTo>
                  <a:pt x="2167" y="2853"/>
                </a:moveTo>
                <a:lnTo>
                  <a:pt x="2167" y="2849"/>
                </a:lnTo>
                <a:moveTo>
                  <a:pt x="2167" y="2853"/>
                </a:moveTo>
                <a:lnTo>
                  <a:pt x="2168" y="2858"/>
                </a:lnTo>
                <a:moveTo>
                  <a:pt x="2370" y="2917"/>
                </a:moveTo>
                <a:lnTo>
                  <a:pt x="2370" y="2913"/>
                </a:lnTo>
                <a:lnTo>
                  <a:pt x="2371" y="2905"/>
                </a:lnTo>
                <a:moveTo>
                  <a:pt x="912" y="2897"/>
                </a:moveTo>
                <a:lnTo>
                  <a:pt x="909" y="2878"/>
                </a:lnTo>
                <a:moveTo>
                  <a:pt x="916" y="2925"/>
                </a:moveTo>
                <a:lnTo>
                  <a:pt x="914" y="2910"/>
                </a:lnTo>
                <a:lnTo>
                  <a:pt x="912" y="2897"/>
                </a:lnTo>
                <a:moveTo>
                  <a:pt x="1317" y="3041"/>
                </a:moveTo>
                <a:lnTo>
                  <a:pt x="1322" y="3034"/>
                </a:lnTo>
                <a:moveTo>
                  <a:pt x="2102" y="480"/>
                </a:moveTo>
                <a:lnTo>
                  <a:pt x="2112" y="484"/>
                </a:lnTo>
                <a:lnTo>
                  <a:pt x="2129" y="490"/>
                </a:lnTo>
                <a:lnTo>
                  <a:pt x="2151" y="496"/>
                </a:lnTo>
                <a:lnTo>
                  <a:pt x="2161" y="497"/>
                </a:lnTo>
                <a:moveTo>
                  <a:pt x="2096" y="548"/>
                </a:moveTo>
                <a:lnTo>
                  <a:pt x="2096" y="530"/>
                </a:lnTo>
                <a:moveTo>
                  <a:pt x="2096" y="530"/>
                </a:moveTo>
                <a:lnTo>
                  <a:pt x="2161" y="497"/>
                </a:lnTo>
                <a:moveTo>
                  <a:pt x="1945" y="584"/>
                </a:moveTo>
                <a:lnTo>
                  <a:pt x="1982" y="571"/>
                </a:lnTo>
                <a:lnTo>
                  <a:pt x="2064" y="542"/>
                </a:lnTo>
                <a:lnTo>
                  <a:pt x="2073" y="539"/>
                </a:lnTo>
                <a:lnTo>
                  <a:pt x="2096" y="530"/>
                </a:lnTo>
                <a:moveTo>
                  <a:pt x="1497" y="1491"/>
                </a:moveTo>
                <a:lnTo>
                  <a:pt x="1495" y="1481"/>
                </a:lnTo>
                <a:lnTo>
                  <a:pt x="1492" y="1467"/>
                </a:lnTo>
                <a:moveTo>
                  <a:pt x="1479" y="1352"/>
                </a:moveTo>
                <a:lnTo>
                  <a:pt x="1481" y="1357"/>
                </a:lnTo>
                <a:lnTo>
                  <a:pt x="1489" y="1424"/>
                </a:lnTo>
                <a:lnTo>
                  <a:pt x="1489" y="1428"/>
                </a:lnTo>
                <a:lnTo>
                  <a:pt x="1489" y="1443"/>
                </a:lnTo>
                <a:lnTo>
                  <a:pt x="1490" y="1451"/>
                </a:lnTo>
                <a:lnTo>
                  <a:pt x="1492" y="1467"/>
                </a:lnTo>
                <a:moveTo>
                  <a:pt x="2746" y="277"/>
                </a:moveTo>
                <a:lnTo>
                  <a:pt x="2752" y="265"/>
                </a:lnTo>
                <a:lnTo>
                  <a:pt x="2758" y="243"/>
                </a:lnTo>
                <a:lnTo>
                  <a:pt x="2758" y="241"/>
                </a:lnTo>
                <a:lnTo>
                  <a:pt x="2756" y="241"/>
                </a:lnTo>
                <a:moveTo>
                  <a:pt x="2743" y="246"/>
                </a:moveTo>
                <a:lnTo>
                  <a:pt x="2745" y="246"/>
                </a:lnTo>
                <a:lnTo>
                  <a:pt x="2756" y="241"/>
                </a:lnTo>
                <a:moveTo>
                  <a:pt x="2720" y="255"/>
                </a:moveTo>
                <a:lnTo>
                  <a:pt x="2743" y="246"/>
                </a:lnTo>
                <a:moveTo>
                  <a:pt x="2685" y="268"/>
                </a:moveTo>
                <a:lnTo>
                  <a:pt x="2678" y="271"/>
                </a:lnTo>
                <a:moveTo>
                  <a:pt x="2678" y="271"/>
                </a:moveTo>
                <a:lnTo>
                  <a:pt x="2674" y="278"/>
                </a:lnTo>
                <a:moveTo>
                  <a:pt x="2727" y="286"/>
                </a:moveTo>
                <a:lnTo>
                  <a:pt x="2741" y="280"/>
                </a:lnTo>
                <a:lnTo>
                  <a:pt x="2746" y="277"/>
                </a:lnTo>
                <a:moveTo>
                  <a:pt x="2727" y="286"/>
                </a:moveTo>
                <a:lnTo>
                  <a:pt x="2697" y="300"/>
                </a:lnTo>
                <a:moveTo>
                  <a:pt x="2612" y="335"/>
                </a:moveTo>
                <a:lnTo>
                  <a:pt x="2616" y="334"/>
                </a:lnTo>
                <a:lnTo>
                  <a:pt x="2697" y="300"/>
                </a:lnTo>
                <a:moveTo>
                  <a:pt x="2570" y="341"/>
                </a:moveTo>
                <a:lnTo>
                  <a:pt x="2532" y="357"/>
                </a:lnTo>
                <a:lnTo>
                  <a:pt x="2531" y="358"/>
                </a:lnTo>
                <a:moveTo>
                  <a:pt x="2570" y="341"/>
                </a:moveTo>
                <a:lnTo>
                  <a:pt x="2606" y="336"/>
                </a:lnTo>
                <a:lnTo>
                  <a:pt x="2612" y="335"/>
                </a:lnTo>
                <a:moveTo>
                  <a:pt x="2416" y="406"/>
                </a:moveTo>
                <a:lnTo>
                  <a:pt x="2323" y="442"/>
                </a:lnTo>
                <a:lnTo>
                  <a:pt x="2192" y="487"/>
                </a:lnTo>
                <a:lnTo>
                  <a:pt x="2172" y="494"/>
                </a:lnTo>
                <a:lnTo>
                  <a:pt x="2161" y="497"/>
                </a:lnTo>
                <a:moveTo>
                  <a:pt x="2416" y="406"/>
                </a:moveTo>
                <a:lnTo>
                  <a:pt x="2305" y="458"/>
                </a:lnTo>
                <a:lnTo>
                  <a:pt x="2221" y="489"/>
                </a:lnTo>
                <a:lnTo>
                  <a:pt x="1945" y="588"/>
                </a:lnTo>
                <a:moveTo>
                  <a:pt x="2069" y="561"/>
                </a:moveTo>
                <a:lnTo>
                  <a:pt x="2065" y="560"/>
                </a:lnTo>
                <a:lnTo>
                  <a:pt x="2062" y="560"/>
                </a:lnTo>
                <a:lnTo>
                  <a:pt x="2058" y="561"/>
                </a:lnTo>
                <a:lnTo>
                  <a:pt x="1949" y="599"/>
                </a:lnTo>
                <a:lnTo>
                  <a:pt x="1947" y="599"/>
                </a:lnTo>
                <a:moveTo>
                  <a:pt x="2069" y="561"/>
                </a:moveTo>
                <a:lnTo>
                  <a:pt x="2025" y="576"/>
                </a:lnTo>
                <a:lnTo>
                  <a:pt x="1988" y="592"/>
                </a:lnTo>
                <a:moveTo>
                  <a:pt x="2069" y="561"/>
                </a:moveTo>
                <a:lnTo>
                  <a:pt x="2075" y="559"/>
                </a:lnTo>
                <a:moveTo>
                  <a:pt x="2096" y="569"/>
                </a:moveTo>
                <a:lnTo>
                  <a:pt x="2096" y="576"/>
                </a:lnTo>
                <a:moveTo>
                  <a:pt x="2094" y="629"/>
                </a:moveTo>
                <a:lnTo>
                  <a:pt x="2095" y="604"/>
                </a:lnTo>
                <a:lnTo>
                  <a:pt x="2095" y="577"/>
                </a:lnTo>
                <a:lnTo>
                  <a:pt x="2096" y="576"/>
                </a:lnTo>
                <a:moveTo>
                  <a:pt x="2096" y="576"/>
                </a:moveTo>
                <a:lnTo>
                  <a:pt x="2093" y="574"/>
                </a:lnTo>
                <a:lnTo>
                  <a:pt x="2091" y="571"/>
                </a:lnTo>
                <a:lnTo>
                  <a:pt x="2088" y="568"/>
                </a:lnTo>
                <a:lnTo>
                  <a:pt x="2083" y="563"/>
                </a:lnTo>
                <a:lnTo>
                  <a:pt x="2079" y="561"/>
                </a:lnTo>
                <a:lnTo>
                  <a:pt x="2075" y="559"/>
                </a:lnTo>
                <a:moveTo>
                  <a:pt x="1945" y="588"/>
                </a:moveTo>
                <a:lnTo>
                  <a:pt x="1970" y="574"/>
                </a:lnTo>
                <a:lnTo>
                  <a:pt x="1985" y="567"/>
                </a:lnTo>
                <a:lnTo>
                  <a:pt x="2057" y="540"/>
                </a:lnTo>
                <a:lnTo>
                  <a:pt x="2061" y="537"/>
                </a:lnTo>
                <a:lnTo>
                  <a:pt x="2063" y="535"/>
                </a:lnTo>
                <a:lnTo>
                  <a:pt x="2067" y="533"/>
                </a:lnTo>
                <a:lnTo>
                  <a:pt x="2068" y="532"/>
                </a:lnTo>
                <a:lnTo>
                  <a:pt x="2070" y="530"/>
                </a:lnTo>
                <a:lnTo>
                  <a:pt x="2071" y="527"/>
                </a:lnTo>
                <a:lnTo>
                  <a:pt x="2074" y="518"/>
                </a:lnTo>
                <a:lnTo>
                  <a:pt x="2078" y="510"/>
                </a:lnTo>
                <a:lnTo>
                  <a:pt x="2079" y="508"/>
                </a:lnTo>
                <a:lnTo>
                  <a:pt x="2080" y="504"/>
                </a:lnTo>
                <a:lnTo>
                  <a:pt x="2081" y="498"/>
                </a:lnTo>
                <a:lnTo>
                  <a:pt x="2082" y="476"/>
                </a:lnTo>
                <a:moveTo>
                  <a:pt x="1845" y="631"/>
                </a:moveTo>
                <a:lnTo>
                  <a:pt x="1661" y="695"/>
                </a:lnTo>
                <a:lnTo>
                  <a:pt x="1629" y="705"/>
                </a:lnTo>
                <a:lnTo>
                  <a:pt x="1588" y="713"/>
                </a:lnTo>
                <a:lnTo>
                  <a:pt x="1533" y="724"/>
                </a:lnTo>
                <a:lnTo>
                  <a:pt x="1516" y="727"/>
                </a:lnTo>
                <a:lnTo>
                  <a:pt x="1490" y="732"/>
                </a:lnTo>
                <a:lnTo>
                  <a:pt x="1470" y="735"/>
                </a:lnTo>
                <a:lnTo>
                  <a:pt x="1452" y="735"/>
                </a:lnTo>
                <a:lnTo>
                  <a:pt x="1434" y="734"/>
                </a:lnTo>
                <a:lnTo>
                  <a:pt x="1419" y="732"/>
                </a:lnTo>
                <a:lnTo>
                  <a:pt x="1395" y="725"/>
                </a:lnTo>
                <a:lnTo>
                  <a:pt x="1353" y="715"/>
                </a:lnTo>
                <a:lnTo>
                  <a:pt x="1345" y="713"/>
                </a:lnTo>
                <a:lnTo>
                  <a:pt x="1323" y="709"/>
                </a:lnTo>
                <a:lnTo>
                  <a:pt x="1319" y="708"/>
                </a:lnTo>
                <a:moveTo>
                  <a:pt x="1845" y="631"/>
                </a:moveTo>
                <a:lnTo>
                  <a:pt x="1870" y="626"/>
                </a:lnTo>
                <a:lnTo>
                  <a:pt x="1947" y="599"/>
                </a:lnTo>
                <a:moveTo>
                  <a:pt x="1680" y="675"/>
                </a:moveTo>
                <a:lnTo>
                  <a:pt x="1647" y="687"/>
                </a:lnTo>
                <a:moveTo>
                  <a:pt x="1647" y="736"/>
                </a:moveTo>
                <a:lnTo>
                  <a:pt x="1645" y="711"/>
                </a:lnTo>
                <a:lnTo>
                  <a:pt x="1647" y="687"/>
                </a:lnTo>
                <a:moveTo>
                  <a:pt x="1493" y="715"/>
                </a:moveTo>
                <a:lnTo>
                  <a:pt x="1595" y="698"/>
                </a:lnTo>
                <a:lnTo>
                  <a:pt x="1647" y="687"/>
                </a:lnTo>
                <a:moveTo>
                  <a:pt x="1345" y="689"/>
                </a:moveTo>
                <a:lnTo>
                  <a:pt x="1349" y="687"/>
                </a:lnTo>
                <a:lnTo>
                  <a:pt x="1368" y="680"/>
                </a:lnTo>
                <a:lnTo>
                  <a:pt x="1370" y="680"/>
                </a:lnTo>
                <a:lnTo>
                  <a:pt x="1378" y="688"/>
                </a:lnTo>
                <a:lnTo>
                  <a:pt x="1386" y="695"/>
                </a:lnTo>
                <a:lnTo>
                  <a:pt x="1402" y="703"/>
                </a:lnTo>
                <a:moveTo>
                  <a:pt x="1462" y="717"/>
                </a:moveTo>
                <a:lnTo>
                  <a:pt x="1458" y="717"/>
                </a:lnTo>
                <a:lnTo>
                  <a:pt x="1446" y="714"/>
                </a:lnTo>
                <a:lnTo>
                  <a:pt x="1441" y="713"/>
                </a:lnTo>
                <a:lnTo>
                  <a:pt x="1410" y="705"/>
                </a:lnTo>
                <a:lnTo>
                  <a:pt x="1402" y="703"/>
                </a:lnTo>
                <a:moveTo>
                  <a:pt x="2775" y="973"/>
                </a:moveTo>
                <a:lnTo>
                  <a:pt x="2761" y="978"/>
                </a:lnTo>
                <a:moveTo>
                  <a:pt x="2749" y="984"/>
                </a:moveTo>
                <a:lnTo>
                  <a:pt x="2761" y="978"/>
                </a:lnTo>
                <a:moveTo>
                  <a:pt x="2807" y="2466"/>
                </a:moveTo>
                <a:lnTo>
                  <a:pt x="2795" y="2552"/>
                </a:lnTo>
                <a:moveTo>
                  <a:pt x="2779" y="2658"/>
                </a:moveTo>
                <a:lnTo>
                  <a:pt x="2784" y="2633"/>
                </a:lnTo>
                <a:lnTo>
                  <a:pt x="2787" y="2619"/>
                </a:lnTo>
                <a:lnTo>
                  <a:pt x="2791" y="2587"/>
                </a:lnTo>
                <a:lnTo>
                  <a:pt x="2791" y="2585"/>
                </a:lnTo>
                <a:lnTo>
                  <a:pt x="2795" y="2552"/>
                </a:lnTo>
                <a:moveTo>
                  <a:pt x="2755" y="2715"/>
                </a:moveTo>
                <a:lnTo>
                  <a:pt x="2748" y="2725"/>
                </a:lnTo>
                <a:lnTo>
                  <a:pt x="2743" y="2735"/>
                </a:lnTo>
                <a:moveTo>
                  <a:pt x="2914" y="1085"/>
                </a:moveTo>
                <a:lnTo>
                  <a:pt x="2921" y="1108"/>
                </a:lnTo>
                <a:moveTo>
                  <a:pt x="2931" y="1136"/>
                </a:moveTo>
                <a:lnTo>
                  <a:pt x="2921" y="1108"/>
                </a:lnTo>
                <a:moveTo>
                  <a:pt x="2939" y="1162"/>
                </a:moveTo>
                <a:lnTo>
                  <a:pt x="2948" y="1189"/>
                </a:lnTo>
                <a:moveTo>
                  <a:pt x="2958" y="1223"/>
                </a:moveTo>
                <a:lnTo>
                  <a:pt x="2948" y="1189"/>
                </a:lnTo>
                <a:moveTo>
                  <a:pt x="2958" y="1223"/>
                </a:moveTo>
                <a:lnTo>
                  <a:pt x="2968" y="1254"/>
                </a:lnTo>
                <a:moveTo>
                  <a:pt x="2977" y="1287"/>
                </a:moveTo>
                <a:lnTo>
                  <a:pt x="2968" y="1254"/>
                </a:lnTo>
                <a:moveTo>
                  <a:pt x="2979" y="1318"/>
                </a:moveTo>
                <a:lnTo>
                  <a:pt x="2977" y="1287"/>
                </a:lnTo>
                <a:moveTo>
                  <a:pt x="2977" y="1352"/>
                </a:moveTo>
                <a:lnTo>
                  <a:pt x="2979" y="1327"/>
                </a:lnTo>
                <a:lnTo>
                  <a:pt x="2979" y="1318"/>
                </a:lnTo>
                <a:moveTo>
                  <a:pt x="2972" y="1384"/>
                </a:moveTo>
                <a:lnTo>
                  <a:pt x="2977" y="1352"/>
                </a:lnTo>
                <a:moveTo>
                  <a:pt x="2960" y="1458"/>
                </a:moveTo>
                <a:lnTo>
                  <a:pt x="2972" y="1384"/>
                </a:lnTo>
                <a:moveTo>
                  <a:pt x="2952" y="1515"/>
                </a:moveTo>
                <a:lnTo>
                  <a:pt x="2960" y="1458"/>
                </a:lnTo>
                <a:moveTo>
                  <a:pt x="2943" y="1573"/>
                </a:moveTo>
                <a:lnTo>
                  <a:pt x="2940" y="1602"/>
                </a:lnTo>
                <a:moveTo>
                  <a:pt x="2934" y="1639"/>
                </a:moveTo>
                <a:lnTo>
                  <a:pt x="2940" y="1602"/>
                </a:lnTo>
                <a:moveTo>
                  <a:pt x="2929" y="1669"/>
                </a:moveTo>
                <a:lnTo>
                  <a:pt x="2934" y="1639"/>
                </a:lnTo>
                <a:moveTo>
                  <a:pt x="2775" y="1714"/>
                </a:moveTo>
                <a:lnTo>
                  <a:pt x="2766" y="1746"/>
                </a:lnTo>
                <a:moveTo>
                  <a:pt x="2759" y="1774"/>
                </a:moveTo>
                <a:lnTo>
                  <a:pt x="2766" y="1746"/>
                </a:lnTo>
                <a:moveTo>
                  <a:pt x="2753" y="1804"/>
                </a:moveTo>
                <a:lnTo>
                  <a:pt x="2759" y="1774"/>
                </a:lnTo>
                <a:moveTo>
                  <a:pt x="2918" y="1741"/>
                </a:moveTo>
                <a:lnTo>
                  <a:pt x="2913" y="1773"/>
                </a:lnTo>
                <a:moveTo>
                  <a:pt x="2910" y="1792"/>
                </a:moveTo>
                <a:lnTo>
                  <a:pt x="2913" y="1773"/>
                </a:lnTo>
                <a:moveTo>
                  <a:pt x="2751" y="1835"/>
                </a:moveTo>
                <a:lnTo>
                  <a:pt x="2753" y="1804"/>
                </a:lnTo>
                <a:moveTo>
                  <a:pt x="2908" y="1807"/>
                </a:moveTo>
                <a:lnTo>
                  <a:pt x="2906" y="1819"/>
                </a:lnTo>
                <a:moveTo>
                  <a:pt x="2906" y="1824"/>
                </a:moveTo>
                <a:lnTo>
                  <a:pt x="2906" y="1819"/>
                </a:lnTo>
                <a:moveTo>
                  <a:pt x="2751" y="1835"/>
                </a:moveTo>
                <a:lnTo>
                  <a:pt x="2751" y="1841"/>
                </a:lnTo>
                <a:moveTo>
                  <a:pt x="2749" y="1884"/>
                </a:moveTo>
                <a:lnTo>
                  <a:pt x="2749" y="1876"/>
                </a:lnTo>
                <a:moveTo>
                  <a:pt x="2893" y="1923"/>
                </a:moveTo>
                <a:lnTo>
                  <a:pt x="2890" y="1943"/>
                </a:lnTo>
                <a:moveTo>
                  <a:pt x="2884" y="1978"/>
                </a:moveTo>
                <a:lnTo>
                  <a:pt x="2890" y="1943"/>
                </a:lnTo>
                <a:moveTo>
                  <a:pt x="2879" y="2008"/>
                </a:moveTo>
                <a:lnTo>
                  <a:pt x="2884" y="1978"/>
                </a:lnTo>
                <a:moveTo>
                  <a:pt x="2875" y="2035"/>
                </a:moveTo>
                <a:lnTo>
                  <a:pt x="2879" y="2008"/>
                </a:lnTo>
                <a:moveTo>
                  <a:pt x="2871" y="2058"/>
                </a:moveTo>
                <a:lnTo>
                  <a:pt x="2875" y="2035"/>
                </a:lnTo>
                <a:moveTo>
                  <a:pt x="2871" y="2058"/>
                </a:moveTo>
                <a:lnTo>
                  <a:pt x="2867" y="2082"/>
                </a:lnTo>
                <a:moveTo>
                  <a:pt x="2861" y="2123"/>
                </a:moveTo>
                <a:lnTo>
                  <a:pt x="2864" y="2103"/>
                </a:lnTo>
                <a:lnTo>
                  <a:pt x="2867" y="2082"/>
                </a:lnTo>
                <a:moveTo>
                  <a:pt x="2861" y="2123"/>
                </a:moveTo>
                <a:lnTo>
                  <a:pt x="2856" y="2152"/>
                </a:lnTo>
                <a:moveTo>
                  <a:pt x="2852" y="2182"/>
                </a:moveTo>
                <a:lnTo>
                  <a:pt x="2856" y="2152"/>
                </a:lnTo>
                <a:moveTo>
                  <a:pt x="2852" y="2182"/>
                </a:moveTo>
                <a:lnTo>
                  <a:pt x="2847" y="2212"/>
                </a:lnTo>
                <a:moveTo>
                  <a:pt x="2842" y="2243"/>
                </a:moveTo>
                <a:lnTo>
                  <a:pt x="2847" y="2212"/>
                </a:lnTo>
                <a:moveTo>
                  <a:pt x="2842" y="2243"/>
                </a:moveTo>
                <a:lnTo>
                  <a:pt x="2837" y="2271"/>
                </a:lnTo>
                <a:moveTo>
                  <a:pt x="2833" y="2300"/>
                </a:moveTo>
                <a:lnTo>
                  <a:pt x="2837" y="2271"/>
                </a:lnTo>
                <a:moveTo>
                  <a:pt x="2828" y="2328"/>
                </a:moveTo>
                <a:lnTo>
                  <a:pt x="2824" y="2355"/>
                </a:lnTo>
                <a:moveTo>
                  <a:pt x="2820" y="2384"/>
                </a:moveTo>
                <a:lnTo>
                  <a:pt x="2824" y="2355"/>
                </a:lnTo>
                <a:moveTo>
                  <a:pt x="2820" y="2384"/>
                </a:moveTo>
                <a:lnTo>
                  <a:pt x="2815" y="2408"/>
                </a:lnTo>
                <a:moveTo>
                  <a:pt x="2811" y="2434"/>
                </a:moveTo>
                <a:lnTo>
                  <a:pt x="2815" y="2408"/>
                </a:lnTo>
                <a:moveTo>
                  <a:pt x="2807" y="2466"/>
                </a:moveTo>
                <a:lnTo>
                  <a:pt x="2811" y="2434"/>
                </a:lnTo>
                <a:moveTo>
                  <a:pt x="499" y="2940"/>
                </a:moveTo>
                <a:lnTo>
                  <a:pt x="492" y="2950"/>
                </a:lnTo>
                <a:lnTo>
                  <a:pt x="485" y="2963"/>
                </a:lnTo>
                <a:moveTo>
                  <a:pt x="921" y="3168"/>
                </a:moveTo>
                <a:lnTo>
                  <a:pt x="926" y="3147"/>
                </a:lnTo>
                <a:lnTo>
                  <a:pt x="930" y="3108"/>
                </a:lnTo>
                <a:lnTo>
                  <a:pt x="932" y="3088"/>
                </a:lnTo>
                <a:lnTo>
                  <a:pt x="932" y="3081"/>
                </a:lnTo>
                <a:moveTo>
                  <a:pt x="3733" y="2392"/>
                </a:moveTo>
                <a:lnTo>
                  <a:pt x="3729" y="2421"/>
                </a:lnTo>
                <a:lnTo>
                  <a:pt x="3727" y="2432"/>
                </a:lnTo>
                <a:moveTo>
                  <a:pt x="3723" y="2463"/>
                </a:moveTo>
                <a:lnTo>
                  <a:pt x="3723" y="2454"/>
                </a:lnTo>
                <a:lnTo>
                  <a:pt x="3727" y="2432"/>
                </a:lnTo>
                <a:moveTo>
                  <a:pt x="3721" y="2486"/>
                </a:moveTo>
                <a:lnTo>
                  <a:pt x="3723" y="2463"/>
                </a:lnTo>
                <a:moveTo>
                  <a:pt x="3719" y="2513"/>
                </a:moveTo>
                <a:lnTo>
                  <a:pt x="3721" y="2486"/>
                </a:lnTo>
                <a:moveTo>
                  <a:pt x="3706" y="2558"/>
                </a:moveTo>
                <a:lnTo>
                  <a:pt x="3711" y="2552"/>
                </a:lnTo>
                <a:lnTo>
                  <a:pt x="3713" y="2549"/>
                </a:lnTo>
                <a:lnTo>
                  <a:pt x="3715" y="2542"/>
                </a:lnTo>
                <a:lnTo>
                  <a:pt x="3716" y="2539"/>
                </a:lnTo>
                <a:lnTo>
                  <a:pt x="3716" y="2533"/>
                </a:lnTo>
                <a:lnTo>
                  <a:pt x="3719" y="2513"/>
                </a:lnTo>
                <a:moveTo>
                  <a:pt x="2394" y="2044"/>
                </a:moveTo>
                <a:lnTo>
                  <a:pt x="2381" y="2046"/>
                </a:lnTo>
                <a:lnTo>
                  <a:pt x="2339" y="2057"/>
                </a:lnTo>
                <a:lnTo>
                  <a:pt x="2333" y="2058"/>
                </a:lnTo>
                <a:lnTo>
                  <a:pt x="2288" y="2068"/>
                </a:lnTo>
                <a:moveTo>
                  <a:pt x="2565" y="2020"/>
                </a:moveTo>
                <a:lnTo>
                  <a:pt x="2555" y="2024"/>
                </a:lnTo>
                <a:lnTo>
                  <a:pt x="2529" y="2033"/>
                </a:lnTo>
                <a:lnTo>
                  <a:pt x="2460" y="2056"/>
                </a:lnTo>
                <a:moveTo>
                  <a:pt x="2137" y="2090"/>
                </a:moveTo>
                <a:lnTo>
                  <a:pt x="2140" y="2090"/>
                </a:lnTo>
                <a:moveTo>
                  <a:pt x="2137" y="2090"/>
                </a:moveTo>
                <a:lnTo>
                  <a:pt x="2135" y="2063"/>
                </a:lnTo>
                <a:moveTo>
                  <a:pt x="2137" y="2090"/>
                </a:moveTo>
                <a:lnTo>
                  <a:pt x="2138" y="2105"/>
                </a:lnTo>
                <a:moveTo>
                  <a:pt x="2418" y="2253"/>
                </a:moveTo>
                <a:lnTo>
                  <a:pt x="2416" y="2271"/>
                </a:lnTo>
                <a:moveTo>
                  <a:pt x="2415" y="2296"/>
                </a:moveTo>
                <a:lnTo>
                  <a:pt x="2414" y="2305"/>
                </a:lnTo>
                <a:moveTo>
                  <a:pt x="2415" y="2296"/>
                </a:moveTo>
                <a:lnTo>
                  <a:pt x="2416" y="2271"/>
                </a:lnTo>
                <a:moveTo>
                  <a:pt x="2414" y="2305"/>
                </a:moveTo>
                <a:lnTo>
                  <a:pt x="2411" y="2344"/>
                </a:lnTo>
                <a:moveTo>
                  <a:pt x="2152" y="2430"/>
                </a:moveTo>
                <a:lnTo>
                  <a:pt x="2152" y="2428"/>
                </a:lnTo>
                <a:lnTo>
                  <a:pt x="2151" y="2402"/>
                </a:lnTo>
                <a:moveTo>
                  <a:pt x="2152" y="2430"/>
                </a:moveTo>
                <a:lnTo>
                  <a:pt x="2153" y="2461"/>
                </a:lnTo>
                <a:moveTo>
                  <a:pt x="2484" y="2736"/>
                </a:moveTo>
                <a:lnTo>
                  <a:pt x="2554" y="2742"/>
                </a:lnTo>
                <a:moveTo>
                  <a:pt x="2484" y="2736"/>
                </a:moveTo>
                <a:lnTo>
                  <a:pt x="2450" y="2732"/>
                </a:lnTo>
                <a:moveTo>
                  <a:pt x="2554" y="2742"/>
                </a:moveTo>
                <a:lnTo>
                  <a:pt x="2557" y="2743"/>
                </a:lnTo>
                <a:lnTo>
                  <a:pt x="2563" y="2744"/>
                </a:lnTo>
                <a:lnTo>
                  <a:pt x="2568" y="2744"/>
                </a:lnTo>
                <a:moveTo>
                  <a:pt x="3223" y="821"/>
                </a:moveTo>
                <a:lnTo>
                  <a:pt x="3218" y="824"/>
                </a:lnTo>
                <a:lnTo>
                  <a:pt x="3209" y="826"/>
                </a:lnTo>
                <a:lnTo>
                  <a:pt x="3202" y="829"/>
                </a:lnTo>
                <a:lnTo>
                  <a:pt x="3181" y="836"/>
                </a:lnTo>
                <a:lnTo>
                  <a:pt x="3156" y="845"/>
                </a:lnTo>
                <a:lnTo>
                  <a:pt x="3138" y="851"/>
                </a:lnTo>
                <a:lnTo>
                  <a:pt x="3118" y="858"/>
                </a:lnTo>
                <a:lnTo>
                  <a:pt x="3094" y="866"/>
                </a:lnTo>
                <a:moveTo>
                  <a:pt x="3223" y="821"/>
                </a:moveTo>
                <a:lnTo>
                  <a:pt x="3244" y="814"/>
                </a:lnTo>
                <a:lnTo>
                  <a:pt x="3247" y="814"/>
                </a:lnTo>
                <a:lnTo>
                  <a:pt x="3253" y="811"/>
                </a:lnTo>
                <a:moveTo>
                  <a:pt x="2977" y="972"/>
                </a:moveTo>
                <a:lnTo>
                  <a:pt x="2958" y="944"/>
                </a:lnTo>
                <a:lnTo>
                  <a:pt x="2950" y="926"/>
                </a:lnTo>
                <a:moveTo>
                  <a:pt x="2950" y="926"/>
                </a:moveTo>
                <a:lnTo>
                  <a:pt x="2944" y="927"/>
                </a:lnTo>
                <a:lnTo>
                  <a:pt x="2903" y="940"/>
                </a:lnTo>
                <a:lnTo>
                  <a:pt x="2899" y="942"/>
                </a:lnTo>
                <a:moveTo>
                  <a:pt x="2950" y="926"/>
                </a:moveTo>
                <a:lnTo>
                  <a:pt x="2980" y="916"/>
                </a:lnTo>
                <a:lnTo>
                  <a:pt x="2986" y="915"/>
                </a:lnTo>
                <a:lnTo>
                  <a:pt x="3020" y="902"/>
                </a:lnTo>
                <a:moveTo>
                  <a:pt x="2987" y="989"/>
                </a:moveTo>
                <a:lnTo>
                  <a:pt x="2977" y="972"/>
                </a:lnTo>
                <a:moveTo>
                  <a:pt x="3019" y="1075"/>
                </a:moveTo>
                <a:lnTo>
                  <a:pt x="3013" y="1054"/>
                </a:lnTo>
                <a:moveTo>
                  <a:pt x="3003" y="1026"/>
                </a:moveTo>
                <a:lnTo>
                  <a:pt x="3013" y="1054"/>
                </a:lnTo>
                <a:moveTo>
                  <a:pt x="3025" y="1093"/>
                </a:moveTo>
                <a:lnTo>
                  <a:pt x="3022" y="1083"/>
                </a:lnTo>
                <a:lnTo>
                  <a:pt x="3019" y="1075"/>
                </a:lnTo>
                <a:moveTo>
                  <a:pt x="3044" y="1154"/>
                </a:moveTo>
                <a:lnTo>
                  <a:pt x="3037" y="1131"/>
                </a:lnTo>
                <a:moveTo>
                  <a:pt x="3031" y="1113"/>
                </a:moveTo>
                <a:lnTo>
                  <a:pt x="3037" y="1131"/>
                </a:lnTo>
                <a:moveTo>
                  <a:pt x="3067" y="1226"/>
                </a:moveTo>
                <a:lnTo>
                  <a:pt x="3057" y="1197"/>
                </a:lnTo>
                <a:moveTo>
                  <a:pt x="3052" y="1179"/>
                </a:moveTo>
                <a:lnTo>
                  <a:pt x="3057" y="1197"/>
                </a:lnTo>
                <a:moveTo>
                  <a:pt x="3071" y="1240"/>
                </a:moveTo>
                <a:lnTo>
                  <a:pt x="3067" y="1226"/>
                </a:lnTo>
                <a:moveTo>
                  <a:pt x="3302" y="1883"/>
                </a:moveTo>
                <a:lnTo>
                  <a:pt x="3306" y="1885"/>
                </a:lnTo>
                <a:lnTo>
                  <a:pt x="3311" y="1889"/>
                </a:lnTo>
                <a:lnTo>
                  <a:pt x="3314" y="1893"/>
                </a:lnTo>
                <a:lnTo>
                  <a:pt x="3317" y="1895"/>
                </a:lnTo>
                <a:lnTo>
                  <a:pt x="3319" y="1899"/>
                </a:lnTo>
                <a:moveTo>
                  <a:pt x="3321" y="1924"/>
                </a:moveTo>
                <a:lnTo>
                  <a:pt x="3321" y="1914"/>
                </a:lnTo>
                <a:lnTo>
                  <a:pt x="3321" y="1908"/>
                </a:lnTo>
                <a:lnTo>
                  <a:pt x="3319" y="1899"/>
                </a:lnTo>
                <a:moveTo>
                  <a:pt x="3015" y="1764"/>
                </a:moveTo>
                <a:lnTo>
                  <a:pt x="3042" y="1599"/>
                </a:lnTo>
                <a:moveTo>
                  <a:pt x="3072" y="1410"/>
                </a:moveTo>
                <a:lnTo>
                  <a:pt x="3049" y="1548"/>
                </a:lnTo>
                <a:lnTo>
                  <a:pt x="3042" y="1599"/>
                </a:lnTo>
                <a:moveTo>
                  <a:pt x="3009" y="1802"/>
                </a:moveTo>
                <a:lnTo>
                  <a:pt x="3015" y="1764"/>
                </a:lnTo>
                <a:moveTo>
                  <a:pt x="3003" y="1839"/>
                </a:moveTo>
                <a:lnTo>
                  <a:pt x="3009" y="1802"/>
                </a:lnTo>
                <a:moveTo>
                  <a:pt x="3003" y="1839"/>
                </a:moveTo>
                <a:lnTo>
                  <a:pt x="2997" y="1876"/>
                </a:lnTo>
                <a:moveTo>
                  <a:pt x="2996" y="1878"/>
                </a:moveTo>
                <a:lnTo>
                  <a:pt x="2997" y="1876"/>
                </a:lnTo>
                <a:moveTo>
                  <a:pt x="3196" y="1858"/>
                </a:moveTo>
                <a:lnTo>
                  <a:pt x="3214" y="1861"/>
                </a:lnTo>
                <a:lnTo>
                  <a:pt x="3232" y="1865"/>
                </a:lnTo>
                <a:lnTo>
                  <a:pt x="3283" y="1877"/>
                </a:lnTo>
                <a:lnTo>
                  <a:pt x="3295" y="1881"/>
                </a:lnTo>
                <a:lnTo>
                  <a:pt x="3302" y="1883"/>
                </a:lnTo>
                <a:moveTo>
                  <a:pt x="3372" y="2020"/>
                </a:moveTo>
                <a:lnTo>
                  <a:pt x="3370" y="2013"/>
                </a:lnTo>
                <a:lnTo>
                  <a:pt x="3368" y="2006"/>
                </a:lnTo>
                <a:lnTo>
                  <a:pt x="3366" y="2002"/>
                </a:lnTo>
                <a:lnTo>
                  <a:pt x="3363" y="1993"/>
                </a:lnTo>
                <a:lnTo>
                  <a:pt x="3360" y="1988"/>
                </a:lnTo>
                <a:lnTo>
                  <a:pt x="3353" y="1979"/>
                </a:lnTo>
                <a:lnTo>
                  <a:pt x="3341" y="1964"/>
                </a:lnTo>
                <a:lnTo>
                  <a:pt x="3335" y="1957"/>
                </a:lnTo>
                <a:lnTo>
                  <a:pt x="3328" y="1947"/>
                </a:lnTo>
                <a:lnTo>
                  <a:pt x="3326" y="1941"/>
                </a:lnTo>
                <a:lnTo>
                  <a:pt x="3323" y="1936"/>
                </a:lnTo>
                <a:lnTo>
                  <a:pt x="3322" y="1930"/>
                </a:lnTo>
                <a:lnTo>
                  <a:pt x="3321" y="1924"/>
                </a:lnTo>
                <a:moveTo>
                  <a:pt x="2567" y="2754"/>
                </a:moveTo>
                <a:lnTo>
                  <a:pt x="2563" y="2753"/>
                </a:lnTo>
                <a:lnTo>
                  <a:pt x="2556" y="2753"/>
                </a:lnTo>
                <a:lnTo>
                  <a:pt x="2553" y="2752"/>
                </a:lnTo>
                <a:moveTo>
                  <a:pt x="2681" y="3217"/>
                </a:moveTo>
                <a:lnTo>
                  <a:pt x="2686" y="3189"/>
                </a:lnTo>
                <a:moveTo>
                  <a:pt x="2679" y="3225"/>
                </a:moveTo>
                <a:lnTo>
                  <a:pt x="2681" y="3217"/>
                </a:lnTo>
                <a:moveTo>
                  <a:pt x="2553" y="2752"/>
                </a:moveTo>
                <a:lnTo>
                  <a:pt x="2483" y="2748"/>
                </a:lnTo>
                <a:moveTo>
                  <a:pt x="2445" y="2743"/>
                </a:moveTo>
                <a:lnTo>
                  <a:pt x="2483" y="2748"/>
                </a:lnTo>
                <a:moveTo>
                  <a:pt x="597" y="2695"/>
                </a:moveTo>
                <a:lnTo>
                  <a:pt x="601" y="2703"/>
                </a:lnTo>
                <a:lnTo>
                  <a:pt x="602" y="2708"/>
                </a:lnTo>
                <a:lnTo>
                  <a:pt x="601" y="2712"/>
                </a:lnTo>
                <a:lnTo>
                  <a:pt x="600" y="2716"/>
                </a:lnTo>
                <a:lnTo>
                  <a:pt x="579" y="2754"/>
                </a:lnTo>
                <a:moveTo>
                  <a:pt x="597" y="2695"/>
                </a:moveTo>
                <a:lnTo>
                  <a:pt x="602" y="2698"/>
                </a:lnTo>
                <a:lnTo>
                  <a:pt x="607" y="2699"/>
                </a:lnTo>
                <a:lnTo>
                  <a:pt x="613" y="2700"/>
                </a:lnTo>
                <a:lnTo>
                  <a:pt x="620" y="2700"/>
                </a:lnTo>
                <a:moveTo>
                  <a:pt x="40" y="2562"/>
                </a:moveTo>
                <a:lnTo>
                  <a:pt x="46" y="2634"/>
                </a:lnTo>
                <a:lnTo>
                  <a:pt x="47" y="2641"/>
                </a:lnTo>
                <a:moveTo>
                  <a:pt x="40" y="2562"/>
                </a:moveTo>
                <a:lnTo>
                  <a:pt x="40" y="2553"/>
                </a:lnTo>
                <a:lnTo>
                  <a:pt x="39" y="2549"/>
                </a:lnTo>
                <a:moveTo>
                  <a:pt x="53" y="2728"/>
                </a:moveTo>
                <a:lnTo>
                  <a:pt x="55" y="2751"/>
                </a:lnTo>
                <a:moveTo>
                  <a:pt x="53" y="2728"/>
                </a:moveTo>
                <a:lnTo>
                  <a:pt x="52" y="2714"/>
                </a:lnTo>
                <a:lnTo>
                  <a:pt x="51" y="2705"/>
                </a:lnTo>
                <a:moveTo>
                  <a:pt x="40" y="2729"/>
                </a:moveTo>
                <a:lnTo>
                  <a:pt x="42" y="2750"/>
                </a:lnTo>
                <a:moveTo>
                  <a:pt x="48" y="2668"/>
                </a:moveTo>
                <a:lnTo>
                  <a:pt x="51" y="2705"/>
                </a:lnTo>
                <a:moveTo>
                  <a:pt x="48" y="2668"/>
                </a:moveTo>
                <a:lnTo>
                  <a:pt x="47" y="2641"/>
                </a:lnTo>
                <a:moveTo>
                  <a:pt x="3597" y="730"/>
                </a:moveTo>
                <a:lnTo>
                  <a:pt x="3552" y="732"/>
                </a:lnTo>
                <a:moveTo>
                  <a:pt x="3597" y="730"/>
                </a:moveTo>
                <a:lnTo>
                  <a:pt x="3573" y="727"/>
                </a:lnTo>
                <a:lnTo>
                  <a:pt x="3571" y="726"/>
                </a:lnTo>
                <a:moveTo>
                  <a:pt x="3741" y="2332"/>
                </a:moveTo>
                <a:lnTo>
                  <a:pt x="3738" y="2362"/>
                </a:lnTo>
                <a:moveTo>
                  <a:pt x="3733" y="2392"/>
                </a:moveTo>
                <a:lnTo>
                  <a:pt x="3738" y="2362"/>
                </a:lnTo>
                <a:moveTo>
                  <a:pt x="3080" y="1294"/>
                </a:moveTo>
                <a:lnTo>
                  <a:pt x="3081" y="1303"/>
                </a:lnTo>
                <a:lnTo>
                  <a:pt x="3082" y="1322"/>
                </a:lnTo>
                <a:lnTo>
                  <a:pt x="3082" y="1342"/>
                </a:lnTo>
                <a:lnTo>
                  <a:pt x="3080" y="1354"/>
                </a:lnTo>
                <a:lnTo>
                  <a:pt x="3072" y="1410"/>
                </a:lnTo>
                <a:moveTo>
                  <a:pt x="3681" y="1505"/>
                </a:moveTo>
                <a:lnTo>
                  <a:pt x="3675" y="1503"/>
                </a:lnTo>
                <a:moveTo>
                  <a:pt x="3668" y="1525"/>
                </a:moveTo>
                <a:lnTo>
                  <a:pt x="3670" y="1518"/>
                </a:lnTo>
                <a:lnTo>
                  <a:pt x="3672" y="1512"/>
                </a:lnTo>
                <a:lnTo>
                  <a:pt x="3675" y="1505"/>
                </a:lnTo>
                <a:lnTo>
                  <a:pt x="3675" y="1503"/>
                </a:lnTo>
                <a:moveTo>
                  <a:pt x="3665" y="1540"/>
                </a:moveTo>
                <a:lnTo>
                  <a:pt x="3668" y="1525"/>
                </a:lnTo>
                <a:moveTo>
                  <a:pt x="3799" y="1557"/>
                </a:moveTo>
                <a:lnTo>
                  <a:pt x="3774" y="1534"/>
                </a:lnTo>
                <a:moveTo>
                  <a:pt x="3741" y="1526"/>
                </a:moveTo>
                <a:lnTo>
                  <a:pt x="3746" y="1527"/>
                </a:lnTo>
                <a:lnTo>
                  <a:pt x="3774" y="1534"/>
                </a:lnTo>
                <a:moveTo>
                  <a:pt x="3658" y="1557"/>
                </a:moveTo>
                <a:lnTo>
                  <a:pt x="3650" y="1579"/>
                </a:lnTo>
                <a:lnTo>
                  <a:pt x="3644" y="1598"/>
                </a:lnTo>
                <a:lnTo>
                  <a:pt x="3639" y="1616"/>
                </a:lnTo>
                <a:lnTo>
                  <a:pt x="3638" y="1621"/>
                </a:lnTo>
                <a:moveTo>
                  <a:pt x="3627" y="1671"/>
                </a:moveTo>
                <a:lnTo>
                  <a:pt x="3629" y="1666"/>
                </a:lnTo>
                <a:lnTo>
                  <a:pt x="3638" y="1621"/>
                </a:lnTo>
                <a:moveTo>
                  <a:pt x="3625" y="1683"/>
                </a:moveTo>
                <a:lnTo>
                  <a:pt x="3623" y="1691"/>
                </a:lnTo>
                <a:moveTo>
                  <a:pt x="3623" y="1697"/>
                </a:moveTo>
                <a:lnTo>
                  <a:pt x="3623" y="1691"/>
                </a:lnTo>
                <a:moveTo>
                  <a:pt x="3607" y="1958"/>
                </a:moveTo>
                <a:lnTo>
                  <a:pt x="3607" y="1979"/>
                </a:lnTo>
                <a:moveTo>
                  <a:pt x="3607" y="2029"/>
                </a:moveTo>
                <a:lnTo>
                  <a:pt x="3608" y="2007"/>
                </a:lnTo>
                <a:lnTo>
                  <a:pt x="3608" y="1985"/>
                </a:lnTo>
                <a:lnTo>
                  <a:pt x="3607" y="1979"/>
                </a:lnTo>
                <a:moveTo>
                  <a:pt x="523" y="2668"/>
                </a:moveTo>
                <a:lnTo>
                  <a:pt x="531" y="2664"/>
                </a:lnTo>
                <a:lnTo>
                  <a:pt x="536" y="2662"/>
                </a:lnTo>
                <a:lnTo>
                  <a:pt x="544" y="2661"/>
                </a:lnTo>
                <a:moveTo>
                  <a:pt x="342" y="2720"/>
                </a:moveTo>
                <a:lnTo>
                  <a:pt x="327" y="2753"/>
                </a:lnTo>
                <a:moveTo>
                  <a:pt x="4579" y="3217"/>
                </a:moveTo>
                <a:lnTo>
                  <a:pt x="4578" y="3221"/>
                </a:lnTo>
                <a:lnTo>
                  <a:pt x="4572" y="3246"/>
                </a:lnTo>
                <a:moveTo>
                  <a:pt x="4586" y="3184"/>
                </a:moveTo>
                <a:lnTo>
                  <a:pt x="4585" y="3194"/>
                </a:lnTo>
                <a:lnTo>
                  <a:pt x="4579" y="3217"/>
                </a:lnTo>
                <a:moveTo>
                  <a:pt x="4591" y="3147"/>
                </a:moveTo>
                <a:lnTo>
                  <a:pt x="4593" y="3135"/>
                </a:lnTo>
                <a:moveTo>
                  <a:pt x="4602" y="3101"/>
                </a:moveTo>
                <a:lnTo>
                  <a:pt x="4597" y="3123"/>
                </a:lnTo>
                <a:lnTo>
                  <a:pt x="4593" y="3135"/>
                </a:lnTo>
                <a:moveTo>
                  <a:pt x="4643" y="2940"/>
                </a:moveTo>
                <a:lnTo>
                  <a:pt x="4632" y="2980"/>
                </a:lnTo>
                <a:moveTo>
                  <a:pt x="4620" y="3025"/>
                </a:moveTo>
                <a:lnTo>
                  <a:pt x="4632" y="2980"/>
                </a:lnTo>
                <a:moveTo>
                  <a:pt x="4609" y="2737"/>
                </a:moveTo>
                <a:lnTo>
                  <a:pt x="4613" y="2739"/>
                </a:lnTo>
                <a:lnTo>
                  <a:pt x="4616" y="2740"/>
                </a:lnTo>
                <a:lnTo>
                  <a:pt x="4634" y="2743"/>
                </a:lnTo>
                <a:lnTo>
                  <a:pt x="4639" y="2745"/>
                </a:lnTo>
                <a:lnTo>
                  <a:pt x="4645" y="2746"/>
                </a:lnTo>
                <a:lnTo>
                  <a:pt x="4650" y="2750"/>
                </a:lnTo>
                <a:lnTo>
                  <a:pt x="4660" y="2758"/>
                </a:lnTo>
                <a:lnTo>
                  <a:pt x="4677" y="2770"/>
                </a:lnTo>
                <a:moveTo>
                  <a:pt x="4661" y="2860"/>
                </a:moveTo>
                <a:lnTo>
                  <a:pt x="4662" y="2851"/>
                </a:lnTo>
                <a:lnTo>
                  <a:pt x="4664" y="2844"/>
                </a:lnTo>
                <a:lnTo>
                  <a:pt x="4665" y="2826"/>
                </a:lnTo>
                <a:lnTo>
                  <a:pt x="4667" y="2814"/>
                </a:lnTo>
                <a:lnTo>
                  <a:pt x="4672" y="2794"/>
                </a:lnTo>
                <a:lnTo>
                  <a:pt x="4676" y="2780"/>
                </a:lnTo>
                <a:lnTo>
                  <a:pt x="4677" y="2770"/>
                </a:lnTo>
                <a:moveTo>
                  <a:pt x="3571" y="726"/>
                </a:moveTo>
                <a:lnTo>
                  <a:pt x="3564" y="729"/>
                </a:lnTo>
                <a:lnTo>
                  <a:pt x="3552" y="732"/>
                </a:lnTo>
                <a:moveTo>
                  <a:pt x="2599" y="1656"/>
                </a:moveTo>
                <a:lnTo>
                  <a:pt x="2546" y="1643"/>
                </a:lnTo>
                <a:lnTo>
                  <a:pt x="2472" y="1632"/>
                </a:lnTo>
                <a:moveTo>
                  <a:pt x="2464" y="1631"/>
                </a:moveTo>
                <a:lnTo>
                  <a:pt x="2468" y="1631"/>
                </a:lnTo>
                <a:lnTo>
                  <a:pt x="2472" y="1632"/>
                </a:lnTo>
                <a:moveTo>
                  <a:pt x="2655" y="1674"/>
                </a:moveTo>
                <a:lnTo>
                  <a:pt x="2636" y="1668"/>
                </a:lnTo>
                <a:lnTo>
                  <a:pt x="2599" y="1656"/>
                </a:lnTo>
                <a:moveTo>
                  <a:pt x="2328" y="1692"/>
                </a:moveTo>
                <a:lnTo>
                  <a:pt x="2328" y="1708"/>
                </a:lnTo>
                <a:lnTo>
                  <a:pt x="2329" y="1713"/>
                </a:lnTo>
                <a:moveTo>
                  <a:pt x="2328" y="1692"/>
                </a:moveTo>
                <a:lnTo>
                  <a:pt x="2327" y="1675"/>
                </a:lnTo>
                <a:moveTo>
                  <a:pt x="2346" y="1836"/>
                </a:moveTo>
                <a:lnTo>
                  <a:pt x="2360" y="1893"/>
                </a:lnTo>
                <a:moveTo>
                  <a:pt x="2346" y="1836"/>
                </a:moveTo>
                <a:lnTo>
                  <a:pt x="2339" y="1804"/>
                </a:lnTo>
                <a:lnTo>
                  <a:pt x="2339" y="1801"/>
                </a:lnTo>
                <a:moveTo>
                  <a:pt x="2749" y="1898"/>
                </a:moveTo>
                <a:lnTo>
                  <a:pt x="2749" y="1884"/>
                </a:lnTo>
                <a:moveTo>
                  <a:pt x="2749" y="1898"/>
                </a:moveTo>
                <a:lnTo>
                  <a:pt x="2750" y="1910"/>
                </a:lnTo>
                <a:moveTo>
                  <a:pt x="2627" y="1995"/>
                </a:moveTo>
                <a:lnTo>
                  <a:pt x="2644" y="1988"/>
                </a:lnTo>
                <a:moveTo>
                  <a:pt x="2138" y="2105"/>
                </a:moveTo>
                <a:lnTo>
                  <a:pt x="2138" y="2123"/>
                </a:lnTo>
                <a:moveTo>
                  <a:pt x="2141" y="2172"/>
                </a:moveTo>
                <a:lnTo>
                  <a:pt x="2141" y="2169"/>
                </a:lnTo>
                <a:lnTo>
                  <a:pt x="2140" y="2157"/>
                </a:lnTo>
                <a:moveTo>
                  <a:pt x="2141" y="2172"/>
                </a:moveTo>
                <a:lnTo>
                  <a:pt x="2141" y="2190"/>
                </a:lnTo>
                <a:moveTo>
                  <a:pt x="2828" y="2328"/>
                </a:moveTo>
                <a:lnTo>
                  <a:pt x="2833" y="2300"/>
                </a:lnTo>
                <a:moveTo>
                  <a:pt x="2155" y="2533"/>
                </a:moveTo>
                <a:lnTo>
                  <a:pt x="2155" y="2528"/>
                </a:lnTo>
                <a:moveTo>
                  <a:pt x="2155" y="2533"/>
                </a:moveTo>
                <a:lnTo>
                  <a:pt x="2156" y="2553"/>
                </a:lnTo>
                <a:moveTo>
                  <a:pt x="2158" y="2606"/>
                </a:moveTo>
                <a:lnTo>
                  <a:pt x="2158" y="2592"/>
                </a:lnTo>
                <a:moveTo>
                  <a:pt x="2779" y="2658"/>
                </a:moveTo>
                <a:lnTo>
                  <a:pt x="2775" y="2669"/>
                </a:lnTo>
                <a:lnTo>
                  <a:pt x="2772" y="2681"/>
                </a:lnTo>
                <a:lnTo>
                  <a:pt x="2765" y="2697"/>
                </a:lnTo>
                <a:lnTo>
                  <a:pt x="2765" y="2699"/>
                </a:lnTo>
                <a:moveTo>
                  <a:pt x="2755" y="2715"/>
                </a:moveTo>
                <a:lnTo>
                  <a:pt x="2762" y="2706"/>
                </a:lnTo>
                <a:lnTo>
                  <a:pt x="2765" y="2699"/>
                </a:lnTo>
                <a:moveTo>
                  <a:pt x="2876" y="2649"/>
                </a:moveTo>
                <a:lnTo>
                  <a:pt x="2864" y="2726"/>
                </a:lnTo>
                <a:moveTo>
                  <a:pt x="2860" y="2757"/>
                </a:moveTo>
                <a:lnTo>
                  <a:pt x="2864" y="2726"/>
                </a:lnTo>
                <a:moveTo>
                  <a:pt x="2568" y="2744"/>
                </a:moveTo>
                <a:lnTo>
                  <a:pt x="2626" y="2751"/>
                </a:lnTo>
                <a:moveTo>
                  <a:pt x="2860" y="2774"/>
                </a:moveTo>
                <a:lnTo>
                  <a:pt x="2860" y="2757"/>
                </a:lnTo>
                <a:moveTo>
                  <a:pt x="3226" y="2764"/>
                </a:moveTo>
                <a:lnTo>
                  <a:pt x="3210" y="2760"/>
                </a:lnTo>
                <a:lnTo>
                  <a:pt x="3193" y="2759"/>
                </a:lnTo>
                <a:lnTo>
                  <a:pt x="3168" y="2759"/>
                </a:lnTo>
                <a:lnTo>
                  <a:pt x="3140" y="2760"/>
                </a:lnTo>
                <a:moveTo>
                  <a:pt x="2979" y="2779"/>
                </a:moveTo>
                <a:lnTo>
                  <a:pt x="2995" y="2778"/>
                </a:lnTo>
                <a:lnTo>
                  <a:pt x="3024" y="2774"/>
                </a:lnTo>
                <a:lnTo>
                  <a:pt x="3027" y="2774"/>
                </a:lnTo>
                <a:lnTo>
                  <a:pt x="3072" y="2769"/>
                </a:lnTo>
                <a:lnTo>
                  <a:pt x="3078" y="2768"/>
                </a:lnTo>
                <a:lnTo>
                  <a:pt x="3140" y="2760"/>
                </a:lnTo>
                <a:moveTo>
                  <a:pt x="3241" y="2768"/>
                </a:moveTo>
                <a:lnTo>
                  <a:pt x="3226" y="2764"/>
                </a:lnTo>
                <a:moveTo>
                  <a:pt x="3256" y="2772"/>
                </a:moveTo>
                <a:lnTo>
                  <a:pt x="3247" y="2770"/>
                </a:lnTo>
                <a:lnTo>
                  <a:pt x="3241" y="2768"/>
                </a:lnTo>
                <a:moveTo>
                  <a:pt x="3291" y="2778"/>
                </a:moveTo>
                <a:lnTo>
                  <a:pt x="3276" y="2776"/>
                </a:lnTo>
                <a:lnTo>
                  <a:pt x="3256" y="2772"/>
                </a:lnTo>
                <a:moveTo>
                  <a:pt x="3291" y="2778"/>
                </a:moveTo>
                <a:lnTo>
                  <a:pt x="3297" y="2777"/>
                </a:lnTo>
                <a:lnTo>
                  <a:pt x="3302" y="2777"/>
                </a:lnTo>
                <a:moveTo>
                  <a:pt x="3291" y="2778"/>
                </a:moveTo>
                <a:lnTo>
                  <a:pt x="3297" y="2782"/>
                </a:lnTo>
                <a:lnTo>
                  <a:pt x="3304" y="2783"/>
                </a:lnTo>
                <a:lnTo>
                  <a:pt x="3331" y="2784"/>
                </a:lnTo>
                <a:moveTo>
                  <a:pt x="3331" y="2784"/>
                </a:moveTo>
                <a:lnTo>
                  <a:pt x="3331" y="2781"/>
                </a:lnTo>
                <a:moveTo>
                  <a:pt x="3331" y="2779"/>
                </a:moveTo>
                <a:lnTo>
                  <a:pt x="3331" y="2781"/>
                </a:lnTo>
                <a:moveTo>
                  <a:pt x="2954" y="2785"/>
                </a:moveTo>
                <a:lnTo>
                  <a:pt x="2948" y="2784"/>
                </a:lnTo>
                <a:moveTo>
                  <a:pt x="2954" y="2785"/>
                </a:moveTo>
                <a:lnTo>
                  <a:pt x="2949" y="2788"/>
                </a:lnTo>
                <a:lnTo>
                  <a:pt x="2935" y="2791"/>
                </a:lnTo>
                <a:lnTo>
                  <a:pt x="2913" y="2794"/>
                </a:lnTo>
                <a:lnTo>
                  <a:pt x="2901" y="2794"/>
                </a:lnTo>
                <a:lnTo>
                  <a:pt x="2888" y="2794"/>
                </a:lnTo>
                <a:lnTo>
                  <a:pt x="2883" y="2794"/>
                </a:lnTo>
                <a:lnTo>
                  <a:pt x="2874" y="2793"/>
                </a:lnTo>
                <a:lnTo>
                  <a:pt x="2866" y="2793"/>
                </a:lnTo>
                <a:lnTo>
                  <a:pt x="2861" y="2794"/>
                </a:lnTo>
                <a:moveTo>
                  <a:pt x="2954" y="2785"/>
                </a:moveTo>
                <a:lnTo>
                  <a:pt x="2976" y="2783"/>
                </a:lnTo>
                <a:lnTo>
                  <a:pt x="2979" y="2779"/>
                </a:lnTo>
                <a:moveTo>
                  <a:pt x="3331" y="2784"/>
                </a:moveTo>
                <a:lnTo>
                  <a:pt x="3327" y="2857"/>
                </a:lnTo>
                <a:moveTo>
                  <a:pt x="3332" y="2920"/>
                </a:moveTo>
                <a:lnTo>
                  <a:pt x="3333" y="2925"/>
                </a:lnTo>
                <a:lnTo>
                  <a:pt x="3332" y="2929"/>
                </a:lnTo>
                <a:lnTo>
                  <a:pt x="3331" y="2940"/>
                </a:lnTo>
                <a:moveTo>
                  <a:pt x="3327" y="2977"/>
                </a:moveTo>
                <a:lnTo>
                  <a:pt x="3331" y="2951"/>
                </a:lnTo>
                <a:lnTo>
                  <a:pt x="3331" y="2940"/>
                </a:lnTo>
                <a:moveTo>
                  <a:pt x="2821" y="3070"/>
                </a:moveTo>
                <a:lnTo>
                  <a:pt x="2825" y="3047"/>
                </a:lnTo>
                <a:lnTo>
                  <a:pt x="2830" y="3016"/>
                </a:lnTo>
                <a:lnTo>
                  <a:pt x="2833" y="2997"/>
                </a:lnTo>
                <a:moveTo>
                  <a:pt x="2815" y="3109"/>
                </a:moveTo>
                <a:lnTo>
                  <a:pt x="2821" y="3070"/>
                </a:lnTo>
                <a:moveTo>
                  <a:pt x="2811" y="3141"/>
                </a:moveTo>
                <a:lnTo>
                  <a:pt x="2813" y="3125"/>
                </a:lnTo>
                <a:lnTo>
                  <a:pt x="2815" y="3109"/>
                </a:lnTo>
                <a:moveTo>
                  <a:pt x="3309" y="3115"/>
                </a:moveTo>
                <a:lnTo>
                  <a:pt x="3309" y="3110"/>
                </a:lnTo>
                <a:moveTo>
                  <a:pt x="2806" y="3174"/>
                </a:moveTo>
                <a:lnTo>
                  <a:pt x="2811" y="3141"/>
                </a:lnTo>
                <a:moveTo>
                  <a:pt x="2795" y="3241"/>
                </a:moveTo>
                <a:lnTo>
                  <a:pt x="2796" y="3226"/>
                </a:lnTo>
                <a:lnTo>
                  <a:pt x="2799" y="3214"/>
                </a:lnTo>
                <a:lnTo>
                  <a:pt x="2806" y="3174"/>
                </a:lnTo>
                <a:moveTo>
                  <a:pt x="3300" y="3160"/>
                </a:moveTo>
                <a:lnTo>
                  <a:pt x="3299" y="3165"/>
                </a:lnTo>
                <a:lnTo>
                  <a:pt x="3299" y="3170"/>
                </a:lnTo>
                <a:lnTo>
                  <a:pt x="3297" y="3175"/>
                </a:lnTo>
                <a:lnTo>
                  <a:pt x="3295" y="3182"/>
                </a:lnTo>
                <a:lnTo>
                  <a:pt x="3293" y="3189"/>
                </a:lnTo>
                <a:lnTo>
                  <a:pt x="3282" y="3217"/>
                </a:lnTo>
                <a:lnTo>
                  <a:pt x="3272" y="3240"/>
                </a:lnTo>
                <a:moveTo>
                  <a:pt x="3387" y="2259"/>
                </a:moveTo>
                <a:lnTo>
                  <a:pt x="3385" y="2228"/>
                </a:lnTo>
                <a:moveTo>
                  <a:pt x="3393" y="2352"/>
                </a:moveTo>
                <a:lnTo>
                  <a:pt x="3393" y="2362"/>
                </a:lnTo>
                <a:moveTo>
                  <a:pt x="3393" y="2381"/>
                </a:moveTo>
                <a:lnTo>
                  <a:pt x="3393" y="2365"/>
                </a:lnTo>
                <a:lnTo>
                  <a:pt x="3393" y="2362"/>
                </a:lnTo>
                <a:moveTo>
                  <a:pt x="3353" y="2633"/>
                </a:moveTo>
                <a:lnTo>
                  <a:pt x="3348" y="2663"/>
                </a:lnTo>
                <a:lnTo>
                  <a:pt x="3343" y="2697"/>
                </a:lnTo>
                <a:moveTo>
                  <a:pt x="3331" y="2779"/>
                </a:moveTo>
                <a:lnTo>
                  <a:pt x="3337" y="2735"/>
                </a:lnTo>
                <a:lnTo>
                  <a:pt x="3340" y="2712"/>
                </a:lnTo>
                <a:lnTo>
                  <a:pt x="3342" y="2703"/>
                </a:lnTo>
                <a:lnTo>
                  <a:pt x="3343" y="2697"/>
                </a:lnTo>
                <a:moveTo>
                  <a:pt x="3512" y="3056"/>
                </a:moveTo>
                <a:lnTo>
                  <a:pt x="3496" y="3056"/>
                </a:lnTo>
                <a:lnTo>
                  <a:pt x="3487" y="3055"/>
                </a:lnTo>
                <a:lnTo>
                  <a:pt x="3470" y="3054"/>
                </a:lnTo>
                <a:moveTo>
                  <a:pt x="3408" y="3055"/>
                </a:moveTo>
                <a:lnTo>
                  <a:pt x="3451" y="3054"/>
                </a:lnTo>
                <a:lnTo>
                  <a:pt x="3463" y="3054"/>
                </a:lnTo>
                <a:lnTo>
                  <a:pt x="3470" y="3054"/>
                </a:lnTo>
                <a:moveTo>
                  <a:pt x="3524" y="3056"/>
                </a:moveTo>
                <a:lnTo>
                  <a:pt x="3534" y="3056"/>
                </a:lnTo>
                <a:moveTo>
                  <a:pt x="3620" y="3063"/>
                </a:moveTo>
                <a:lnTo>
                  <a:pt x="3546" y="3057"/>
                </a:lnTo>
                <a:lnTo>
                  <a:pt x="3534" y="3056"/>
                </a:lnTo>
                <a:moveTo>
                  <a:pt x="3302" y="3150"/>
                </a:moveTo>
                <a:lnTo>
                  <a:pt x="3303" y="3145"/>
                </a:lnTo>
                <a:lnTo>
                  <a:pt x="3304" y="3140"/>
                </a:lnTo>
                <a:lnTo>
                  <a:pt x="3306" y="3129"/>
                </a:lnTo>
                <a:lnTo>
                  <a:pt x="3309" y="3115"/>
                </a:lnTo>
                <a:moveTo>
                  <a:pt x="2096" y="678"/>
                </a:moveTo>
                <a:lnTo>
                  <a:pt x="2096" y="682"/>
                </a:lnTo>
                <a:moveTo>
                  <a:pt x="2098" y="708"/>
                </a:moveTo>
                <a:lnTo>
                  <a:pt x="2096" y="682"/>
                </a:lnTo>
                <a:moveTo>
                  <a:pt x="1649" y="757"/>
                </a:moveTo>
                <a:lnTo>
                  <a:pt x="1650" y="772"/>
                </a:lnTo>
                <a:moveTo>
                  <a:pt x="1650" y="775"/>
                </a:moveTo>
                <a:lnTo>
                  <a:pt x="1650" y="772"/>
                </a:lnTo>
                <a:moveTo>
                  <a:pt x="2864" y="953"/>
                </a:moveTo>
                <a:lnTo>
                  <a:pt x="2876" y="949"/>
                </a:lnTo>
                <a:lnTo>
                  <a:pt x="2899" y="942"/>
                </a:lnTo>
                <a:moveTo>
                  <a:pt x="2108" y="1094"/>
                </a:moveTo>
                <a:lnTo>
                  <a:pt x="2105" y="1036"/>
                </a:lnTo>
                <a:moveTo>
                  <a:pt x="2101" y="853"/>
                </a:moveTo>
                <a:lnTo>
                  <a:pt x="2103" y="916"/>
                </a:lnTo>
                <a:lnTo>
                  <a:pt x="2105" y="1036"/>
                </a:lnTo>
                <a:moveTo>
                  <a:pt x="2704" y="1085"/>
                </a:moveTo>
                <a:lnTo>
                  <a:pt x="2695" y="1090"/>
                </a:lnTo>
                <a:lnTo>
                  <a:pt x="2683" y="1098"/>
                </a:lnTo>
                <a:lnTo>
                  <a:pt x="2653" y="1115"/>
                </a:lnTo>
                <a:lnTo>
                  <a:pt x="2641" y="1122"/>
                </a:lnTo>
                <a:lnTo>
                  <a:pt x="2631" y="1129"/>
                </a:lnTo>
                <a:lnTo>
                  <a:pt x="2630" y="1130"/>
                </a:lnTo>
                <a:lnTo>
                  <a:pt x="2586" y="1157"/>
                </a:lnTo>
                <a:moveTo>
                  <a:pt x="2310" y="1136"/>
                </a:moveTo>
                <a:lnTo>
                  <a:pt x="2325" y="1127"/>
                </a:lnTo>
                <a:moveTo>
                  <a:pt x="2310" y="1136"/>
                </a:moveTo>
                <a:lnTo>
                  <a:pt x="2302" y="1140"/>
                </a:lnTo>
                <a:moveTo>
                  <a:pt x="2586" y="1157"/>
                </a:moveTo>
                <a:lnTo>
                  <a:pt x="2555" y="1176"/>
                </a:lnTo>
                <a:lnTo>
                  <a:pt x="2541" y="1185"/>
                </a:lnTo>
                <a:lnTo>
                  <a:pt x="2533" y="1189"/>
                </a:lnTo>
                <a:lnTo>
                  <a:pt x="2476" y="1224"/>
                </a:lnTo>
                <a:lnTo>
                  <a:pt x="2466" y="1231"/>
                </a:lnTo>
                <a:lnTo>
                  <a:pt x="2452" y="1239"/>
                </a:lnTo>
                <a:lnTo>
                  <a:pt x="2441" y="1246"/>
                </a:lnTo>
                <a:moveTo>
                  <a:pt x="2931" y="1136"/>
                </a:moveTo>
                <a:lnTo>
                  <a:pt x="2939" y="1162"/>
                </a:lnTo>
                <a:moveTo>
                  <a:pt x="2109" y="1118"/>
                </a:moveTo>
                <a:lnTo>
                  <a:pt x="2111" y="1224"/>
                </a:lnTo>
                <a:moveTo>
                  <a:pt x="2441" y="1246"/>
                </a:moveTo>
                <a:lnTo>
                  <a:pt x="2425" y="1256"/>
                </a:lnTo>
                <a:lnTo>
                  <a:pt x="2403" y="1270"/>
                </a:lnTo>
                <a:lnTo>
                  <a:pt x="2399" y="1272"/>
                </a:lnTo>
                <a:lnTo>
                  <a:pt x="2389" y="1278"/>
                </a:lnTo>
                <a:moveTo>
                  <a:pt x="2389" y="1278"/>
                </a:moveTo>
                <a:lnTo>
                  <a:pt x="2379" y="1284"/>
                </a:lnTo>
                <a:moveTo>
                  <a:pt x="2327" y="1317"/>
                </a:moveTo>
                <a:lnTo>
                  <a:pt x="2307" y="1328"/>
                </a:lnTo>
                <a:moveTo>
                  <a:pt x="1706" y="1285"/>
                </a:moveTo>
                <a:lnTo>
                  <a:pt x="1707" y="1294"/>
                </a:lnTo>
                <a:lnTo>
                  <a:pt x="1710" y="1313"/>
                </a:lnTo>
                <a:lnTo>
                  <a:pt x="1712" y="1342"/>
                </a:lnTo>
                <a:moveTo>
                  <a:pt x="2306" y="1491"/>
                </a:moveTo>
                <a:lnTo>
                  <a:pt x="2291" y="1455"/>
                </a:lnTo>
                <a:moveTo>
                  <a:pt x="2322" y="1528"/>
                </a:moveTo>
                <a:lnTo>
                  <a:pt x="2321" y="1525"/>
                </a:lnTo>
                <a:lnTo>
                  <a:pt x="2306" y="1491"/>
                </a:lnTo>
                <a:moveTo>
                  <a:pt x="2322" y="1528"/>
                </a:moveTo>
                <a:lnTo>
                  <a:pt x="2324" y="1535"/>
                </a:lnTo>
                <a:moveTo>
                  <a:pt x="2326" y="1565"/>
                </a:moveTo>
                <a:lnTo>
                  <a:pt x="2326" y="1557"/>
                </a:lnTo>
                <a:lnTo>
                  <a:pt x="2326" y="1546"/>
                </a:lnTo>
                <a:lnTo>
                  <a:pt x="2324" y="1535"/>
                </a:lnTo>
                <a:moveTo>
                  <a:pt x="2952" y="1515"/>
                </a:moveTo>
                <a:lnTo>
                  <a:pt x="2948" y="1543"/>
                </a:lnTo>
                <a:moveTo>
                  <a:pt x="2943" y="1573"/>
                </a:moveTo>
                <a:lnTo>
                  <a:pt x="2948" y="1543"/>
                </a:lnTo>
                <a:moveTo>
                  <a:pt x="2926" y="1688"/>
                </a:moveTo>
                <a:lnTo>
                  <a:pt x="2929" y="1669"/>
                </a:lnTo>
                <a:moveTo>
                  <a:pt x="2657" y="1675"/>
                </a:moveTo>
                <a:lnTo>
                  <a:pt x="2655" y="1674"/>
                </a:lnTo>
                <a:moveTo>
                  <a:pt x="2657" y="1675"/>
                </a:moveTo>
                <a:lnTo>
                  <a:pt x="2658" y="1675"/>
                </a:lnTo>
                <a:lnTo>
                  <a:pt x="2668" y="1678"/>
                </a:lnTo>
                <a:lnTo>
                  <a:pt x="2673" y="1680"/>
                </a:lnTo>
                <a:moveTo>
                  <a:pt x="3094" y="866"/>
                </a:moveTo>
                <a:lnTo>
                  <a:pt x="3049" y="889"/>
                </a:lnTo>
                <a:lnTo>
                  <a:pt x="3025" y="900"/>
                </a:lnTo>
                <a:lnTo>
                  <a:pt x="3020" y="902"/>
                </a:lnTo>
                <a:moveTo>
                  <a:pt x="3090" y="863"/>
                </a:moveTo>
                <a:lnTo>
                  <a:pt x="3115" y="852"/>
                </a:lnTo>
                <a:lnTo>
                  <a:pt x="3184" y="829"/>
                </a:lnTo>
                <a:lnTo>
                  <a:pt x="3200" y="824"/>
                </a:lnTo>
                <a:lnTo>
                  <a:pt x="3204" y="823"/>
                </a:lnTo>
                <a:lnTo>
                  <a:pt x="3213" y="819"/>
                </a:lnTo>
                <a:lnTo>
                  <a:pt x="3221" y="816"/>
                </a:lnTo>
                <a:moveTo>
                  <a:pt x="2577" y="985"/>
                </a:moveTo>
                <a:lnTo>
                  <a:pt x="2559" y="994"/>
                </a:lnTo>
                <a:lnTo>
                  <a:pt x="2479" y="1038"/>
                </a:lnTo>
                <a:lnTo>
                  <a:pt x="2471" y="1042"/>
                </a:lnTo>
                <a:lnTo>
                  <a:pt x="2467" y="1045"/>
                </a:lnTo>
                <a:lnTo>
                  <a:pt x="2423" y="1070"/>
                </a:lnTo>
                <a:lnTo>
                  <a:pt x="2405" y="1083"/>
                </a:lnTo>
                <a:lnTo>
                  <a:pt x="2401" y="1085"/>
                </a:lnTo>
                <a:lnTo>
                  <a:pt x="2391" y="1090"/>
                </a:lnTo>
                <a:lnTo>
                  <a:pt x="2373" y="1099"/>
                </a:lnTo>
                <a:lnTo>
                  <a:pt x="2353" y="1110"/>
                </a:lnTo>
                <a:lnTo>
                  <a:pt x="2325" y="1127"/>
                </a:lnTo>
                <a:moveTo>
                  <a:pt x="3003" y="1026"/>
                </a:moveTo>
                <a:lnTo>
                  <a:pt x="2994" y="1002"/>
                </a:lnTo>
                <a:lnTo>
                  <a:pt x="2987" y="989"/>
                </a:lnTo>
                <a:moveTo>
                  <a:pt x="3080" y="1980"/>
                </a:moveTo>
                <a:lnTo>
                  <a:pt x="3062" y="1967"/>
                </a:lnTo>
                <a:lnTo>
                  <a:pt x="3056" y="1962"/>
                </a:lnTo>
                <a:moveTo>
                  <a:pt x="3080" y="1980"/>
                </a:moveTo>
                <a:lnTo>
                  <a:pt x="3105" y="1999"/>
                </a:lnTo>
                <a:lnTo>
                  <a:pt x="3108" y="2000"/>
                </a:lnTo>
                <a:moveTo>
                  <a:pt x="3752" y="2261"/>
                </a:moveTo>
                <a:lnTo>
                  <a:pt x="3750" y="2272"/>
                </a:lnTo>
                <a:moveTo>
                  <a:pt x="3748" y="2284"/>
                </a:moveTo>
                <a:lnTo>
                  <a:pt x="3750" y="2272"/>
                </a:lnTo>
                <a:moveTo>
                  <a:pt x="3748" y="2284"/>
                </a:moveTo>
                <a:lnTo>
                  <a:pt x="3747" y="2293"/>
                </a:lnTo>
                <a:moveTo>
                  <a:pt x="3741" y="2332"/>
                </a:moveTo>
                <a:lnTo>
                  <a:pt x="3747" y="2293"/>
                </a:lnTo>
                <a:moveTo>
                  <a:pt x="3902" y="2987"/>
                </a:moveTo>
                <a:lnTo>
                  <a:pt x="3896" y="2974"/>
                </a:lnTo>
                <a:lnTo>
                  <a:pt x="3892" y="2967"/>
                </a:lnTo>
                <a:lnTo>
                  <a:pt x="3887" y="2955"/>
                </a:lnTo>
                <a:lnTo>
                  <a:pt x="3880" y="2940"/>
                </a:lnTo>
                <a:moveTo>
                  <a:pt x="3902" y="2987"/>
                </a:moveTo>
                <a:lnTo>
                  <a:pt x="3913" y="3003"/>
                </a:lnTo>
                <a:lnTo>
                  <a:pt x="3928" y="3025"/>
                </a:lnTo>
                <a:lnTo>
                  <a:pt x="3946" y="3046"/>
                </a:lnTo>
                <a:moveTo>
                  <a:pt x="3524" y="3056"/>
                </a:moveTo>
                <a:lnTo>
                  <a:pt x="3514" y="3056"/>
                </a:lnTo>
                <a:moveTo>
                  <a:pt x="3512" y="3056"/>
                </a:moveTo>
                <a:lnTo>
                  <a:pt x="3514" y="3056"/>
                </a:lnTo>
                <a:moveTo>
                  <a:pt x="3717" y="3097"/>
                </a:moveTo>
                <a:lnTo>
                  <a:pt x="3722" y="3098"/>
                </a:lnTo>
                <a:lnTo>
                  <a:pt x="3732" y="3099"/>
                </a:lnTo>
                <a:lnTo>
                  <a:pt x="3741" y="3099"/>
                </a:lnTo>
                <a:lnTo>
                  <a:pt x="3749" y="3099"/>
                </a:lnTo>
                <a:moveTo>
                  <a:pt x="4007" y="3241"/>
                </a:moveTo>
                <a:lnTo>
                  <a:pt x="4013" y="3217"/>
                </a:lnTo>
                <a:lnTo>
                  <a:pt x="4019" y="3191"/>
                </a:lnTo>
                <a:moveTo>
                  <a:pt x="4064" y="680"/>
                </a:moveTo>
                <a:lnTo>
                  <a:pt x="4070" y="679"/>
                </a:lnTo>
                <a:moveTo>
                  <a:pt x="4064" y="680"/>
                </a:moveTo>
                <a:lnTo>
                  <a:pt x="3898" y="694"/>
                </a:lnTo>
                <a:lnTo>
                  <a:pt x="3859" y="697"/>
                </a:lnTo>
                <a:lnTo>
                  <a:pt x="3848" y="698"/>
                </a:lnTo>
                <a:lnTo>
                  <a:pt x="3827" y="700"/>
                </a:lnTo>
                <a:lnTo>
                  <a:pt x="3815" y="701"/>
                </a:lnTo>
                <a:lnTo>
                  <a:pt x="3767" y="705"/>
                </a:lnTo>
                <a:lnTo>
                  <a:pt x="3755" y="706"/>
                </a:lnTo>
                <a:lnTo>
                  <a:pt x="3713" y="709"/>
                </a:lnTo>
                <a:lnTo>
                  <a:pt x="3675" y="710"/>
                </a:lnTo>
                <a:lnTo>
                  <a:pt x="3648" y="713"/>
                </a:lnTo>
                <a:lnTo>
                  <a:pt x="3645" y="714"/>
                </a:lnTo>
                <a:moveTo>
                  <a:pt x="4205" y="671"/>
                </a:moveTo>
                <a:lnTo>
                  <a:pt x="4205" y="665"/>
                </a:lnTo>
                <a:moveTo>
                  <a:pt x="4205" y="665"/>
                </a:moveTo>
                <a:lnTo>
                  <a:pt x="4205" y="665"/>
                </a:lnTo>
                <a:lnTo>
                  <a:pt x="4298" y="655"/>
                </a:lnTo>
                <a:lnTo>
                  <a:pt x="4364" y="647"/>
                </a:lnTo>
                <a:lnTo>
                  <a:pt x="4369" y="647"/>
                </a:lnTo>
                <a:lnTo>
                  <a:pt x="4407" y="643"/>
                </a:lnTo>
                <a:lnTo>
                  <a:pt x="4433" y="641"/>
                </a:lnTo>
                <a:lnTo>
                  <a:pt x="4484" y="636"/>
                </a:lnTo>
                <a:lnTo>
                  <a:pt x="4508" y="634"/>
                </a:lnTo>
                <a:lnTo>
                  <a:pt x="4548" y="631"/>
                </a:lnTo>
                <a:lnTo>
                  <a:pt x="4562" y="630"/>
                </a:lnTo>
                <a:lnTo>
                  <a:pt x="4578" y="629"/>
                </a:lnTo>
                <a:lnTo>
                  <a:pt x="4609" y="626"/>
                </a:lnTo>
                <a:lnTo>
                  <a:pt x="4647" y="624"/>
                </a:lnTo>
                <a:lnTo>
                  <a:pt x="4654" y="624"/>
                </a:lnTo>
                <a:lnTo>
                  <a:pt x="4674" y="624"/>
                </a:lnTo>
                <a:moveTo>
                  <a:pt x="4205" y="665"/>
                </a:moveTo>
                <a:lnTo>
                  <a:pt x="4201" y="665"/>
                </a:lnTo>
                <a:lnTo>
                  <a:pt x="4176" y="668"/>
                </a:lnTo>
                <a:lnTo>
                  <a:pt x="4161" y="669"/>
                </a:lnTo>
                <a:lnTo>
                  <a:pt x="4070" y="679"/>
                </a:lnTo>
                <a:moveTo>
                  <a:pt x="4529" y="641"/>
                </a:moveTo>
                <a:lnTo>
                  <a:pt x="4512" y="649"/>
                </a:lnTo>
                <a:lnTo>
                  <a:pt x="4493" y="652"/>
                </a:lnTo>
                <a:lnTo>
                  <a:pt x="4420" y="658"/>
                </a:lnTo>
                <a:lnTo>
                  <a:pt x="4374" y="662"/>
                </a:lnTo>
                <a:lnTo>
                  <a:pt x="4369" y="662"/>
                </a:lnTo>
                <a:lnTo>
                  <a:pt x="4364" y="663"/>
                </a:lnTo>
                <a:lnTo>
                  <a:pt x="4349" y="665"/>
                </a:lnTo>
                <a:lnTo>
                  <a:pt x="4235" y="678"/>
                </a:lnTo>
                <a:lnTo>
                  <a:pt x="4188" y="682"/>
                </a:lnTo>
                <a:lnTo>
                  <a:pt x="4126" y="688"/>
                </a:lnTo>
                <a:lnTo>
                  <a:pt x="4073" y="693"/>
                </a:lnTo>
                <a:lnTo>
                  <a:pt x="4068" y="694"/>
                </a:lnTo>
                <a:lnTo>
                  <a:pt x="3969" y="703"/>
                </a:lnTo>
                <a:lnTo>
                  <a:pt x="3953" y="705"/>
                </a:lnTo>
                <a:lnTo>
                  <a:pt x="3930" y="707"/>
                </a:lnTo>
                <a:lnTo>
                  <a:pt x="3924" y="708"/>
                </a:lnTo>
                <a:lnTo>
                  <a:pt x="3872" y="712"/>
                </a:lnTo>
                <a:lnTo>
                  <a:pt x="3860" y="713"/>
                </a:lnTo>
                <a:lnTo>
                  <a:pt x="3807" y="717"/>
                </a:lnTo>
                <a:lnTo>
                  <a:pt x="3757" y="720"/>
                </a:lnTo>
                <a:lnTo>
                  <a:pt x="3678" y="727"/>
                </a:lnTo>
                <a:lnTo>
                  <a:pt x="3647" y="730"/>
                </a:lnTo>
                <a:lnTo>
                  <a:pt x="3633" y="727"/>
                </a:lnTo>
                <a:moveTo>
                  <a:pt x="4529" y="641"/>
                </a:moveTo>
                <a:lnTo>
                  <a:pt x="4511" y="644"/>
                </a:lnTo>
                <a:lnTo>
                  <a:pt x="4373" y="658"/>
                </a:lnTo>
                <a:lnTo>
                  <a:pt x="4369" y="658"/>
                </a:lnTo>
                <a:lnTo>
                  <a:pt x="4364" y="658"/>
                </a:lnTo>
                <a:lnTo>
                  <a:pt x="4205" y="675"/>
                </a:lnTo>
                <a:moveTo>
                  <a:pt x="3633" y="727"/>
                </a:moveTo>
                <a:lnTo>
                  <a:pt x="3872" y="707"/>
                </a:lnTo>
                <a:lnTo>
                  <a:pt x="3969" y="698"/>
                </a:lnTo>
                <a:lnTo>
                  <a:pt x="4065" y="690"/>
                </a:lnTo>
                <a:moveTo>
                  <a:pt x="4070" y="684"/>
                </a:moveTo>
                <a:lnTo>
                  <a:pt x="4205" y="671"/>
                </a:lnTo>
                <a:moveTo>
                  <a:pt x="4070" y="684"/>
                </a:moveTo>
                <a:lnTo>
                  <a:pt x="4071" y="689"/>
                </a:lnTo>
                <a:moveTo>
                  <a:pt x="4070" y="684"/>
                </a:moveTo>
                <a:lnTo>
                  <a:pt x="4070" y="679"/>
                </a:lnTo>
                <a:moveTo>
                  <a:pt x="5646" y="322"/>
                </a:moveTo>
                <a:lnTo>
                  <a:pt x="5649" y="330"/>
                </a:lnTo>
                <a:lnTo>
                  <a:pt x="5649" y="332"/>
                </a:lnTo>
                <a:lnTo>
                  <a:pt x="5650" y="340"/>
                </a:lnTo>
                <a:lnTo>
                  <a:pt x="5641" y="377"/>
                </a:lnTo>
                <a:lnTo>
                  <a:pt x="5626" y="445"/>
                </a:lnTo>
                <a:moveTo>
                  <a:pt x="5646" y="322"/>
                </a:moveTo>
                <a:lnTo>
                  <a:pt x="5642" y="315"/>
                </a:lnTo>
                <a:moveTo>
                  <a:pt x="5646" y="322"/>
                </a:moveTo>
                <a:lnTo>
                  <a:pt x="5657" y="318"/>
                </a:lnTo>
                <a:lnTo>
                  <a:pt x="5659" y="317"/>
                </a:lnTo>
                <a:lnTo>
                  <a:pt x="5680" y="310"/>
                </a:lnTo>
                <a:lnTo>
                  <a:pt x="5736" y="288"/>
                </a:lnTo>
                <a:lnTo>
                  <a:pt x="5785" y="269"/>
                </a:lnTo>
                <a:lnTo>
                  <a:pt x="5832" y="251"/>
                </a:lnTo>
                <a:lnTo>
                  <a:pt x="5870" y="237"/>
                </a:lnTo>
                <a:lnTo>
                  <a:pt x="5904" y="224"/>
                </a:lnTo>
                <a:lnTo>
                  <a:pt x="5953" y="206"/>
                </a:lnTo>
                <a:lnTo>
                  <a:pt x="5972" y="199"/>
                </a:lnTo>
                <a:lnTo>
                  <a:pt x="5976" y="196"/>
                </a:lnTo>
                <a:lnTo>
                  <a:pt x="6000" y="187"/>
                </a:lnTo>
                <a:lnTo>
                  <a:pt x="6034" y="176"/>
                </a:lnTo>
                <a:lnTo>
                  <a:pt x="6046" y="171"/>
                </a:lnTo>
                <a:lnTo>
                  <a:pt x="6133" y="140"/>
                </a:lnTo>
                <a:lnTo>
                  <a:pt x="6140" y="137"/>
                </a:lnTo>
                <a:lnTo>
                  <a:pt x="6200" y="115"/>
                </a:lnTo>
                <a:lnTo>
                  <a:pt x="6217" y="109"/>
                </a:lnTo>
                <a:lnTo>
                  <a:pt x="6224" y="105"/>
                </a:lnTo>
                <a:lnTo>
                  <a:pt x="6306" y="75"/>
                </a:lnTo>
                <a:lnTo>
                  <a:pt x="6350" y="59"/>
                </a:lnTo>
                <a:lnTo>
                  <a:pt x="6446" y="24"/>
                </a:lnTo>
                <a:moveTo>
                  <a:pt x="4022" y="3133"/>
                </a:moveTo>
                <a:lnTo>
                  <a:pt x="4027" y="3138"/>
                </a:lnTo>
                <a:moveTo>
                  <a:pt x="4022" y="3133"/>
                </a:moveTo>
                <a:lnTo>
                  <a:pt x="4026" y="3125"/>
                </a:lnTo>
                <a:moveTo>
                  <a:pt x="4014" y="3132"/>
                </a:moveTo>
                <a:lnTo>
                  <a:pt x="4022" y="3133"/>
                </a:lnTo>
                <a:moveTo>
                  <a:pt x="4022" y="3133"/>
                </a:moveTo>
                <a:lnTo>
                  <a:pt x="3995" y="3098"/>
                </a:lnTo>
                <a:lnTo>
                  <a:pt x="3933" y="3021"/>
                </a:lnTo>
                <a:lnTo>
                  <a:pt x="3920" y="3006"/>
                </a:lnTo>
                <a:lnTo>
                  <a:pt x="3913" y="2994"/>
                </a:lnTo>
                <a:lnTo>
                  <a:pt x="3906" y="2983"/>
                </a:lnTo>
                <a:lnTo>
                  <a:pt x="3900" y="2972"/>
                </a:lnTo>
                <a:lnTo>
                  <a:pt x="3896" y="2964"/>
                </a:lnTo>
                <a:lnTo>
                  <a:pt x="3884" y="2938"/>
                </a:lnTo>
                <a:moveTo>
                  <a:pt x="3884" y="2938"/>
                </a:moveTo>
                <a:lnTo>
                  <a:pt x="3880" y="2930"/>
                </a:lnTo>
                <a:lnTo>
                  <a:pt x="3877" y="2920"/>
                </a:lnTo>
                <a:lnTo>
                  <a:pt x="3856" y="2875"/>
                </a:lnTo>
                <a:moveTo>
                  <a:pt x="3856" y="2875"/>
                </a:moveTo>
                <a:lnTo>
                  <a:pt x="3837" y="2836"/>
                </a:lnTo>
                <a:moveTo>
                  <a:pt x="3837" y="2836"/>
                </a:moveTo>
                <a:lnTo>
                  <a:pt x="3802" y="2758"/>
                </a:lnTo>
                <a:moveTo>
                  <a:pt x="3802" y="2758"/>
                </a:moveTo>
                <a:lnTo>
                  <a:pt x="3788" y="2726"/>
                </a:lnTo>
                <a:moveTo>
                  <a:pt x="3788" y="2726"/>
                </a:moveTo>
                <a:lnTo>
                  <a:pt x="3751" y="2650"/>
                </a:lnTo>
                <a:lnTo>
                  <a:pt x="3737" y="2620"/>
                </a:lnTo>
                <a:lnTo>
                  <a:pt x="3728" y="2602"/>
                </a:lnTo>
                <a:lnTo>
                  <a:pt x="3728" y="2602"/>
                </a:lnTo>
                <a:lnTo>
                  <a:pt x="3706" y="2558"/>
                </a:lnTo>
                <a:moveTo>
                  <a:pt x="3701" y="2561"/>
                </a:moveTo>
                <a:lnTo>
                  <a:pt x="3706" y="2558"/>
                </a:lnTo>
                <a:moveTo>
                  <a:pt x="3706" y="2558"/>
                </a:moveTo>
                <a:lnTo>
                  <a:pt x="3674" y="2487"/>
                </a:lnTo>
                <a:lnTo>
                  <a:pt x="3657" y="2451"/>
                </a:lnTo>
                <a:lnTo>
                  <a:pt x="3638" y="2416"/>
                </a:lnTo>
                <a:moveTo>
                  <a:pt x="3638" y="2416"/>
                </a:moveTo>
                <a:lnTo>
                  <a:pt x="3622" y="2392"/>
                </a:lnTo>
                <a:lnTo>
                  <a:pt x="3607" y="2372"/>
                </a:lnTo>
                <a:moveTo>
                  <a:pt x="3379" y="2191"/>
                </a:moveTo>
                <a:lnTo>
                  <a:pt x="3460" y="2248"/>
                </a:lnTo>
                <a:lnTo>
                  <a:pt x="3547" y="2310"/>
                </a:lnTo>
                <a:moveTo>
                  <a:pt x="3369" y="2165"/>
                </a:moveTo>
                <a:lnTo>
                  <a:pt x="3370" y="2169"/>
                </a:lnTo>
                <a:lnTo>
                  <a:pt x="3372" y="2174"/>
                </a:lnTo>
                <a:lnTo>
                  <a:pt x="3379" y="2191"/>
                </a:lnTo>
                <a:moveTo>
                  <a:pt x="3379" y="2191"/>
                </a:moveTo>
                <a:lnTo>
                  <a:pt x="3358" y="2175"/>
                </a:lnTo>
                <a:moveTo>
                  <a:pt x="2840" y="1733"/>
                </a:moveTo>
                <a:lnTo>
                  <a:pt x="2848" y="1740"/>
                </a:lnTo>
                <a:lnTo>
                  <a:pt x="2883" y="1772"/>
                </a:lnTo>
                <a:lnTo>
                  <a:pt x="3039" y="1938"/>
                </a:lnTo>
                <a:lnTo>
                  <a:pt x="3059" y="1958"/>
                </a:lnTo>
                <a:lnTo>
                  <a:pt x="3073" y="1969"/>
                </a:lnTo>
                <a:lnTo>
                  <a:pt x="3079" y="1972"/>
                </a:lnTo>
                <a:moveTo>
                  <a:pt x="2840" y="1733"/>
                </a:moveTo>
                <a:lnTo>
                  <a:pt x="2818" y="1722"/>
                </a:lnTo>
                <a:lnTo>
                  <a:pt x="2777" y="1708"/>
                </a:lnTo>
                <a:moveTo>
                  <a:pt x="2775" y="1714"/>
                </a:moveTo>
                <a:lnTo>
                  <a:pt x="2777" y="1708"/>
                </a:lnTo>
                <a:moveTo>
                  <a:pt x="2777" y="1708"/>
                </a:moveTo>
                <a:lnTo>
                  <a:pt x="2770" y="1709"/>
                </a:lnTo>
                <a:moveTo>
                  <a:pt x="2770" y="1709"/>
                </a:moveTo>
                <a:lnTo>
                  <a:pt x="2775" y="1714"/>
                </a:lnTo>
                <a:moveTo>
                  <a:pt x="4027" y="3138"/>
                </a:moveTo>
                <a:lnTo>
                  <a:pt x="4075" y="3198"/>
                </a:lnTo>
                <a:lnTo>
                  <a:pt x="4097" y="3227"/>
                </a:lnTo>
                <a:lnTo>
                  <a:pt x="4112" y="3245"/>
                </a:lnTo>
                <a:moveTo>
                  <a:pt x="4027" y="3138"/>
                </a:moveTo>
                <a:lnTo>
                  <a:pt x="4031" y="3128"/>
                </a:lnTo>
                <a:moveTo>
                  <a:pt x="5188" y="2821"/>
                </a:moveTo>
                <a:lnTo>
                  <a:pt x="5189" y="2809"/>
                </a:lnTo>
                <a:moveTo>
                  <a:pt x="5189" y="2809"/>
                </a:moveTo>
                <a:lnTo>
                  <a:pt x="5187" y="2802"/>
                </a:lnTo>
                <a:lnTo>
                  <a:pt x="5187" y="2798"/>
                </a:lnTo>
                <a:lnTo>
                  <a:pt x="5187" y="2790"/>
                </a:lnTo>
                <a:lnTo>
                  <a:pt x="5192" y="2759"/>
                </a:lnTo>
                <a:moveTo>
                  <a:pt x="5422" y="2544"/>
                </a:moveTo>
                <a:lnTo>
                  <a:pt x="5417" y="2543"/>
                </a:lnTo>
                <a:lnTo>
                  <a:pt x="5408" y="2542"/>
                </a:lnTo>
                <a:lnTo>
                  <a:pt x="5394" y="2541"/>
                </a:lnTo>
                <a:lnTo>
                  <a:pt x="5379" y="2542"/>
                </a:lnTo>
                <a:lnTo>
                  <a:pt x="5353" y="2547"/>
                </a:lnTo>
                <a:lnTo>
                  <a:pt x="5305" y="2560"/>
                </a:lnTo>
                <a:lnTo>
                  <a:pt x="5278" y="2570"/>
                </a:lnTo>
                <a:lnTo>
                  <a:pt x="5268" y="2575"/>
                </a:lnTo>
                <a:lnTo>
                  <a:pt x="5257" y="2584"/>
                </a:lnTo>
                <a:lnTo>
                  <a:pt x="5233" y="2605"/>
                </a:lnTo>
                <a:lnTo>
                  <a:pt x="5217" y="2622"/>
                </a:lnTo>
                <a:lnTo>
                  <a:pt x="5211" y="2629"/>
                </a:lnTo>
                <a:lnTo>
                  <a:pt x="5184" y="2654"/>
                </a:lnTo>
                <a:lnTo>
                  <a:pt x="5181" y="2659"/>
                </a:lnTo>
                <a:lnTo>
                  <a:pt x="5177" y="2666"/>
                </a:lnTo>
                <a:lnTo>
                  <a:pt x="5174" y="2674"/>
                </a:lnTo>
                <a:lnTo>
                  <a:pt x="5173" y="2681"/>
                </a:lnTo>
                <a:lnTo>
                  <a:pt x="5174" y="2690"/>
                </a:lnTo>
                <a:lnTo>
                  <a:pt x="5176" y="2697"/>
                </a:lnTo>
                <a:lnTo>
                  <a:pt x="5192" y="2738"/>
                </a:lnTo>
                <a:lnTo>
                  <a:pt x="5196" y="2752"/>
                </a:lnTo>
                <a:lnTo>
                  <a:pt x="5196" y="2757"/>
                </a:lnTo>
                <a:lnTo>
                  <a:pt x="5190" y="2806"/>
                </a:lnTo>
                <a:lnTo>
                  <a:pt x="5189" y="2809"/>
                </a:lnTo>
                <a:moveTo>
                  <a:pt x="5189" y="2809"/>
                </a:moveTo>
                <a:lnTo>
                  <a:pt x="5194" y="2800"/>
                </a:lnTo>
                <a:lnTo>
                  <a:pt x="5196" y="2796"/>
                </a:lnTo>
                <a:lnTo>
                  <a:pt x="5200" y="2762"/>
                </a:lnTo>
                <a:lnTo>
                  <a:pt x="5201" y="2756"/>
                </a:lnTo>
                <a:lnTo>
                  <a:pt x="5200" y="2751"/>
                </a:lnTo>
                <a:lnTo>
                  <a:pt x="5194" y="2730"/>
                </a:lnTo>
                <a:lnTo>
                  <a:pt x="5182" y="2695"/>
                </a:lnTo>
                <a:lnTo>
                  <a:pt x="5179" y="2680"/>
                </a:lnTo>
                <a:lnTo>
                  <a:pt x="5177" y="2673"/>
                </a:lnTo>
                <a:lnTo>
                  <a:pt x="5177" y="2672"/>
                </a:lnTo>
                <a:lnTo>
                  <a:pt x="5175" y="2669"/>
                </a:lnTo>
                <a:lnTo>
                  <a:pt x="5171" y="2666"/>
                </a:lnTo>
                <a:moveTo>
                  <a:pt x="5192" y="2759"/>
                </a:moveTo>
                <a:lnTo>
                  <a:pt x="5192" y="2755"/>
                </a:lnTo>
                <a:lnTo>
                  <a:pt x="5189" y="2743"/>
                </a:lnTo>
                <a:lnTo>
                  <a:pt x="5178" y="2715"/>
                </a:lnTo>
                <a:lnTo>
                  <a:pt x="5172" y="2701"/>
                </a:lnTo>
                <a:lnTo>
                  <a:pt x="5170" y="2693"/>
                </a:lnTo>
                <a:lnTo>
                  <a:pt x="5170" y="2678"/>
                </a:lnTo>
                <a:moveTo>
                  <a:pt x="5170" y="2678"/>
                </a:moveTo>
                <a:lnTo>
                  <a:pt x="5160" y="2668"/>
                </a:lnTo>
                <a:lnTo>
                  <a:pt x="5151" y="2660"/>
                </a:lnTo>
                <a:moveTo>
                  <a:pt x="5151" y="2660"/>
                </a:moveTo>
                <a:lnTo>
                  <a:pt x="5171" y="2666"/>
                </a:lnTo>
                <a:moveTo>
                  <a:pt x="5112" y="2626"/>
                </a:moveTo>
                <a:lnTo>
                  <a:pt x="5115" y="2629"/>
                </a:lnTo>
                <a:lnTo>
                  <a:pt x="5151" y="2660"/>
                </a:lnTo>
                <a:moveTo>
                  <a:pt x="5138" y="2583"/>
                </a:moveTo>
                <a:lnTo>
                  <a:pt x="5114" y="2613"/>
                </a:lnTo>
                <a:lnTo>
                  <a:pt x="5112" y="2619"/>
                </a:lnTo>
                <a:lnTo>
                  <a:pt x="5112" y="2624"/>
                </a:lnTo>
                <a:lnTo>
                  <a:pt x="5112" y="2626"/>
                </a:lnTo>
                <a:moveTo>
                  <a:pt x="5240" y="2582"/>
                </a:moveTo>
                <a:lnTo>
                  <a:pt x="5192" y="2542"/>
                </a:lnTo>
                <a:moveTo>
                  <a:pt x="5173" y="2543"/>
                </a:moveTo>
                <a:lnTo>
                  <a:pt x="5179" y="2538"/>
                </a:lnTo>
                <a:lnTo>
                  <a:pt x="5180" y="2537"/>
                </a:lnTo>
                <a:lnTo>
                  <a:pt x="5184" y="2537"/>
                </a:lnTo>
                <a:lnTo>
                  <a:pt x="5187" y="2537"/>
                </a:lnTo>
                <a:lnTo>
                  <a:pt x="5189" y="2539"/>
                </a:lnTo>
                <a:lnTo>
                  <a:pt x="5192" y="2542"/>
                </a:lnTo>
                <a:moveTo>
                  <a:pt x="5496" y="2852"/>
                </a:moveTo>
                <a:lnTo>
                  <a:pt x="5430" y="2782"/>
                </a:lnTo>
                <a:lnTo>
                  <a:pt x="5425" y="2775"/>
                </a:lnTo>
                <a:lnTo>
                  <a:pt x="5425" y="2771"/>
                </a:lnTo>
                <a:lnTo>
                  <a:pt x="5425" y="2767"/>
                </a:lnTo>
                <a:lnTo>
                  <a:pt x="5426" y="2760"/>
                </a:lnTo>
                <a:lnTo>
                  <a:pt x="5426" y="2755"/>
                </a:lnTo>
                <a:lnTo>
                  <a:pt x="5426" y="2750"/>
                </a:lnTo>
                <a:moveTo>
                  <a:pt x="5403" y="2728"/>
                </a:moveTo>
                <a:lnTo>
                  <a:pt x="5414" y="2737"/>
                </a:lnTo>
                <a:lnTo>
                  <a:pt x="5423" y="2745"/>
                </a:lnTo>
                <a:lnTo>
                  <a:pt x="5426" y="2750"/>
                </a:lnTo>
                <a:moveTo>
                  <a:pt x="5240" y="2582"/>
                </a:moveTo>
                <a:lnTo>
                  <a:pt x="5256" y="2596"/>
                </a:lnTo>
                <a:moveTo>
                  <a:pt x="5300" y="2636"/>
                </a:moveTo>
                <a:lnTo>
                  <a:pt x="5256" y="2596"/>
                </a:lnTo>
                <a:moveTo>
                  <a:pt x="5256" y="2596"/>
                </a:moveTo>
                <a:lnTo>
                  <a:pt x="5279" y="2579"/>
                </a:lnTo>
                <a:lnTo>
                  <a:pt x="5290" y="2573"/>
                </a:lnTo>
                <a:lnTo>
                  <a:pt x="5302" y="2568"/>
                </a:lnTo>
                <a:lnTo>
                  <a:pt x="5325" y="2561"/>
                </a:lnTo>
                <a:moveTo>
                  <a:pt x="5240" y="2582"/>
                </a:moveTo>
                <a:lnTo>
                  <a:pt x="5256" y="2571"/>
                </a:lnTo>
                <a:lnTo>
                  <a:pt x="5269" y="2565"/>
                </a:lnTo>
                <a:lnTo>
                  <a:pt x="5283" y="2559"/>
                </a:lnTo>
                <a:lnTo>
                  <a:pt x="5294" y="2556"/>
                </a:lnTo>
                <a:moveTo>
                  <a:pt x="4563" y="635"/>
                </a:moveTo>
                <a:lnTo>
                  <a:pt x="4674" y="624"/>
                </a:lnTo>
                <a:moveTo>
                  <a:pt x="4563" y="635"/>
                </a:moveTo>
                <a:lnTo>
                  <a:pt x="4404" y="649"/>
                </a:lnTo>
                <a:lnTo>
                  <a:pt x="4369" y="653"/>
                </a:lnTo>
                <a:lnTo>
                  <a:pt x="4364" y="653"/>
                </a:lnTo>
                <a:lnTo>
                  <a:pt x="4298" y="661"/>
                </a:lnTo>
                <a:lnTo>
                  <a:pt x="4286" y="663"/>
                </a:lnTo>
                <a:lnTo>
                  <a:pt x="4205" y="671"/>
                </a:lnTo>
                <a:moveTo>
                  <a:pt x="4674" y="624"/>
                </a:moveTo>
                <a:lnTo>
                  <a:pt x="4701" y="621"/>
                </a:lnTo>
                <a:lnTo>
                  <a:pt x="4744" y="617"/>
                </a:lnTo>
                <a:moveTo>
                  <a:pt x="5636" y="318"/>
                </a:moveTo>
                <a:lnTo>
                  <a:pt x="5642" y="315"/>
                </a:lnTo>
                <a:moveTo>
                  <a:pt x="5636" y="318"/>
                </a:moveTo>
                <a:lnTo>
                  <a:pt x="5627" y="322"/>
                </a:lnTo>
                <a:lnTo>
                  <a:pt x="5586" y="337"/>
                </a:lnTo>
                <a:moveTo>
                  <a:pt x="5642" y="315"/>
                </a:moveTo>
                <a:lnTo>
                  <a:pt x="5668" y="305"/>
                </a:lnTo>
                <a:moveTo>
                  <a:pt x="6441" y="19"/>
                </a:moveTo>
                <a:lnTo>
                  <a:pt x="6478" y="4"/>
                </a:lnTo>
                <a:moveTo>
                  <a:pt x="6441" y="19"/>
                </a:moveTo>
                <a:lnTo>
                  <a:pt x="6398" y="34"/>
                </a:lnTo>
                <a:lnTo>
                  <a:pt x="6335" y="57"/>
                </a:lnTo>
                <a:lnTo>
                  <a:pt x="6285" y="75"/>
                </a:lnTo>
                <a:lnTo>
                  <a:pt x="6238" y="94"/>
                </a:lnTo>
                <a:lnTo>
                  <a:pt x="6225" y="99"/>
                </a:lnTo>
                <a:lnTo>
                  <a:pt x="6217" y="102"/>
                </a:lnTo>
                <a:lnTo>
                  <a:pt x="6184" y="114"/>
                </a:lnTo>
                <a:lnTo>
                  <a:pt x="6173" y="118"/>
                </a:lnTo>
                <a:lnTo>
                  <a:pt x="6146" y="128"/>
                </a:lnTo>
                <a:lnTo>
                  <a:pt x="6094" y="147"/>
                </a:lnTo>
                <a:lnTo>
                  <a:pt x="6048" y="162"/>
                </a:lnTo>
                <a:lnTo>
                  <a:pt x="6030" y="169"/>
                </a:lnTo>
                <a:lnTo>
                  <a:pt x="6008" y="179"/>
                </a:lnTo>
                <a:lnTo>
                  <a:pt x="5997" y="182"/>
                </a:lnTo>
                <a:lnTo>
                  <a:pt x="5974" y="190"/>
                </a:lnTo>
                <a:lnTo>
                  <a:pt x="5968" y="192"/>
                </a:lnTo>
                <a:moveTo>
                  <a:pt x="372" y="2572"/>
                </a:moveTo>
                <a:lnTo>
                  <a:pt x="392" y="2582"/>
                </a:lnTo>
                <a:moveTo>
                  <a:pt x="372" y="2572"/>
                </a:moveTo>
                <a:lnTo>
                  <a:pt x="352" y="2564"/>
                </a:lnTo>
                <a:moveTo>
                  <a:pt x="135" y="3216"/>
                </a:moveTo>
                <a:lnTo>
                  <a:pt x="135" y="3192"/>
                </a:lnTo>
                <a:moveTo>
                  <a:pt x="135" y="3216"/>
                </a:moveTo>
                <a:lnTo>
                  <a:pt x="136" y="3225"/>
                </a:lnTo>
                <a:lnTo>
                  <a:pt x="136" y="3232"/>
                </a:lnTo>
                <a:moveTo>
                  <a:pt x="553" y="2812"/>
                </a:moveTo>
                <a:lnTo>
                  <a:pt x="545" y="2826"/>
                </a:lnTo>
                <a:lnTo>
                  <a:pt x="539" y="2839"/>
                </a:lnTo>
                <a:lnTo>
                  <a:pt x="535" y="2846"/>
                </a:lnTo>
                <a:lnTo>
                  <a:pt x="532" y="2851"/>
                </a:lnTo>
                <a:lnTo>
                  <a:pt x="519" y="2876"/>
                </a:lnTo>
                <a:lnTo>
                  <a:pt x="518" y="2877"/>
                </a:lnTo>
                <a:lnTo>
                  <a:pt x="511" y="2907"/>
                </a:lnTo>
                <a:lnTo>
                  <a:pt x="506" y="2925"/>
                </a:lnTo>
                <a:lnTo>
                  <a:pt x="499" y="2940"/>
                </a:lnTo>
                <a:moveTo>
                  <a:pt x="401" y="3105"/>
                </a:moveTo>
                <a:lnTo>
                  <a:pt x="406" y="3096"/>
                </a:lnTo>
                <a:lnTo>
                  <a:pt x="410" y="3088"/>
                </a:lnTo>
                <a:lnTo>
                  <a:pt x="439" y="3034"/>
                </a:lnTo>
                <a:lnTo>
                  <a:pt x="440" y="3031"/>
                </a:lnTo>
                <a:moveTo>
                  <a:pt x="457" y="3006"/>
                </a:moveTo>
                <a:lnTo>
                  <a:pt x="446" y="3021"/>
                </a:lnTo>
                <a:lnTo>
                  <a:pt x="440" y="3031"/>
                </a:lnTo>
                <a:moveTo>
                  <a:pt x="868" y="2001"/>
                </a:moveTo>
                <a:lnTo>
                  <a:pt x="863" y="2012"/>
                </a:lnTo>
                <a:moveTo>
                  <a:pt x="750" y="1468"/>
                </a:moveTo>
                <a:lnTo>
                  <a:pt x="736" y="1429"/>
                </a:lnTo>
                <a:moveTo>
                  <a:pt x="2084" y="1628"/>
                </a:moveTo>
                <a:lnTo>
                  <a:pt x="2082" y="1622"/>
                </a:lnTo>
                <a:lnTo>
                  <a:pt x="2082" y="1611"/>
                </a:lnTo>
                <a:lnTo>
                  <a:pt x="2084" y="1604"/>
                </a:lnTo>
                <a:moveTo>
                  <a:pt x="2084" y="1628"/>
                </a:moveTo>
                <a:lnTo>
                  <a:pt x="2082" y="1639"/>
                </a:lnTo>
                <a:lnTo>
                  <a:pt x="2081" y="1643"/>
                </a:lnTo>
                <a:lnTo>
                  <a:pt x="2078" y="1646"/>
                </a:lnTo>
                <a:lnTo>
                  <a:pt x="1962" y="1683"/>
                </a:lnTo>
                <a:lnTo>
                  <a:pt x="1898" y="1703"/>
                </a:lnTo>
                <a:moveTo>
                  <a:pt x="2084" y="1628"/>
                </a:moveTo>
                <a:lnTo>
                  <a:pt x="2086" y="1633"/>
                </a:lnTo>
                <a:lnTo>
                  <a:pt x="2094" y="1639"/>
                </a:lnTo>
                <a:lnTo>
                  <a:pt x="2101" y="1643"/>
                </a:lnTo>
                <a:lnTo>
                  <a:pt x="2108" y="1646"/>
                </a:lnTo>
                <a:moveTo>
                  <a:pt x="1898" y="1703"/>
                </a:moveTo>
                <a:lnTo>
                  <a:pt x="1858" y="1713"/>
                </a:lnTo>
                <a:lnTo>
                  <a:pt x="1842" y="1718"/>
                </a:lnTo>
                <a:moveTo>
                  <a:pt x="1898" y="1709"/>
                </a:moveTo>
                <a:lnTo>
                  <a:pt x="1869" y="1718"/>
                </a:lnTo>
                <a:lnTo>
                  <a:pt x="1843" y="1725"/>
                </a:lnTo>
                <a:moveTo>
                  <a:pt x="1898" y="1709"/>
                </a:moveTo>
                <a:lnTo>
                  <a:pt x="1937" y="1697"/>
                </a:lnTo>
                <a:lnTo>
                  <a:pt x="1967" y="1688"/>
                </a:lnTo>
                <a:lnTo>
                  <a:pt x="1999" y="1678"/>
                </a:lnTo>
                <a:lnTo>
                  <a:pt x="2088" y="1652"/>
                </a:lnTo>
                <a:lnTo>
                  <a:pt x="2096" y="1648"/>
                </a:lnTo>
                <a:lnTo>
                  <a:pt x="2108" y="1646"/>
                </a:lnTo>
                <a:moveTo>
                  <a:pt x="1794" y="1738"/>
                </a:moveTo>
                <a:lnTo>
                  <a:pt x="1761" y="1747"/>
                </a:lnTo>
                <a:lnTo>
                  <a:pt x="1746" y="1750"/>
                </a:lnTo>
                <a:moveTo>
                  <a:pt x="1794" y="1738"/>
                </a:moveTo>
                <a:lnTo>
                  <a:pt x="1804" y="1735"/>
                </a:lnTo>
                <a:lnTo>
                  <a:pt x="1831" y="1728"/>
                </a:lnTo>
                <a:lnTo>
                  <a:pt x="1843" y="1725"/>
                </a:lnTo>
                <a:moveTo>
                  <a:pt x="2132" y="1892"/>
                </a:moveTo>
                <a:lnTo>
                  <a:pt x="2132" y="1887"/>
                </a:lnTo>
                <a:moveTo>
                  <a:pt x="2132" y="1892"/>
                </a:moveTo>
                <a:lnTo>
                  <a:pt x="2132" y="1899"/>
                </a:lnTo>
                <a:moveTo>
                  <a:pt x="2132" y="1899"/>
                </a:moveTo>
                <a:lnTo>
                  <a:pt x="2133" y="1913"/>
                </a:lnTo>
                <a:moveTo>
                  <a:pt x="2133" y="1913"/>
                </a:moveTo>
                <a:lnTo>
                  <a:pt x="2134" y="1940"/>
                </a:lnTo>
                <a:moveTo>
                  <a:pt x="1649" y="757"/>
                </a:moveTo>
                <a:lnTo>
                  <a:pt x="1647" y="736"/>
                </a:lnTo>
                <a:moveTo>
                  <a:pt x="1665" y="912"/>
                </a:moveTo>
                <a:lnTo>
                  <a:pt x="1660" y="863"/>
                </a:lnTo>
                <a:lnTo>
                  <a:pt x="1658" y="851"/>
                </a:lnTo>
                <a:lnTo>
                  <a:pt x="1656" y="830"/>
                </a:lnTo>
                <a:lnTo>
                  <a:pt x="1653" y="800"/>
                </a:lnTo>
                <a:lnTo>
                  <a:pt x="1650" y="775"/>
                </a:lnTo>
                <a:moveTo>
                  <a:pt x="1160" y="668"/>
                </a:moveTo>
                <a:lnTo>
                  <a:pt x="1150" y="666"/>
                </a:lnTo>
                <a:lnTo>
                  <a:pt x="1060" y="645"/>
                </a:lnTo>
                <a:lnTo>
                  <a:pt x="1039" y="640"/>
                </a:lnTo>
                <a:lnTo>
                  <a:pt x="1024" y="637"/>
                </a:lnTo>
                <a:lnTo>
                  <a:pt x="1006" y="632"/>
                </a:lnTo>
                <a:lnTo>
                  <a:pt x="979" y="623"/>
                </a:lnTo>
                <a:lnTo>
                  <a:pt x="959" y="614"/>
                </a:lnTo>
                <a:lnTo>
                  <a:pt x="943" y="606"/>
                </a:lnTo>
                <a:lnTo>
                  <a:pt x="925" y="597"/>
                </a:lnTo>
                <a:lnTo>
                  <a:pt x="894" y="579"/>
                </a:lnTo>
                <a:lnTo>
                  <a:pt x="885" y="574"/>
                </a:lnTo>
                <a:lnTo>
                  <a:pt x="870" y="564"/>
                </a:lnTo>
                <a:lnTo>
                  <a:pt x="822" y="528"/>
                </a:lnTo>
                <a:lnTo>
                  <a:pt x="781" y="496"/>
                </a:lnTo>
                <a:lnTo>
                  <a:pt x="777" y="493"/>
                </a:lnTo>
                <a:lnTo>
                  <a:pt x="774" y="490"/>
                </a:lnTo>
                <a:lnTo>
                  <a:pt x="760" y="481"/>
                </a:lnTo>
                <a:lnTo>
                  <a:pt x="733" y="465"/>
                </a:lnTo>
                <a:lnTo>
                  <a:pt x="719" y="457"/>
                </a:lnTo>
                <a:lnTo>
                  <a:pt x="709" y="453"/>
                </a:lnTo>
                <a:lnTo>
                  <a:pt x="692" y="447"/>
                </a:lnTo>
                <a:lnTo>
                  <a:pt x="678" y="443"/>
                </a:lnTo>
                <a:lnTo>
                  <a:pt x="663" y="439"/>
                </a:lnTo>
                <a:lnTo>
                  <a:pt x="640" y="436"/>
                </a:lnTo>
                <a:lnTo>
                  <a:pt x="619" y="434"/>
                </a:lnTo>
                <a:lnTo>
                  <a:pt x="596" y="436"/>
                </a:lnTo>
                <a:lnTo>
                  <a:pt x="572" y="438"/>
                </a:lnTo>
                <a:lnTo>
                  <a:pt x="554" y="442"/>
                </a:lnTo>
                <a:lnTo>
                  <a:pt x="500" y="453"/>
                </a:lnTo>
                <a:lnTo>
                  <a:pt x="371" y="481"/>
                </a:lnTo>
                <a:lnTo>
                  <a:pt x="343" y="487"/>
                </a:lnTo>
                <a:moveTo>
                  <a:pt x="1160" y="668"/>
                </a:moveTo>
                <a:lnTo>
                  <a:pt x="1171" y="671"/>
                </a:lnTo>
                <a:moveTo>
                  <a:pt x="3581" y="2120"/>
                </a:moveTo>
                <a:lnTo>
                  <a:pt x="3576" y="2120"/>
                </a:lnTo>
                <a:lnTo>
                  <a:pt x="3534" y="2110"/>
                </a:lnTo>
                <a:moveTo>
                  <a:pt x="3755" y="2241"/>
                </a:moveTo>
                <a:lnTo>
                  <a:pt x="3756" y="2226"/>
                </a:lnTo>
                <a:moveTo>
                  <a:pt x="3755" y="2241"/>
                </a:moveTo>
                <a:lnTo>
                  <a:pt x="3752" y="2261"/>
                </a:lnTo>
                <a:moveTo>
                  <a:pt x="3547" y="2310"/>
                </a:moveTo>
                <a:lnTo>
                  <a:pt x="3555" y="2315"/>
                </a:lnTo>
                <a:lnTo>
                  <a:pt x="3605" y="2369"/>
                </a:lnTo>
                <a:lnTo>
                  <a:pt x="3607" y="2372"/>
                </a:lnTo>
                <a:moveTo>
                  <a:pt x="3391" y="2321"/>
                </a:moveTo>
                <a:lnTo>
                  <a:pt x="3392" y="2332"/>
                </a:lnTo>
                <a:lnTo>
                  <a:pt x="3393" y="2352"/>
                </a:lnTo>
                <a:moveTo>
                  <a:pt x="2983" y="1955"/>
                </a:moveTo>
                <a:lnTo>
                  <a:pt x="2980" y="1977"/>
                </a:lnTo>
                <a:moveTo>
                  <a:pt x="2876" y="2649"/>
                </a:moveTo>
                <a:lnTo>
                  <a:pt x="2908" y="2443"/>
                </a:lnTo>
                <a:lnTo>
                  <a:pt x="2921" y="2346"/>
                </a:lnTo>
                <a:lnTo>
                  <a:pt x="2934" y="2265"/>
                </a:lnTo>
                <a:lnTo>
                  <a:pt x="2951" y="2152"/>
                </a:lnTo>
                <a:lnTo>
                  <a:pt x="2967" y="2062"/>
                </a:lnTo>
                <a:lnTo>
                  <a:pt x="2980" y="1977"/>
                </a:lnTo>
                <a:moveTo>
                  <a:pt x="2129" y="1825"/>
                </a:moveTo>
                <a:lnTo>
                  <a:pt x="2130" y="1846"/>
                </a:lnTo>
                <a:moveTo>
                  <a:pt x="909" y="2819"/>
                </a:moveTo>
                <a:lnTo>
                  <a:pt x="910" y="2814"/>
                </a:lnTo>
                <a:lnTo>
                  <a:pt x="915" y="2793"/>
                </a:lnTo>
                <a:lnTo>
                  <a:pt x="916" y="2789"/>
                </a:lnTo>
                <a:moveTo>
                  <a:pt x="919" y="2950"/>
                </a:moveTo>
                <a:lnTo>
                  <a:pt x="916" y="2925"/>
                </a:lnTo>
                <a:moveTo>
                  <a:pt x="1318" y="1286"/>
                </a:moveTo>
                <a:lnTo>
                  <a:pt x="1333" y="1282"/>
                </a:lnTo>
                <a:lnTo>
                  <a:pt x="1342" y="1278"/>
                </a:lnTo>
                <a:lnTo>
                  <a:pt x="1350" y="1276"/>
                </a:lnTo>
                <a:moveTo>
                  <a:pt x="1438" y="2421"/>
                </a:moveTo>
                <a:lnTo>
                  <a:pt x="1438" y="2417"/>
                </a:lnTo>
                <a:moveTo>
                  <a:pt x="1746" y="1750"/>
                </a:moveTo>
                <a:lnTo>
                  <a:pt x="1745" y="1744"/>
                </a:lnTo>
                <a:moveTo>
                  <a:pt x="1745" y="1744"/>
                </a:moveTo>
                <a:lnTo>
                  <a:pt x="1750" y="1742"/>
                </a:lnTo>
                <a:lnTo>
                  <a:pt x="1802" y="1728"/>
                </a:lnTo>
                <a:lnTo>
                  <a:pt x="1804" y="1727"/>
                </a:lnTo>
                <a:lnTo>
                  <a:pt x="1842" y="1718"/>
                </a:lnTo>
                <a:moveTo>
                  <a:pt x="1714" y="1559"/>
                </a:moveTo>
                <a:lnTo>
                  <a:pt x="1745" y="1615"/>
                </a:lnTo>
                <a:lnTo>
                  <a:pt x="1749" y="1629"/>
                </a:lnTo>
                <a:lnTo>
                  <a:pt x="1748" y="1641"/>
                </a:lnTo>
                <a:lnTo>
                  <a:pt x="1747" y="1677"/>
                </a:lnTo>
                <a:lnTo>
                  <a:pt x="1745" y="1744"/>
                </a:lnTo>
                <a:moveTo>
                  <a:pt x="1745" y="1744"/>
                </a:moveTo>
                <a:lnTo>
                  <a:pt x="1739" y="1745"/>
                </a:lnTo>
                <a:lnTo>
                  <a:pt x="1729" y="1745"/>
                </a:lnTo>
                <a:lnTo>
                  <a:pt x="1725" y="1745"/>
                </a:lnTo>
                <a:lnTo>
                  <a:pt x="1723" y="1745"/>
                </a:lnTo>
                <a:moveTo>
                  <a:pt x="2151" y="2402"/>
                </a:moveTo>
                <a:lnTo>
                  <a:pt x="2149" y="2385"/>
                </a:lnTo>
                <a:moveTo>
                  <a:pt x="2290" y="2168"/>
                </a:moveTo>
                <a:lnTo>
                  <a:pt x="2226" y="2198"/>
                </a:lnTo>
                <a:lnTo>
                  <a:pt x="2210" y="2202"/>
                </a:lnTo>
                <a:lnTo>
                  <a:pt x="2182" y="2207"/>
                </a:lnTo>
                <a:lnTo>
                  <a:pt x="2179" y="2207"/>
                </a:lnTo>
                <a:lnTo>
                  <a:pt x="2147" y="2210"/>
                </a:lnTo>
                <a:lnTo>
                  <a:pt x="2145" y="2210"/>
                </a:lnTo>
                <a:moveTo>
                  <a:pt x="2144" y="2297"/>
                </a:moveTo>
                <a:lnTo>
                  <a:pt x="2144" y="2290"/>
                </a:lnTo>
                <a:moveTo>
                  <a:pt x="2144" y="2297"/>
                </a:moveTo>
                <a:lnTo>
                  <a:pt x="2144" y="2304"/>
                </a:lnTo>
                <a:lnTo>
                  <a:pt x="2145" y="2310"/>
                </a:lnTo>
                <a:moveTo>
                  <a:pt x="2146" y="2337"/>
                </a:moveTo>
                <a:lnTo>
                  <a:pt x="2145" y="2317"/>
                </a:lnTo>
                <a:moveTo>
                  <a:pt x="2146" y="2337"/>
                </a:moveTo>
                <a:lnTo>
                  <a:pt x="2148" y="2351"/>
                </a:lnTo>
                <a:moveTo>
                  <a:pt x="2134" y="2024"/>
                </a:moveTo>
                <a:lnTo>
                  <a:pt x="2134" y="2008"/>
                </a:lnTo>
                <a:moveTo>
                  <a:pt x="2134" y="2024"/>
                </a:moveTo>
                <a:lnTo>
                  <a:pt x="2134" y="2044"/>
                </a:lnTo>
                <a:moveTo>
                  <a:pt x="2135" y="2063"/>
                </a:moveTo>
                <a:lnTo>
                  <a:pt x="2134" y="2053"/>
                </a:lnTo>
                <a:lnTo>
                  <a:pt x="2134" y="2044"/>
                </a:lnTo>
                <a:moveTo>
                  <a:pt x="2143" y="2251"/>
                </a:moveTo>
                <a:lnTo>
                  <a:pt x="2143" y="2245"/>
                </a:lnTo>
                <a:moveTo>
                  <a:pt x="2143" y="2251"/>
                </a:moveTo>
                <a:lnTo>
                  <a:pt x="2144" y="2258"/>
                </a:lnTo>
                <a:lnTo>
                  <a:pt x="2144" y="2266"/>
                </a:lnTo>
                <a:moveTo>
                  <a:pt x="2145" y="2310"/>
                </a:moveTo>
                <a:lnTo>
                  <a:pt x="2145" y="2317"/>
                </a:lnTo>
                <a:moveTo>
                  <a:pt x="1698" y="2215"/>
                </a:moveTo>
                <a:lnTo>
                  <a:pt x="1698" y="2246"/>
                </a:lnTo>
                <a:moveTo>
                  <a:pt x="1698" y="2215"/>
                </a:moveTo>
                <a:lnTo>
                  <a:pt x="1701" y="2127"/>
                </a:lnTo>
                <a:lnTo>
                  <a:pt x="1703" y="2029"/>
                </a:lnTo>
                <a:lnTo>
                  <a:pt x="1703" y="2015"/>
                </a:lnTo>
                <a:lnTo>
                  <a:pt x="1703" y="2010"/>
                </a:lnTo>
                <a:moveTo>
                  <a:pt x="1318" y="1782"/>
                </a:moveTo>
                <a:lnTo>
                  <a:pt x="1324" y="1818"/>
                </a:lnTo>
                <a:moveTo>
                  <a:pt x="1459" y="1811"/>
                </a:moveTo>
                <a:lnTo>
                  <a:pt x="1440" y="1831"/>
                </a:lnTo>
                <a:moveTo>
                  <a:pt x="1459" y="1811"/>
                </a:moveTo>
                <a:lnTo>
                  <a:pt x="1472" y="1798"/>
                </a:lnTo>
                <a:lnTo>
                  <a:pt x="1477" y="1793"/>
                </a:lnTo>
                <a:lnTo>
                  <a:pt x="1479" y="1790"/>
                </a:lnTo>
                <a:lnTo>
                  <a:pt x="1484" y="1785"/>
                </a:lnTo>
                <a:lnTo>
                  <a:pt x="1504" y="1765"/>
                </a:lnTo>
                <a:moveTo>
                  <a:pt x="1557" y="1842"/>
                </a:moveTo>
                <a:lnTo>
                  <a:pt x="1554" y="1844"/>
                </a:lnTo>
                <a:lnTo>
                  <a:pt x="1532" y="1850"/>
                </a:lnTo>
                <a:lnTo>
                  <a:pt x="1530" y="1851"/>
                </a:lnTo>
                <a:lnTo>
                  <a:pt x="1525" y="1852"/>
                </a:lnTo>
                <a:lnTo>
                  <a:pt x="1523" y="1853"/>
                </a:lnTo>
                <a:moveTo>
                  <a:pt x="1557" y="1842"/>
                </a:moveTo>
                <a:lnTo>
                  <a:pt x="1562" y="1839"/>
                </a:lnTo>
                <a:lnTo>
                  <a:pt x="1564" y="1834"/>
                </a:lnTo>
                <a:lnTo>
                  <a:pt x="1564" y="1829"/>
                </a:lnTo>
                <a:lnTo>
                  <a:pt x="1563" y="1821"/>
                </a:lnTo>
                <a:lnTo>
                  <a:pt x="1563" y="1820"/>
                </a:lnTo>
                <a:lnTo>
                  <a:pt x="1560" y="1806"/>
                </a:lnTo>
                <a:lnTo>
                  <a:pt x="1558" y="1794"/>
                </a:lnTo>
                <a:lnTo>
                  <a:pt x="1556" y="1787"/>
                </a:lnTo>
                <a:lnTo>
                  <a:pt x="1555" y="1778"/>
                </a:lnTo>
                <a:lnTo>
                  <a:pt x="1552" y="1760"/>
                </a:lnTo>
                <a:lnTo>
                  <a:pt x="1551" y="1752"/>
                </a:lnTo>
                <a:lnTo>
                  <a:pt x="1547" y="1736"/>
                </a:lnTo>
                <a:moveTo>
                  <a:pt x="1409" y="1863"/>
                </a:moveTo>
                <a:lnTo>
                  <a:pt x="1403" y="1869"/>
                </a:lnTo>
                <a:lnTo>
                  <a:pt x="1398" y="1875"/>
                </a:lnTo>
                <a:moveTo>
                  <a:pt x="1409" y="1863"/>
                </a:moveTo>
                <a:lnTo>
                  <a:pt x="1427" y="1844"/>
                </a:lnTo>
                <a:lnTo>
                  <a:pt x="1440" y="1831"/>
                </a:lnTo>
                <a:moveTo>
                  <a:pt x="1398" y="1875"/>
                </a:moveTo>
                <a:lnTo>
                  <a:pt x="1374" y="1898"/>
                </a:lnTo>
                <a:moveTo>
                  <a:pt x="1374" y="1898"/>
                </a:moveTo>
                <a:lnTo>
                  <a:pt x="1354" y="1918"/>
                </a:lnTo>
                <a:lnTo>
                  <a:pt x="1346" y="1927"/>
                </a:lnTo>
                <a:moveTo>
                  <a:pt x="1527" y="1940"/>
                </a:moveTo>
                <a:lnTo>
                  <a:pt x="1527" y="1951"/>
                </a:lnTo>
                <a:moveTo>
                  <a:pt x="1527" y="1951"/>
                </a:moveTo>
                <a:lnTo>
                  <a:pt x="1528" y="1974"/>
                </a:lnTo>
                <a:lnTo>
                  <a:pt x="1529" y="1978"/>
                </a:lnTo>
                <a:moveTo>
                  <a:pt x="1531" y="2000"/>
                </a:moveTo>
                <a:lnTo>
                  <a:pt x="1529" y="1978"/>
                </a:lnTo>
                <a:moveTo>
                  <a:pt x="1586" y="2047"/>
                </a:moveTo>
                <a:lnTo>
                  <a:pt x="1615" y="2035"/>
                </a:lnTo>
                <a:lnTo>
                  <a:pt x="1635" y="2026"/>
                </a:lnTo>
                <a:moveTo>
                  <a:pt x="1586" y="2047"/>
                </a:moveTo>
                <a:lnTo>
                  <a:pt x="1568" y="2054"/>
                </a:lnTo>
                <a:moveTo>
                  <a:pt x="2117" y="1469"/>
                </a:moveTo>
                <a:lnTo>
                  <a:pt x="2117" y="1500"/>
                </a:lnTo>
                <a:lnTo>
                  <a:pt x="2118" y="1511"/>
                </a:lnTo>
                <a:moveTo>
                  <a:pt x="5626" y="445"/>
                </a:moveTo>
                <a:lnTo>
                  <a:pt x="5622" y="444"/>
                </a:lnTo>
                <a:moveTo>
                  <a:pt x="5622" y="444"/>
                </a:moveTo>
                <a:lnTo>
                  <a:pt x="5613" y="512"/>
                </a:lnTo>
                <a:moveTo>
                  <a:pt x="6306" y="1832"/>
                </a:moveTo>
                <a:lnTo>
                  <a:pt x="6345" y="1855"/>
                </a:lnTo>
                <a:moveTo>
                  <a:pt x="6428" y="1886"/>
                </a:moveTo>
                <a:lnTo>
                  <a:pt x="6410" y="1882"/>
                </a:lnTo>
                <a:lnTo>
                  <a:pt x="6388" y="1875"/>
                </a:lnTo>
                <a:lnTo>
                  <a:pt x="6374" y="1870"/>
                </a:lnTo>
                <a:lnTo>
                  <a:pt x="6359" y="1863"/>
                </a:lnTo>
                <a:lnTo>
                  <a:pt x="6345" y="1855"/>
                </a:lnTo>
                <a:moveTo>
                  <a:pt x="6286" y="1821"/>
                </a:moveTo>
                <a:lnTo>
                  <a:pt x="6297" y="1828"/>
                </a:lnTo>
                <a:lnTo>
                  <a:pt x="6306" y="1832"/>
                </a:lnTo>
                <a:moveTo>
                  <a:pt x="6181" y="1778"/>
                </a:moveTo>
                <a:lnTo>
                  <a:pt x="6164" y="1772"/>
                </a:lnTo>
                <a:moveTo>
                  <a:pt x="6122" y="1755"/>
                </a:moveTo>
                <a:lnTo>
                  <a:pt x="6133" y="1760"/>
                </a:lnTo>
                <a:lnTo>
                  <a:pt x="6164" y="1772"/>
                </a:lnTo>
                <a:moveTo>
                  <a:pt x="6118" y="1753"/>
                </a:moveTo>
                <a:lnTo>
                  <a:pt x="6111" y="1748"/>
                </a:lnTo>
                <a:lnTo>
                  <a:pt x="6095" y="1739"/>
                </a:lnTo>
                <a:moveTo>
                  <a:pt x="6084" y="1733"/>
                </a:moveTo>
                <a:lnTo>
                  <a:pt x="6090" y="1736"/>
                </a:lnTo>
                <a:lnTo>
                  <a:pt x="6095" y="1739"/>
                </a:lnTo>
                <a:moveTo>
                  <a:pt x="5868" y="1629"/>
                </a:moveTo>
                <a:lnTo>
                  <a:pt x="5867" y="1627"/>
                </a:lnTo>
                <a:moveTo>
                  <a:pt x="5814" y="1610"/>
                </a:moveTo>
                <a:lnTo>
                  <a:pt x="5827" y="1613"/>
                </a:lnTo>
                <a:lnTo>
                  <a:pt x="5867" y="1627"/>
                </a:lnTo>
                <a:moveTo>
                  <a:pt x="5472" y="382"/>
                </a:moveTo>
                <a:lnTo>
                  <a:pt x="5499" y="372"/>
                </a:lnTo>
                <a:moveTo>
                  <a:pt x="5472" y="382"/>
                </a:moveTo>
                <a:lnTo>
                  <a:pt x="5427" y="399"/>
                </a:lnTo>
                <a:moveTo>
                  <a:pt x="2113" y="540"/>
                </a:moveTo>
                <a:lnTo>
                  <a:pt x="2096" y="548"/>
                </a:lnTo>
                <a:moveTo>
                  <a:pt x="2113" y="540"/>
                </a:moveTo>
                <a:lnTo>
                  <a:pt x="2096" y="562"/>
                </a:lnTo>
                <a:moveTo>
                  <a:pt x="2113" y="540"/>
                </a:moveTo>
                <a:lnTo>
                  <a:pt x="2193" y="510"/>
                </a:lnTo>
                <a:moveTo>
                  <a:pt x="2096" y="562"/>
                </a:moveTo>
                <a:lnTo>
                  <a:pt x="2096" y="548"/>
                </a:lnTo>
                <a:moveTo>
                  <a:pt x="2096" y="548"/>
                </a:moveTo>
                <a:lnTo>
                  <a:pt x="2075" y="559"/>
                </a:lnTo>
                <a:moveTo>
                  <a:pt x="5584" y="345"/>
                </a:moveTo>
                <a:lnTo>
                  <a:pt x="5526" y="367"/>
                </a:lnTo>
                <a:moveTo>
                  <a:pt x="2399" y="433"/>
                </a:moveTo>
                <a:lnTo>
                  <a:pt x="2454" y="413"/>
                </a:lnTo>
                <a:lnTo>
                  <a:pt x="2476" y="397"/>
                </a:lnTo>
                <a:moveTo>
                  <a:pt x="2094" y="629"/>
                </a:moveTo>
                <a:lnTo>
                  <a:pt x="2096" y="661"/>
                </a:lnTo>
                <a:moveTo>
                  <a:pt x="2096" y="678"/>
                </a:moveTo>
                <a:lnTo>
                  <a:pt x="2096" y="661"/>
                </a:lnTo>
                <a:moveTo>
                  <a:pt x="2098" y="732"/>
                </a:moveTo>
                <a:lnTo>
                  <a:pt x="2098" y="708"/>
                </a:lnTo>
                <a:moveTo>
                  <a:pt x="2096" y="562"/>
                </a:moveTo>
                <a:lnTo>
                  <a:pt x="2096" y="569"/>
                </a:lnTo>
                <a:moveTo>
                  <a:pt x="4071" y="689"/>
                </a:moveTo>
                <a:lnTo>
                  <a:pt x="4065" y="690"/>
                </a:lnTo>
                <a:moveTo>
                  <a:pt x="4071" y="689"/>
                </a:moveTo>
                <a:lnTo>
                  <a:pt x="4205" y="675"/>
                </a:lnTo>
                <a:moveTo>
                  <a:pt x="1988" y="592"/>
                </a:moveTo>
                <a:lnTo>
                  <a:pt x="1980" y="596"/>
                </a:lnTo>
                <a:lnTo>
                  <a:pt x="1975" y="598"/>
                </a:lnTo>
                <a:lnTo>
                  <a:pt x="1971" y="599"/>
                </a:lnTo>
                <a:lnTo>
                  <a:pt x="1968" y="598"/>
                </a:lnTo>
                <a:lnTo>
                  <a:pt x="1963" y="596"/>
                </a:lnTo>
                <a:lnTo>
                  <a:pt x="1958" y="594"/>
                </a:lnTo>
                <a:lnTo>
                  <a:pt x="1954" y="590"/>
                </a:lnTo>
                <a:lnTo>
                  <a:pt x="1949" y="588"/>
                </a:lnTo>
                <a:lnTo>
                  <a:pt x="1946" y="586"/>
                </a:lnTo>
                <a:lnTo>
                  <a:pt x="1945" y="584"/>
                </a:lnTo>
                <a:moveTo>
                  <a:pt x="1790" y="638"/>
                </a:moveTo>
                <a:lnTo>
                  <a:pt x="1869" y="611"/>
                </a:lnTo>
                <a:lnTo>
                  <a:pt x="1944" y="585"/>
                </a:lnTo>
                <a:lnTo>
                  <a:pt x="1945" y="584"/>
                </a:lnTo>
                <a:moveTo>
                  <a:pt x="3713" y="1253"/>
                </a:moveTo>
                <a:lnTo>
                  <a:pt x="3672" y="1216"/>
                </a:lnTo>
                <a:lnTo>
                  <a:pt x="3569" y="1122"/>
                </a:lnTo>
                <a:lnTo>
                  <a:pt x="3561" y="1115"/>
                </a:lnTo>
                <a:lnTo>
                  <a:pt x="3538" y="1094"/>
                </a:lnTo>
                <a:lnTo>
                  <a:pt x="3463" y="1029"/>
                </a:lnTo>
                <a:lnTo>
                  <a:pt x="3451" y="1019"/>
                </a:lnTo>
                <a:lnTo>
                  <a:pt x="3433" y="1004"/>
                </a:lnTo>
                <a:lnTo>
                  <a:pt x="3408" y="979"/>
                </a:lnTo>
                <a:lnTo>
                  <a:pt x="3398" y="970"/>
                </a:lnTo>
                <a:lnTo>
                  <a:pt x="3393" y="966"/>
                </a:lnTo>
                <a:lnTo>
                  <a:pt x="3375" y="949"/>
                </a:lnTo>
                <a:lnTo>
                  <a:pt x="3360" y="935"/>
                </a:lnTo>
                <a:lnTo>
                  <a:pt x="3338" y="913"/>
                </a:lnTo>
                <a:lnTo>
                  <a:pt x="3319" y="893"/>
                </a:lnTo>
                <a:lnTo>
                  <a:pt x="3297" y="867"/>
                </a:lnTo>
                <a:lnTo>
                  <a:pt x="3256" y="814"/>
                </a:lnTo>
                <a:lnTo>
                  <a:pt x="3253" y="811"/>
                </a:lnTo>
                <a:moveTo>
                  <a:pt x="3253" y="811"/>
                </a:moveTo>
                <a:lnTo>
                  <a:pt x="3259" y="809"/>
                </a:lnTo>
                <a:lnTo>
                  <a:pt x="3290" y="799"/>
                </a:lnTo>
                <a:lnTo>
                  <a:pt x="3313" y="791"/>
                </a:lnTo>
                <a:moveTo>
                  <a:pt x="4834" y="1485"/>
                </a:moveTo>
                <a:lnTo>
                  <a:pt x="4844" y="1421"/>
                </a:lnTo>
                <a:lnTo>
                  <a:pt x="4845" y="1409"/>
                </a:lnTo>
                <a:moveTo>
                  <a:pt x="4845" y="1314"/>
                </a:moveTo>
                <a:lnTo>
                  <a:pt x="4845" y="1369"/>
                </a:lnTo>
                <a:lnTo>
                  <a:pt x="4845" y="1409"/>
                </a:lnTo>
                <a:moveTo>
                  <a:pt x="4824" y="1559"/>
                </a:moveTo>
                <a:lnTo>
                  <a:pt x="4826" y="1542"/>
                </a:lnTo>
                <a:moveTo>
                  <a:pt x="4834" y="1485"/>
                </a:moveTo>
                <a:lnTo>
                  <a:pt x="4826" y="1542"/>
                </a:lnTo>
                <a:moveTo>
                  <a:pt x="4816" y="1640"/>
                </a:moveTo>
                <a:lnTo>
                  <a:pt x="4818" y="1612"/>
                </a:lnTo>
                <a:moveTo>
                  <a:pt x="4824" y="1559"/>
                </a:moveTo>
                <a:lnTo>
                  <a:pt x="4818" y="1612"/>
                </a:lnTo>
                <a:moveTo>
                  <a:pt x="4781" y="1780"/>
                </a:moveTo>
                <a:lnTo>
                  <a:pt x="4783" y="1755"/>
                </a:lnTo>
                <a:moveTo>
                  <a:pt x="4792" y="1730"/>
                </a:moveTo>
                <a:lnTo>
                  <a:pt x="4783" y="1755"/>
                </a:lnTo>
                <a:moveTo>
                  <a:pt x="4321" y="1800"/>
                </a:moveTo>
                <a:lnTo>
                  <a:pt x="4349" y="1823"/>
                </a:lnTo>
                <a:moveTo>
                  <a:pt x="4354" y="1827"/>
                </a:moveTo>
                <a:lnTo>
                  <a:pt x="4349" y="1823"/>
                </a:lnTo>
                <a:moveTo>
                  <a:pt x="4779" y="1846"/>
                </a:moveTo>
                <a:lnTo>
                  <a:pt x="4765" y="1834"/>
                </a:lnTo>
                <a:lnTo>
                  <a:pt x="4764" y="1832"/>
                </a:lnTo>
                <a:lnTo>
                  <a:pt x="4763" y="1830"/>
                </a:lnTo>
                <a:moveTo>
                  <a:pt x="4781" y="1780"/>
                </a:moveTo>
                <a:lnTo>
                  <a:pt x="4780" y="1789"/>
                </a:lnTo>
                <a:lnTo>
                  <a:pt x="4763" y="1830"/>
                </a:lnTo>
                <a:moveTo>
                  <a:pt x="4750" y="1902"/>
                </a:moveTo>
                <a:lnTo>
                  <a:pt x="4779" y="1846"/>
                </a:lnTo>
                <a:moveTo>
                  <a:pt x="4335" y="1910"/>
                </a:moveTo>
                <a:lnTo>
                  <a:pt x="4337" y="1903"/>
                </a:lnTo>
                <a:lnTo>
                  <a:pt x="4341" y="1885"/>
                </a:lnTo>
                <a:lnTo>
                  <a:pt x="4342" y="1881"/>
                </a:lnTo>
                <a:lnTo>
                  <a:pt x="4344" y="1874"/>
                </a:lnTo>
                <a:lnTo>
                  <a:pt x="4343" y="1869"/>
                </a:lnTo>
                <a:lnTo>
                  <a:pt x="4342" y="1864"/>
                </a:lnTo>
                <a:lnTo>
                  <a:pt x="4339" y="1859"/>
                </a:lnTo>
                <a:lnTo>
                  <a:pt x="4337" y="1856"/>
                </a:lnTo>
                <a:lnTo>
                  <a:pt x="4331" y="1849"/>
                </a:lnTo>
                <a:moveTo>
                  <a:pt x="4245" y="1769"/>
                </a:moveTo>
                <a:lnTo>
                  <a:pt x="4282" y="1802"/>
                </a:lnTo>
                <a:lnTo>
                  <a:pt x="4331" y="1849"/>
                </a:lnTo>
                <a:moveTo>
                  <a:pt x="4459" y="1920"/>
                </a:moveTo>
                <a:lnTo>
                  <a:pt x="4468" y="1927"/>
                </a:lnTo>
                <a:lnTo>
                  <a:pt x="4495" y="1952"/>
                </a:lnTo>
                <a:lnTo>
                  <a:pt x="4511" y="1965"/>
                </a:lnTo>
                <a:lnTo>
                  <a:pt x="4525" y="1977"/>
                </a:lnTo>
                <a:lnTo>
                  <a:pt x="4546" y="1997"/>
                </a:lnTo>
                <a:lnTo>
                  <a:pt x="4564" y="2013"/>
                </a:lnTo>
                <a:lnTo>
                  <a:pt x="4571" y="2019"/>
                </a:lnTo>
                <a:lnTo>
                  <a:pt x="4575" y="2021"/>
                </a:lnTo>
                <a:lnTo>
                  <a:pt x="4590" y="2036"/>
                </a:lnTo>
                <a:lnTo>
                  <a:pt x="4630" y="2073"/>
                </a:lnTo>
                <a:lnTo>
                  <a:pt x="4669" y="2107"/>
                </a:lnTo>
                <a:moveTo>
                  <a:pt x="4814" y="2241"/>
                </a:moveTo>
                <a:lnTo>
                  <a:pt x="4742" y="2176"/>
                </a:lnTo>
                <a:lnTo>
                  <a:pt x="4737" y="2171"/>
                </a:lnTo>
                <a:lnTo>
                  <a:pt x="4669" y="2107"/>
                </a:lnTo>
                <a:moveTo>
                  <a:pt x="4697" y="2038"/>
                </a:moveTo>
                <a:lnTo>
                  <a:pt x="4674" y="2095"/>
                </a:lnTo>
                <a:lnTo>
                  <a:pt x="4670" y="2104"/>
                </a:lnTo>
                <a:lnTo>
                  <a:pt x="4669" y="2107"/>
                </a:lnTo>
                <a:moveTo>
                  <a:pt x="5141" y="2522"/>
                </a:moveTo>
                <a:lnTo>
                  <a:pt x="5173" y="2543"/>
                </a:lnTo>
                <a:moveTo>
                  <a:pt x="5138" y="2583"/>
                </a:moveTo>
                <a:lnTo>
                  <a:pt x="5153" y="2566"/>
                </a:lnTo>
                <a:lnTo>
                  <a:pt x="5155" y="2564"/>
                </a:lnTo>
                <a:lnTo>
                  <a:pt x="5164" y="2554"/>
                </a:lnTo>
                <a:lnTo>
                  <a:pt x="5173" y="2543"/>
                </a:lnTo>
                <a:moveTo>
                  <a:pt x="10" y="2351"/>
                </a:moveTo>
                <a:lnTo>
                  <a:pt x="7" y="2317"/>
                </a:lnTo>
                <a:moveTo>
                  <a:pt x="7" y="2317"/>
                </a:moveTo>
                <a:lnTo>
                  <a:pt x="4" y="2281"/>
                </a:lnTo>
                <a:moveTo>
                  <a:pt x="4" y="2281"/>
                </a:moveTo>
                <a:lnTo>
                  <a:pt x="4" y="2272"/>
                </a:lnTo>
                <a:lnTo>
                  <a:pt x="3" y="2248"/>
                </a:lnTo>
                <a:lnTo>
                  <a:pt x="0" y="2228"/>
                </a:lnTo>
                <a:moveTo>
                  <a:pt x="4644" y="2599"/>
                </a:moveTo>
                <a:lnTo>
                  <a:pt x="4652" y="2548"/>
                </a:lnTo>
                <a:moveTo>
                  <a:pt x="4664" y="2485"/>
                </a:moveTo>
                <a:lnTo>
                  <a:pt x="4660" y="2513"/>
                </a:lnTo>
                <a:lnTo>
                  <a:pt x="4659" y="2515"/>
                </a:lnTo>
                <a:lnTo>
                  <a:pt x="4652" y="2548"/>
                </a:lnTo>
                <a:moveTo>
                  <a:pt x="4664" y="2485"/>
                </a:moveTo>
                <a:lnTo>
                  <a:pt x="4665" y="2482"/>
                </a:lnTo>
                <a:moveTo>
                  <a:pt x="4665" y="2482"/>
                </a:moveTo>
                <a:lnTo>
                  <a:pt x="4655" y="2480"/>
                </a:lnTo>
                <a:moveTo>
                  <a:pt x="4619" y="2700"/>
                </a:moveTo>
                <a:lnTo>
                  <a:pt x="4611" y="2731"/>
                </a:lnTo>
                <a:lnTo>
                  <a:pt x="4609" y="2737"/>
                </a:lnTo>
                <a:moveTo>
                  <a:pt x="4447" y="2383"/>
                </a:moveTo>
                <a:lnTo>
                  <a:pt x="4519" y="2425"/>
                </a:lnTo>
                <a:lnTo>
                  <a:pt x="4522" y="2426"/>
                </a:lnTo>
                <a:moveTo>
                  <a:pt x="4447" y="2383"/>
                </a:moveTo>
                <a:lnTo>
                  <a:pt x="4360" y="2357"/>
                </a:lnTo>
                <a:moveTo>
                  <a:pt x="6241" y="2700"/>
                </a:moveTo>
                <a:lnTo>
                  <a:pt x="6236" y="2688"/>
                </a:lnTo>
                <a:lnTo>
                  <a:pt x="6235" y="2678"/>
                </a:lnTo>
                <a:moveTo>
                  <a:pt x="6234" y="2661"/>
                </a:moveTo>
                <a:lnTo>
                  <a:pt x="6234" y="2666"/>
                </a:lnTo>
                <a:lnTo>
                  <a:pt x="6234" y="2671"/>
                </a:lnTo>
                <a:lnTo>
                  <a:pt x="6234" y="2675"/>
                </a:lnTo>
                <a:lnTo>
                  <a:pt x="6235" y="2678"/>
                </a:lnTo>
                <a:moveTo>
                  <a:pt x="6330" y="2871"/>
                </a:moveTo>
                <a:lnTo>
                  <a:pt x="6324" y="2862"/>
                </a:lnTo>
                <a:moveTo>
                  <a:pt x="6304" y="2814"/>
                </a:moveTo>
                <a:lnTo>
                  <a:pt x="6313" y="2838"/>
                </a:lnTo>
                <a:lnTo>
                  <a:pt x="6317" y="2846"/>
                </a:lnTo>
                <a:lnTo>
                  <a:pt x="6319" y="2851"/>
                </a:lnTo>
                <a:lnTo>
                  <a:pt x="6324" y="2862"/>
                </a:lnTo>
                <a:moveTo>
                  <a:pt x="6032" y="2467"/>
                </a:moveTo>
                <a:lnTo>
                  <a:pt x="6013" y="2462"/>
                </a:lnTo>
                <a:lnTo>
                  <a:pt x="5999" y="2457"/>
                </a:lnTo>
                <a:moveTo>
                  <a:pt x="5974" y="2387"/>
                </a:moveTo>
                <a:lnTo>
                  <a:pt x="5970" y="2390"/>
                </a:lnTo>
                <a:lnTo>
                  <a:pt x="5966" y="2394"/>
                </a:lnTo>
                <a:lnTo>
                  <a:pt x="5962" y="2397"/>
                </a:lnTo>
                <a:lnTo>
                  <a:pt x="5960" y="2400"/>
                </a:lnTo>
                <a:lnTo>
                  <a:pt x="5959" y="2402"/>
                </a:lnTo>
                <a:lnTo>
                  <a:pt x="5959" y="2404"/>
                </a:lnTo>
                <a:lnTo>
                  <a:pt x="5959" y="2407"/>
                </a:lnTo>
                <a:lnTo>
                  <a:pt x="5960" y="2412"/>
                </a:lnTo>
                <a:lnTo>
                  <a:pt x="5962" y="2421"/>
                </a:lnTo>
                <a:lnTo>
                  <a:pt x="5969" y="2431"/>
                </a:lnTo>
                <a:lnTo>
                  <a:pt x="5976" y="2438"/>
                </a:lnTo>
                <a:lnTo>
                  <a:pt x="5986" y="2448"/>
                </a:lnTo>
                <a:lnTo>
                  <a:pt x="5991" y="2452"/>
                </a:lnTo>
                <a:lnTo>
                  <a:pt x="5999" y="2457"/>
                </a:lnTo>
                <a:moveTo>
                  <a:pt x="4845" y="1296"/>
                </a:moveTo>
                <a:lnTo>
                  <a:pt x="4845" y="1265"/>
                </a:lnTo>
                <a:lnTo>
                  <a:pt x="4845" y="1244"/>
                </a:lnTo>
                <a:lnTo>
                  <a:pt x="4845" y="1237"/>
                </a:lnTo>
                <a:lnTo>
                  <a:pt x="4845" y="1229"/>
                </a:lnTo>
                <a:lnTo>
                  <a:pt x="4845" y="1201"/>
                </a:lnTo>
                <a:moveTo>
                  <a:pt x="4845" y="1157"/>
                </a:moveTo>
                <a:lnTo>
                  <a:pt x="4845" y="1177"/>
                </a:lnTo>
                <a:lnTo>
                  <a:pt x="4845" y="1201"/>
                </a:lnTo>
                <a:moveTo>
                  <a:pt x="49" y="1773"/>
                </a:moveTo>
                <a:lnTo>
                  <a:pt x="50" y="1783"/>
                </a:lnTo>
                <a:moveTo>
                  <a:pt x="51" y="1794"/>
                </a:moveTo>
                <a:lnTo>
                  <a:pt x="50" y="1783"/>
                </a:lnTo>
                <a:moveTo>
                  <a:pt x="48" y="1763"/>
                </a:moveTo>
                <a:lnTo>
                  <a:pt x="49" y="1773"/>
                </a:lnTo>
                <a:moveTo>
                  <a:pt x="47" y="1751"/>
                </a:moveTo>
                <a:lnTo>
                  <a:pt x="47" y="1758"/>
                </a:lnTo>
                <a:lnTo>
                  <a:pt x="48" y="1763"/>
                </a:lnTo>
                <a:moveTo>
                  <a:pt x="55" y="2751"/>
                </a:moveTo>
                <a:lnTo>
                  <a:pt x="55" y="2759"/>
                </a:lnTo>
                <a:lnTo>
                  <a:pt x="57" y="2774"/>
                </a:lnTo>
                <a:lnTo>
                  <a:pt x="57" y="2780"/>
                </a:lnTo>
                <a:moveTo>
                  <a:pt x="57" y="2780"/>
                </a:moveTo>
                <a:lnTo>
                  <a:pt x="57" y="2787"/>
                </a:lnTo>
                <a:lnTo>
                  <a:pt x="59" y="2809"/>
                </a:lnTo>
                <a:moveTo>
                  <a:pt x="59" y="2809"/>
                </a:moveTo>
                <a:lnTo>
                  <a:pt x="60" y="2820"/>
                </a:lnTo>
                <a:lnTo>
                  <a:pt x="61" y="2841"/>
                </a:lnTo>
                <a:moveTo>
                  <a:pt x="7" y="3082"/>
                </a:moveTo>
                <a:lnTo>
                  <a:pt x="0" y="3072"/>
                </a:lnTo>
                <a:moveTo>
                  <a:pt x="12" y="2950"/>
                </a:moveTo>
                <a:lnTo>
                  <a:pt x="13" y="2955"/>
                </a:lnTo>
                <a:lnTo>
                  <a:pt x="13" y="2960"/>
                </a:lnTo>
                <a:lnTo>
                  <a:pt x="13" y="2965"/>
                </a:lnTo>
                <a:lnTo>
                  <a:pt x="13" y="2970"/>
                </a:lnTo>
                <a:lnTo>
                  <a:pt x="11" y="2979"/>
                </a:lnTo>
                <a:lnTo>
                  <a:pt x="9" y="2987"/>
                </a:lnTo>
                <a:lnTo>
                  <a:pt x="7" y="2993"/>
                </a:lnTo>
                <a:lnTo>
                  <a:pt x="4" y="3002"/>
                </a:lnTo>
                <a:lnTo>
                  <a:pt x="1" y="3010"/>
                </a:lnTo>
                <a:moveTo>
                  <a:pt x="6307" y="651"/>
                </a:moveTo>
                <a:lnTo>
                  <a:pt x="6329" y="658"/>
                </a:lnTo>
                <a:lnTo>
                  <a:pt x="6351" y="665"/>
                </a:lnTo>
                <a:lnTo>
                  <a:pt x="6397" y="680"/>
                </a:lnTo>
                <a:lnTo>
                  <a:pt x="6426" y="690"/>
                </a:lnTo>
                <a:lnTo>
                  <a:pt x="6445" y="695"/>
                </a:lnTo>
                <a:lnTo>
                  <a:pt x="6457" y="699"/>
                </a:lnTo>
                <a:moveTo>
                  <a:pt x="1933" y="1531"/>
                </a:moveTo>
                <a:lnTo>
                  <a:pt x="1949" y="1527"/>
                </a:lnTo>
                <a:lnTo>
                  <a:pt x="1958" y="1524"/>
                </a:lnTo>
                <a:lnTo>
                  <a:pt x="1981" y="1516"/>
                </a:lnTo>
                <a:lnTo>
                  <a:pt x="1985" y="1515"/>
                </a:lnTo>
                <a:lnTo>
                  <a:pt x="2009" y="1505"/>
                </a:lnTo>
                <a:moveTo>
                  <a:pt x="644" y="2234"/>
                </a:moveTo>
                <a:lnTo>
                  <a:pt x="632" y="2235"/>
                </a:lnTo>
                <a:lnTo>
                  <a:pt x="605" y="2238"/>
                </a:lnTo>
                <a:moveTo>
                  <a:pt x="4335" y="1910"/>
                </a:moveTo>
                <a:lnTo>
                  <a:pt x="4331" y="1921"/>
                </a:lnTo>
                <a:moveTo>
                  <a:pt x="4118" y="2295"/>
                </a:moveTo>
                <a:lnTo>
                  <a:pt x="4099" y="2290"/>
                </a:lnTo>
                <a:lnTo>
                  <a:pt x="4087" y="2287"/>
                </a:lnTo>
                <a:moveTo>
                  <a:pt x="4118" y="2295"/>
                </a:moveTo>
                <a:lnTo>
                  <a:pt x="4181" y="2315"/>
                </a:lnTo>
                <a:moveTo>
                  <a:pt x="4269" y="2332"/>
                </a:moveTo>
                <a:lnTo>
                  <a:pt x="4319" y="2347"/>
                </a:lnTo>
                <a:lnTo>
                  <a:pt x="4360" y="2357"/>
                </a:lnTo>
                <a:moveTo>
                  <a:pt x="4557" y="2448"/>
                </a:moveTo>
                <a:lnTo>
                  <a:pt x="4579" y="2460"/>
                </a:lnTo>
                <a:moveTo>
                  <a:pt x="4557" y="2448"/>
                </a:moveTo>
                <a:lnTo>
                  <a:pt x="4539" y="2436"/>
                </a:lnTo>
                <a:lnTo>
                  <a:pt x="4522" y="2426"/>
                </a:lnTo>
                <a:moveTo>
                  <a:pt x="4087" y="2938"/>
                </a:moveTo>
                <a:lnTo>
                  <a:pt x="4083" y="2954"/>
                </a:lnTo>
                <a:lnTo>
                  <a:pt x="4079" y="2964"/>
                </a:lnTo>
                <a:moveTo>
                  <a:pt x="4031" y="3128"/>
                </a:moveTo>
                <a:lnTo>
                  <a:pt x="4039" y="3100"/>
                </a:lnTo>
                <a:lnTo>
                  <a:pt x="4046" y="3073"/>
                </a:lnTo>
                <a:lnTo>
                  <a:pt x="4054" y="3043"/>
                </a:lnTo>
                <a:moveTo>
                  <a:pt x="4638" y="2631"/>
                </a:moveTo>
                <a:lnTo>
                  <a:pt x="4644" y="2599"/>
                </a:lnTo>
                <a:moveTo>
                  <a:pt x="4628" y="2476"/>
                </a:moveTo>
                <a:lnTo>
                  <a:pt x="4640" y="2477"/>
                </a:lnTo>
                <a:lnTo>
                  <a:pt x="4647" y="2478"/>
                </a:lnTo>
                <a:lnTo>
                  <a:pt x="4655" y="2480"/>
                </a:lnTo>
                <a:moveTo>
                  <a:pt x="4628" y="2476"/>
                </a:moveTo>
                <a:lnTo>
                  <a:pt x="4590" y="2467"/>
                </a:lnTo>
                <a:lnTo>
                  <a:pt x="4579" y="2460"/>
                </a:lnTo>
                <a:moveTo>
                  <a:pt x="4191" y="2470"/>
                </a:moveTo>
                <a:lnTo>
                  <a:pt x="4194" y="2458"/>
                </a:lnTo>
                <a:lnTo>
                  <a:pt x="4205" y="2415"/>
                </a:lnTo>
                <a:lnTo>
                  <a:pt x="4231" y="2329"/>
                </a:lnTo>
                <a:moveTo>
                  <a:pt x="5615" y="2237"/>
                </a:moveTo>
                <a:lnTo>
                  <a:pt x="5618" y="2232"/>
                </a:lnTo>
                <a:moveTo>
                  <a:pt x="5645" y="2165"/>
                </a:moveTo>
                <a:lnTo>
                  <a:pt x="5645" y="2170"/>
                </a:lnTo>
                <a:lnTo>
                  <a:pt x="5644" y="2176"/>
                </a:lnTo>
                <a:lnTo>
                  <a:pt x="5643" y="2183"/>
                </a:lnTo>
                <a:lnTo>
                  <a:pt x="5641" y="2189"/>
                </a:lnTo>
                <a:lnTo>
                  <a:pt x="5639" y="2195"/>
                </a:lnTo>
                <a:lnTo>
                  <a:pt x="5637" y="2201"/>
                </a:lnTo>
                <a:lnTo>
                  <a:pt x="5631" y="2211"/>
                </a:lnTo>
                <a:lnTo>
                  <a:pt x="5624" y="2224"/>
                </a:lnTo>
                <a:lnTo>
                  <a:pt x="5618" y="2232"/>
                </a:lnTo>
                <a:moveTo>
                  <a:pt x="6122" y="1755"/>
                </a:moveTo>
                <a:lnTo>
                  <a:pt x="6118" y="1753"/>
                </a:lnTo>
                <a:moveTo>
                  <a:pt x="5298" y="457"/>
                </a:moveTo>
                <a:lnTo>
                  <a:pt x="5185" y="503"/>
                </a:lnTo>
                <a:moveTo>
                  <a:pt x="5298" y="457"/>
                </a:moveTo>
                <a:lnTo>
                  <a:pt x="5314" y="451"/>
                </a:lnTo>
                <a:lnTo>
                  <a:pt x="5391" y="421"/>
                </a:lnTo>
                <a:lnTo>
                  <a:pt x="5409" y="413"/>
                </a:lnTo>
                <a:moveTo>
                  <a:pt x="5431" y="404"/>
                </a:moveTo>
                <a:lnTo>
                  <a:pt x="5409" y="413"/>
                </a:lnTo>
                <a:moveTo>
                  <a:pt x="5431" y="404"/>
                </a:moveTo>
                <a:lnTo>
                  <a:pt x="5440" y="401"/>
                </a:lnTo>
                <a:lnTo>
                  <a:pt x="5526" y="367"/>
                </a:lnTo>
                <a:moveTo>
                  <a:pt x="4874" y="599"/>
                </a:moveTo>
                <a:lnTo>
                  <a:pt x="4870" y="600"/>
                </a:lnTo>
                <a:lnTo>
                  <a:pt x="4845" y="606"/>
                </a:lnTo>
                <a:lnTo>
                  <a:pt x="4820" y="612"/>
                </a:lnTo>
                <a:lnTo>
                  <a:pt x="4807" y="615"/>
                </a:lnTo>
                <a:lnTo>
                  <a:pt x="4783" y="619"/>
                </a:lnTo>
                <a:lnTo>
                  <a:pt x="4763" y="621"/>
                </a:lnTo>
                <a:moveTo>
                  <a:pt x="4874" y="599"/>
                </a:moveTo>
                <a:lnTo>
                  <a:pt x="4922" y="587"/>
                </a:lnTo>
                <a:lnTo>
                  <a:pt x="4938" y="584"/>
                </a:lnTo>
                <a:lnTo>
                  <a:pt x="5010" y="564"/>
                </a:lnTo>
                <a:lnTo>
                  <a:pt x="5041" y="554"/>
                </a:lnTo>
                <a:lnTo>
                  <a:pt x="5088" y="540"/>
                </a:lnTo>
                <a:lnTo>
                  <a:pt x="5105" y="534"/>
                </a:lnTo>
                <a:lnTo>
                  <a:pt x="5122" y="527"/>
                </a:lnTo>
                <a:lnTo>
                  <a:pt x="5158" y="513"/>
                </a:lnTo>
                <a:lnTo>
                  <a:pt x="5185" y="503"/>
                </a:lnTo>
                <a:moveTo>
                  <a:pt x="4811" y="820"/>
                </a:moveTo>
                <a:lnTo>
                  <a:pt x="4823" y="870"/>
                </a:lnTo>
                <a:lnTo>
                  <a:pt x="4827" y="883"/>
                </a:lnTo>
                <a:moveTo>
                  <a:pt x="4835" y="934"/>
                </a:moveTo>
                <a:lnTo>
                  <a:pt x="4833" y="906"/>
                </a:lnTo>
                <a:lnTo>
                  <a:pt x="4830" y="893"/>
                </a:lnTo>
                <a:lnTo>
                  <a:pt x="4827" y="883"/>
                </a:lnTo>
                <a:moveTo>
                  <a:pt x="4792" y="746"/>
                </a:moveTo>
                <a:lnTo>
                  <a:pt x="4790" y="737"/>
                </a:lnTo>
                <a:lnTo>
                  <a:pt x="4787" y="727"/>
                </a:lnTo>
                <a:lnTo>
                  <a:pt x="4782" y="706"/>
                </a:lnTo>
                <a:lnTo>
                  <a:pt x="4775" y="683"/>
                </a:lnTo>
                <a:lnTo>
                  <a:pt x="4768" y="649"/>
                </a:lnTo>
                <a:lnTo>
                  <a:pt x="4763" y="621"/>
                </a:lnTo>
                <a:moveTo>
                  <a:pt x="4808" y="811"/>
                </a:moveTo>
                <a:lnTo>
                  <a:pt x="4802" y="787"/>
                </a:lnTo>
                <a:lnTo>
                  <a:pt x="4792" y="746"/>
                </a:lnTo>
                <a:moveTo>
                  <a:pt x="5717" y="478"/>
                </a:moveTo>
                <a:lnTo>
                  <a:pt x="5765" y="493"/>
                </a:lnTo>
                <a:lnTo>
                  <a:pt x="5786" y="500"/>
                </a:lnTo>
                <a:moveTo>
                  <a:pt x="5870" y="526"/>
                </a:moveTo>
                <a:lnTo>
                  <a:pt x="5859" y="522"/>
                </a:lnTo>
                <a:lnTo>
                  <a:pt x="5786" y="500"/>
                </a:lnTo>
                <a:moveTo>
                  <a:pt x="5586" y="337"/>
                </a:moveTo>
                <a:lnTo>
                  <a:pt x="5555" y="349"/>
                </a:lnTo>
                <a:moveTo>
                  <a:pt x="5668" y="305"/>
                </a:moveTo>
                <a:lnTo>
                  <a:pt x="5680" y="301"/>
                </a:lnTo>
                <a:moveTo>
                  <a:pt x="5519" y="1310"/>
                </a:moveTo>
                <a:lnTo>
                  <a:pt x="5504" y="1258"/>
                </a:lnTo>
                <a:lnTo>
                  <a:pt x="5492" y="1216"/>
                </a:lnTo>
                <a:moveTo>
                  <a:pt x="5519" y="1310"/>
                </a:moveTo>
                <a:lnTo>
                  <a:pt x="5522" y="1320"/>
                </a:lnTo>
                <a:lnTo>
                  <a:pt x="5529" y="1332"/>
                </a:lnTo>
                <a:lnTo>
                  <a:pt x="5541" y="1354"/>
                </a:lnTo>
                <a:moveTo>
                  <a:pt x="4589" y="3166"/>
                </a:moveTo>
                <a:lnTo>
                  <a:pt x="4586" y="3184"/>
                </a:lnTo>
                <a:moveTo>
                  <a:pt x="4591" y="3147"/>
                </a:moveTo>
                <a:lnTo>
                  <a:pt x="4589" y="3166"/>
                </a:lnTo>
                <a:moveTo>
                  <a:pt x="4059" y="1690"/>
                </a:moveTo>
                <a:lnTo>
                  <a:pt x="4076" y="1695"/>
                </a:lnTo>
                <a:moveTo>
                  <a:pt x="4099" y="1703"/>
                </a:moveTo>
                <a:lnTo>
                  <a:pt x="4088" y="1699"/>
                </a:lnTo>
                <a:lnTo>
                  <a:pt x="4076" y="1695"/>
                </a:lnTo>
                <a:moveTo>
                  <a:pt x="3882" y="1623"/>
                </a:moveTo>
                <a:lnTo>
                  <a:pt x="3878" y="1621"/>
                </a:lnTo>
                <a:moveTo>
                  <a:pt x="3863" y="1614"/>
                </a:moveTo>
                <a:lnTo>
                  <a:pt x="3878" y="1621"/>
                </a:lnTo>
                <a:moveTo>
                  <a:pt x="1860" y="2302"/>
                </a:moveTo>
                <a:lnTo>
                  <a:pt x="1834" y="2309"/>
                </a:lnTo>
                <a:lnTo>
                  <a:pt x="1833" y="2309"/>
                </a:lnTo>
                <a:lnTo>
                  <a:pt x="1832" y="2309"/>
                </a:lnTo>
                <a:lnTo>
                  <a:pt x="1832" y="2308"/>
                </a:lnTo>
                <a:lnTo>
                  <a:pt x="1816" y="2265"/>
                </a:lnTo>
                <a:lnTo>
                  <a:pt x="1815" y="2263"/>
                </a:lnTo>
                <a:lnTo>
                  <a:pt x="1815" y="2263"/>
                </a:lnTo>
                <a:moveTo>
                  <a:pt x="2860" y="2774"/>
                </a:moveTo>
                <a:lnTo>
                  <a:pt x="2864" y="2780"/>
                </a:lnTo>
                <a:moveTo>
                  <a:pt x="2860" y="2774"/>
                </a:moveTo>
                <a:lnTo>
                  <a:pt x="2857" y="2797"/>
                </a:lnTo>
                <a:moveTo>
                  <a:pt x="2861" y="2794"/>
                </a:moveTo>
                <a:lnTo>
                  <a:pt x="2857" y="2797"/>
                </a:lnTo>
                <a:moveTo>
                  <a:pt x="2861" y="2794"/>
                </a:moveTo>
                <a:lnTo>
                  <a:pt x="2864" y="2780"/>
                </a:lnTo>
                <a:moveTo>
                  <a:pt x="1462" y="717"/>
                </a:moveTo>
                <a:lnTo>
                  <a:pt x="1467" y="717"/>
                </a:lnTo>
                <a:lnTo>
                  <a:pt x="1482" y="717"/>
                </a:lnTo>
                <a:lnTo>
                  <a:pt x="1493" y="715"/>
                </a:lnTo>
                <a:moveTo>
                  <a:pt x="1290" y="1293"/>
                </a:moveTo>
                <a:lnTo>
                  <a:pt x="1304" y="1290"/>
                </a:lnTo>
                <a:lnTo>
                  <a:pt x="1318" y="1286"/>
                </a:lnTo>
                <a:moveTo>
                  <a:pt x="1268" y="1300"/>
                </a:moveTo>
                <a:lnTo>
                  <a:pt x="1290" y="1293"/>
                </a:lnTo>
                <a:moveTo>
                  <a:pt x="1268" y="1300"/>
                </a:moveTo>
                <a:lnTo>
                  <a:pt x="1263" y="1302"/>
                </a:lnTo>
                <a:moveTo>
                  <a:pt x="1080" y="1363"/>
                </a:moveTo>
                <a:lnTo>
                  <a:pt x="1106" y="1355"/>
                </a:lnTo>
                <a:moveTo>
                  <a:pt x="1248" y="1559"/>
                </a:moveTo>
                <a:lnTo>
                  <a:pt x="1242" y="1562"/>
                </a:lnTo>
                <a:lnTo>
                  <a:pt x="1231" y="1568"/>
                </a:lnTo>
                <a:lnTo>
                  <a:pt x="1200" y="1593"/>
                </a:lnTo>
                <a:moveTo>
                  <a:pt x="1513" y="2416"/>
                </a:moveTo>
                <a:lnTo>
                  <a:pt x="1448" y="2425"/>
                </a:lnTo>
                <a:lnTo>
                  <a:pt x="1447" y="2425"/>
                </a:lnTo>
                <a:lnTo>
                  <a:pt x="1446" y="2425"/>
                </a:lnTo>
                <a:lnTo>
                  <a:pt x="1445" y="2424"/>
                </a:lnTo>
                <a:lnTo>
                  <a:pt x="1444" y="2424"/>
                </a:lnTo>
                <a:lnTo>
                  <a:pt x="1443" y="2423"/>
                </a:lnTo>
                <a:lnTo>
                  <a:pt x="1441" y="2420"/>
                </a:lnTo>
                <a:lnTo>
                  <a:pt x="1438" y="2417"/>
                </a:lnTo>
                <a:moveTo>
                  <a:pt x="1513" y="2416"/>
                </a:moveTo>
                <a:lnTo>
                  <a:pt x="1515" y="2416"/>
                </a:lnTo>
                <a:lnTo>
                  <a:pt x="1530" y="2414"/>
                </a:lnTo>
                <a:moveTo>
                  <a:pt x="1357" y="1715"/>
                </a:moveTo>
                <a:lnTo>
                  <a:pt x="1346" y="1720"/>
                </a:lnTo>
                <a:lnTo>
                  <a:pt x="1342" y="1722"/>
                </a:lnTo>
                <a:lnTo>
                  <a:pt x="1335" y="1725"/>
                </a:lnTo>
                <a:moveTo>
                  <a:pt x="3300" y="3160"/>
                </a:moveTo>
                <a:lnTo>
                  <a:pt x="3302" y="3150"/>
                </a:lnTo>
                <a:moveTo>
                  <a:pt x="249" y="2515"/>
                </a:moveTo>
                <a:lnTo>
                  <a:pt x="255" y="2518"/>
                </a:lnTo>
                <a:lnTo>
                  <a:pt x="260" y="2520"/>
                </a:lnTo>
                <a:lnTo>
                  <a:pt x="274" y="2527"/>
                </a:lnTo>
                <a:lnTo>
                  <a:pt x="332" y="2555"/>
                </a:lnTo>
                <a:lnTo>
                  <a:pt x="352" y="2564"/>
                </a:lnTo>
                <a:moveTo>
                  <a:pt x="3405" y="759"/>
                </a:moveTo>
                <a:lnTo>
                  <a:pt x="3355" y="776"/>
                </a:lnTo>
                <a:lnTo>
                  <a:pt x="3337" y="783"/>
                </a:lnTo>
                <a:lnTo>
                  <a:pt x="3313" y="791"/>
                </a:lnTo>
                <a:moveTo>
                  <a:pt x="1701" y="2765"/>
                </a:moveTo>
                <a:lnTo>
                  <a:pt x="1669" y="2767"/>
                </a:lnTo>
                <a:moveTo>
                  <a:pt x="810" y="1915"/>
                </a:moveTo>
                <a:lnTo>
                  <a:pt x="809" y="1892"/>
                </a:lnTo>
                <a:lnTo>
                  <a:pt x="809" y="1888"/>
                </a:lnTo>
                <a:moveTo>
                  <a:pt x="815" y="1920"/>
                </a:moveTo>
                <a:lnTo>
                  <a:pt x="817" y="1932"/>
                </a:lnTo>
                <a:lnTo>
                  <a:pt x="817" y="1935"/>
                </a:lnTo>
                <a:lnTo>
                  <a:pt x="820" y="1944"/>
                </a:lnTo>
                <a:lnTo>
                  <a:pt x="821" y="1947"/>
                </a:lnTo>
                <a:lnTo>
                  <a:pt x="822" y="1950"/>
                </a:lnTo>
                <a:lnTo>
                  <a:pt x="830" y="1960"/>
                </a:lnTo>
                <a:lnTo>
                  <a:pt x="843" y="1968"/>
                </a:lnTo>
                <a:moveTo>
                  <a:pt x="815" y="1920"/>
                </a:moveTo>
                <a:lnTo>
                  <a:pt x="813" y="1918"/>
                </a:lnTo>
                <a:lnTo>
                  <a:pt x="810" y="1915"/>
                </a:lnTo>
                <a:moveTo>
                  <a:pt x="1635" y="2026"/>
                </a:moveTo>
                <a:lnTo>
                  <a:pt x="1644" y="2022"/>
                </a:lnTo>
                <a:lnTo>
                  <a:pt x="1679" y="2009"/>
                </a:lnTo>
                <a:lnTo>
                  <a:pt x="1689" y="2004"/>
                </a:lnTo>
                <a:lnTo>
                  <a:pt x="1691" y="2002"/>
                </a:lnTo>
                <a:moveTo>
                  <a:pt x="1633" y="2289"/>
                </a:moveTo>
                <a:lnTo>
                  <a:pt x="1641" y="2286"/>
                </a:lnTo>
                <a:moveTo>
                  <a:pt x="2948" y="2784"/>
                </a:moveTo>
                <a:lnTo>
                  <a:pt x="2953" y="2780"/>
                </a:lnTo>
                <a:moveTo>
                  <a:pt x="5427" y="399"/>
                </a:moveTo>
                <a:lnTo>
                  <a:pt x="5417" y="403"/>
                </a:lnTo>
                <a:lnTo>
                  <a:pt x="5351" y="429"/>
                </a:lnTo>
                <a:moveTo>
                  <a:pt x="52" y="1826"/>
                </a:moveTo>
                <a:lnTo>
                  <a:pt x="52" y="1837"/>
                </a:lnTo>
                <a:moveTo>
                  <a:pt x="52" y="1816"/>
                </a:moveTo>
                <a:lnTo>
                  <a:pt x="52" y="1826"/>
                </a:lnTo>
                <a:moveTo>
                  <a:pt x="52" y="1805"/>
                </a:moveTo>
                <a:lnTo>
                  <a:pt x="52" y="1816"/>
                </a:lnTo>
                <a:moveTo>
                  <a:pt x="2144" y="2266"/>
                </a:moveTo>
                <a:lnTo>
                  <a:pt x="2144" y="2282"/>
                </a:lnTo>
                <a:moveTo>
                  <a:pt x="2133" y="2002"/>
                </a:moveTo>
                <a:lnTo>
                  <a:pt x="2134" y="2008"/>
                </a:lnTo>
                <a:moveTo>
                  <a:pt x="1674" y="1005"/>
                </a:moveTo>
                <a:lnTo>
                  <a:pt x="1668" y="943"/>
                </a:lnTo>
                <a:lnTo>
                  <a:pt x="1668" y="940"/>
                </a:lnTo>
                <a:lnTo>
                  <a:pt x="1666" y="925"/>
                </a:lnTo>
                <a:lnTo>
                  <a:pt x="1665" y="912"/>
                </a:lnTo>
                <a:moveTo>
                  <a:pt x="2153" y="2482"/>
                </a:moveTo>
                <a:lnTo>
                  <a:pt x="2153" y="2471"/>
                </a:lnTo>
                <a:moveTo>
                  <a:pt x="2153" y="2482"/>
                </a:moveTo>
                <a:lnTo>
                  <a:pt x="2154" y="2498"/>
                </a:lnTo>
                <a:lnTo>
                  <a:pt x="2154" y="2506"/>
                </a:lnTo>
                <a:moveTo>
                  <a:pt x="2288" y="2068"/>
                </a:moveTo>
                <a:lnTo>
                  <a:pt x="2288" y="2068"/>
                </a:lnTo>
                <a:lnTo>
                  <a:pt x="2226" y="2081"/>
                </a:lnTo>
                <a:moveTo>
                  <a:pt x="2139" y="2135"/>
                </a:moveTo>
                <a:lnTo>
                  <a:pt x="2138" y="2123"/>
                </a:lnTo>
                <a:moveTo>
                  <a:pt x="2139" y="2135"/>
                </a:moveTo>
                <a:lnTo>
                  <a:pt x="2140" y="2157"/>
                </a:lnTo>
                <a:moveTo>
                  <a:pt x="2164" y="2684"/>
                </a:moveTo>
                <a:lnTo>
                  <a:pt x="2160" y="2684"/>
                </a:lnTo>
                <a:moveTo>
                  <a:pt x="2160" y="2684"/>
                </a:moveTo>
                <a:lnTo>
                  <a:pt x="2159" y="2673"/>
                </a:lnTo>
                <a:lnTo>
                  <a:pt x="2158" y="2656"/>
                </a:lnTo>
                <a:lnTo>
                  <a:pt x="2158" y="2646"/>
                </a:lnTo>
                <a:moveTo>
                  <a:pt x="3302" y="2777"/>
                </a:moveTo>
                <a:lnTo>
                  <a:pt x="3313" y="2779"/>
                </a:lnTo>
                <a:lnTo>
                  <a:pt x="3331" y="2779"/>
                </a:lnTo>
                <a:moveTo>
                  <a:pt x="3383" y="2478"/>
                </a:moveTo>
                <a:lnTo>
                  <a:pt x="3391" y="2449"/>
                </a:lnTo>
                <a:moveTo>
                  <a:pt x="2226" y="2081"/>
                </a:moveTo>
                <a:lnTo>
                  <a:pt x="2198" y="2084"/>
                </a:lnTo>
                <a:lnTo>
                  <a:pt x="2167" y="2088"/>
                </a:lnTo>
                <a:lnTo>
                  <a:pt x="2140" y="2090"/>
                </a:lnTo>
                <a:moveTo>
                  <a:pt x="2128" y="1772"/>
                </a:moveTo>
                <a:lnTo>
                  <a:pt x="2128" y="1768"/>
                </a:lnTo>
                <a:moveTo>
                  <a:pt x="2128" y="1772"/>
                </a:moveTo>
                <a:lnTo>
                  <a:pt x="2129" y="1809"/>
                </a:lnTo>
                <a:moveTo>
                  <a:pt x="2132" y="1887"/>
                </a:moveTo>
                <a:lnTo>
                  <a:pt x="2130" y="1846"/>
                </a:lnTo>
                <a:moveTo>
                  <a:pt x="2125" y="1723"/>
                </a:moveTo>
                <a:lnTo>
                  <a:pt x="2127" y="1740"/>
                </a:lnTo>
                <a:moveTo>
                  <a:pt x="2329" y="1713"/>
                </a:moveTo>
                <a:lnTo>
                  <a:pt x="2331" y="1738"/>
                </a:lnTo>
                <a:lnTo>
                  <a:pt x="2332" y="1757"/>
                </a:lnTo>
                <a:lnTo>
                  <a:pt x="2333" y="1760"/>
                </a:lnTo>
                <a:lnTo>
                  <a:pt x="2334" y="1769"/>
                </a:lnTo>
                <a:lnTo>
                  <a:pt x="2335" y="1780"/>
                </a:lnTo>
                <a:lnTo>
                  <a:pt x="2339" y="1801"/>
                </a:lnTo>
                <a:moveTo>
                  <a:pt x="2327" y="1675"/>
                </a:moveTo>
                <a:lnTo>
                  <a:pt x="2328" y="1648"/>
                </a:lnTo>
                <a:moveTo>
                  <a:pt x="1570" y="1691"/>
                </a:moveTo>
                <a:lnTo>
                  <a:pt x="1571" y="1698"/>
                </a:lnTo>
                <a:lnTo>
                  <a:pt x="1559" y="1709"/>
                </a:lnTo>
                <a:moveTo>
                  <a:pt x="1570" y="1691"/>
                </a:moveTo>
                <a:lnTo>
                  <a:pt x="1561" y="1693"/>
                </a:lnTo>
                <a:lnTo>
                  <a:pt x="1554" y="1701"/>
                </a:lnTo>
                <a:lnTo>
                  <a:pt x="1551" y="1703"/>
                </a:lnTo>
                <a:lnTo>
                  <a:pt x="1549" y="1706"/>
                </a:lnTo>
                <a:lnTo>
                  <a:pt x="1547" y="1708"/>
                </a:lnTo>
                <a:lnTo>
                  <a:pt x="1540" y="1715"/>
                </a:lnTo>
                <a:lnTo>
                  <a:pt x="1539" y="1718"/>
                </a:lnTo>
                <a:moveTo>
                  <a:pt x="1570" y="1691"/>
                </a:moveTo>
                <a:lnTo>
                  <a:pt x="1571" y="1690"/>
                </a:lnTo>
                <a:lnTo>
                  <a:pt x="1594" y="1665"/>
                </a:lnTo>
                <a:lnTo>
                  <a:pt x="1604" y="1655"/>
                </a:lnTo>
                <a:moveTo>
                  <a:pt x="1614" y="1643"/>
                </a:moveTo>
                <a:lnTo>
                  <a:pt x="1609" y="1650"/>
                </a:lnTo>
                <a:lnTo>
                  <a:pt x="1604" y="1655"/>
                </a:lnTo>
                <a:moveTo>
                  <a:pt x="1653" y="1740"/>
                </a:moveTo>
                <a:lnTo>
                  <a:pt x="1723" y="1745"/>
                </a:lnTo>
                <a:moveTo>
                  <a:pt x="1653" y="1740"/>
                </a:moveTo>
                <a:lnTo>
                  <a:pt x="1575" y="1734"/>
                </a:lnTo>
                <a:moveTo>
                  <a:pt x="3010" y="1840"/>
                </a:moveTo>
                <a:lnTo>
                  <a:pt x="3012" y="1840"/>
                </a:lnTo>
                <a:lnTo>
                  <a:pt x="3019" y="1841"/>
                </a:lnTo>
                <a:lnTo>
                  <a:pt x="3075" y="1845"/>
                </a:lnTo>
                <a:lnTo>
                  <a:pt x="3081" y="1846"/>
                </a:lnTo>
                <a:moveTo>
                  <a:pt x="3196" y="1858"/>
                </a:moveTo>
                <a:lnTo>
                  <a:pt x="3145" y="1852"/>
                </a:lnTo>
                <a:lnTo>
                  <a:pt x="3119" y="1850"/>
                </a:lnTo>
                <a:lnTo>
                  <a:pt x="3081" y="1846"/>
                </a:lnTo>
                <a:moveTo>
                  <a:pt x="3166" y="2036"/>
                </a:moveTo>
                <a:lnTo>
                  <a:pt x="3180" y="2047"/>
                </a:lnTo>
                <a:lnTo>
                  <a:pt x="3195" y="2058"/>
                </a:lnTo>
                <a:lnTo>
                  <a:pt x="3241" y="2092"/>
                </a:lnTo>
                <a:lnTo>
                  <a:pt x="3262" y="2107"/>
                </a:lnTo>
                <a:lnTo>
                  <a:pt x="3292" y="2128"/>
                </a:lnTo>
                <a:lnTo>
                  <a:pt x="3304" y="2137"/>
                </a:lnTo>
                <a:lnTo>
                  <a:pt x="3314" y="2142"/>
                </a:lnTo>
                <a:lnTo>
                  <a:pt x="3319" y="2147"/>
                </a:lnTo>
                <a:lnTo>
                  <a:pt x="3340" y="2162"/>
                </a:lnTo>
                <a:lnTo>
                  <a:pt x="3358" y="2175"/>
                </a:lnTo>
                <a:moveTo>
                  <a:pt x="3166" y="2036"/>
                </a:moveTo>
                <a:lnTo>
                  <a:pt x="3137" y="2015"/>
                </a:lnTo>
                <a:lnTo>
                  <a:pt x="3112" y="1996"/>
                </a:lnTo>
                <a:lnTo>
                  <a:pt x="3108" y="1993"/>
                </a:lnTo>
                <a:moveTo>
                  <a:pt x="3079" y="1972"/>
                </a:moveTo>
                <a:lnTo>
                  <a:pt x="3105" y="1991"/>
                </a:lnTo>
                <a:lnTo>
                  <a:pt x="3108" y="1993"/>
                </a:lnTo>
                <a:moveTo>
                  <a:pt x="6424" y="3031"/>
                </a:moveTo>
                <a:lnTo>
                  <a:pt x="6429" y="3019"/>
                </a:lnTo>
                <a:lnTo>
                  <a:pt x="6431" y="3012"/>
                </a:lnTo>
                <a:lnTo>
                  <a:pt x="6433" y="3007"/>
                </a:lnTo>
                <a:lnTo>
                  <a:pt x="6442" y="2977"/>
                </a:lnTo>
                <a:lnTo>
                  <a:pt x="6446" y="2967"/>
                </a:lnTo>
                <a:lnTo>
                  <a:pt x="6447" y="2962"/>
                </a:lnTo>
                <a:lnTo>
                  <a:pt x="6447" y="2959"/>
                </a:lnTo>
                <a:moveTo>
                  <a:pt x="6330" y="2871"/>
                </a:moveTo>
                <a:lnTo>
                  <a:pt x="6345" y="2891"/>
                </a:lnTo>
                <a:lnTo>
                  <a:pt x="6357" y="2906"/>
                </a:lnTo>
                <a:lnTo>
                  <a:pt x="6363" y="2914"/>
                </a:lnTo>
                <a:lnTo>
                  <a:pt x="6372" y="2923"/>
                </a:lnTo>
                <a:lnTo>
                  <a:pt x="6378" y="2926"/>
                </a:lnTo>
                <a:lnTo>
                  <a:pt x="6385" y="2930"/>
                </a:lnTo>
                <a:lnTo>
                  <a:pt x="6415" y="2944"/>
                </a:lnTo>
                <a:lnTo>
                  <a:pt x="6433" y="2952"/>
                </a:lnTo>
                <a:lnTo>
                  <a:pt x="6447" y="2959"/>
                </a:lnTo>
                <a:moveTo>
                  <a:pt x="6399" y="3130"/>
                </a:moveTo>
                <a:lnTo>
                  <a:pt x="6402" y="3113"/>
                </a:lnTo>
                <a:lnTo>
                  <a:pt x="6402" y="3111"/>
                </a:lnTo>
                <a:moveTo>
                  <a:pt x="6424" y="3033"/>
                </a:moveTo>
                <a:lnTo>
                  <a:pt x="6420" y="3041"/>
                </a:lnTo>
                <a:lnTo>
                  <a:pt x="6418" y="3048"/>
                </a:lnTo>
                <a:lnTo>
                  <a:pt x="6417" y="3053"/>
                </a:lnTo>
                <a:lnTo>
                  <a:pt x="6415" y="3062"/>
                </a:lnTo>
                <a:lnTo>
                  <a:pt x="6413" y="3074"/>
                </a:lnTo>
                <a:lnTo>
                  <a:pt x="6411" y="3082"/>
                </a:lnTo>
                <a:lnTo>
                  <a:pt x="6407" y="3096"/>
                </a:lnTo>
                <a:lnTo>
                  <a:pt x="6404" y="3104"/>
                </a:lnTo>
                <a:lnTo>
                  <a:pt x="6402" y="3107"/>
                </a:lnTo>
                <a:lnTo>
                  <a:pt x="6402" y="3111"/>
                </a:lnTo>
                <a:moveTo>
                  <a:pt x="3025" y="1093"/>
                </a:moveTo>
                <a:lnTo>
                  <a:pt x="3031" y="1113"/>
                </a:lnTo>
                <a:moveTo>
                  <a:pt x="3052" y="1179"/>
                </a:moveTo>
                <a:lnTo>
                  <a:pt x="3044" y="1154"/>
                </a:lnTo>
                <a:moveTo>
                  <a:pt x="3077" y="1265"/>
                </a:moveTo>
                <a:lnTo>
                  <a:pt x="3075" y="1258"/>
                </a:lnTo>
                <a:lnTo>
                  <a:pt x="3071" y="1240"/>
                </a:lnTo>
                <a:moveTo>
                  <a:pt x="3080" y="1294"/>
                </a:moveTo>
                <a:lnTo>
                  <a:pt x="3080" y="1288"/>
                </a:lnTo>
                <a:lnTo>
                  <a:pt x="3077" y="1265"/>
                </a:lnTo>
                <a:moveTo>
                  <a:pt x="3405" y="753"/>
                </a:moveTo>
                <a:lnTo>
                  <a:pt x="3410" y="752"/>
                </a:lnTo>
                <a:lnTo>
                  <a:pt x="3424" y="747"/>
                </a:lnTo>
                <a:lnTo>
                  <a:pt x="3453" y="740"/>
                </a:lnTo>
                <a:lnTo>
                  <a:pt x="3471" y="737"/>
                </a:lnTo>
                <a:lnTo>
                  <a:pt x="3493" y="733"/>
                </a:lnTo>
                <a:lnTo>
                  <a:pt x="3507" y="732"/>
                </a:lnTo>
                <a:lnTo>
                  <a:pt x="3521" y="730"/>
                </a:lnTo>
                <a:moveTo>
                  <a:pt x="3405" y="753"/>
                </a:moveTo>
                <a:lnTo>
                  <a:pt x="3352" y="772"/>
                </a:lnTo>
                <a:lnTo>
                  <a:pt x="3352" y="772"/>
                </a:lnTo>
                <a:lnTo>
                  <a:pt x="3351" y="772"/>
                </a:lnTo>
                <a:lnTo>
                  <a:pt x="3349" y="772"/>
                </a:lnTo>
                <a:lnTo>
                  <a:pt x="3336" y="777"/>
                </a:lnTo>
                <a:lnTo>
                  <a:pt x="3334" y="777"/>
                </a:lnTo>
                <a:lnTo>
                  <a:pt x="3311" y="785"/>
                </a:lnTo>
                <a:moveTo>
                  <a:pt x="3249" y="806"/>
                </a:moveTo>
                <a:lnTo>
                  <a:pt x="3266" y="801"/>
                </a:lnTo>
                <a:lnTo>
                  <a:pt x="3283" y="795"/>
                </a:lnTo>
                <a:lnTo>
                  <a:pt x="3297" y="790"/>
                </a:lnTo>
                <a:lnTo>
                  <a:pt x="3311" y="785"/>
                </a:lnTo>
                <a:moveTo>
                  <a:pt x="3249" y="806"/>
                </a:moveTo>
                <a:lnTo>
                  <a:pt x="3246" y="808"/>
                </a:lnTo>
                <a:lnTo>
                  <a:pt x="3243" y="809"/>
                </a:lnTo>
                <a:lnTo>
                  <a:pt x="3240" y="810"/>
                </a:lnTo>
                <a:lnTo>
                  <a:pt x="3228" y="814"/>
                </a:lnTo>
                <a:lnTo>
                  <a:pt x="3221" y="816"/>
                </a:lnTo>
                <a:moveTo>
                  <a:pt x="2996" y="1878"/>
                </a:moveTo>
                <a:lnTo>
                  <a:pt x="2989" y="1893"/>
                </a:lnTo>
                <a:lnTo>
                  <a:pt x="2989" y="1909"/>
                </a:lnTo>
                <a:lnTo>
                  <a:pt x="2988" y="1923"/>
                </a:lnTo>
                <a:lnTo>
                  <a:pt x="2983" y="1955"/>
                </a:lnTo>
                <a:moveTo>
                  <a:pt x="2926" y="1688"/>
                </a:moveTo>
                <a:lnTo>
                  <a:pt x="2922" y="1715"/>
                </a:lnTo>
                <a:moveTo>
                  <a:pt x="2918" y="1741"/>
                </a:moveTo>
                <a:lnTo>
                  <a:pt x="2922" y="1715"/>
                </a:lnTo>
                <a:moveTo>
                  <a:pt x="2910" y="1071"/>
                </a:moveTo>
                <a:lnTo>
                  <a:pt x="2914" y="1085"/>
                </a:lnTo>
                <a:moveTo>
                  <a:pt x="2905" y="1056"/>
                </a:moveTo>
                <a:lnTo>
                  <a:pt x="2898" y="1030"/>
                </a:lnTo>
                <a:moveTo>
                  <a:pt x="2899" y="942"/>
                </a:moveTo>
                <a:lnTo>
                  <a:pt x="2897" y="1007"/>
                </a:lnTo>
                <a:lnTo>
                  <a:pt x="2897" y="1026"/>
                </a:lnTo>
                <a:lnTo>
                  <a:pt x="2898" y="1030"/>
                </a:lnTo>
                <a:moveTo>
                  <a:pt x="2910" y="1071"/>
                </a:moveTo>
                <a:lnTo>
                  <a:pt x="2905" y="1056"/>
                </a:lnTo>
                <a:moveTo>
                  <a:pt x="3792" y="1323"/>
                </a:moveTo>
                <a:lnTo>
                  <a:pt x="3718" y="1256"/>
                </a:lnTo>
                <a:lnTo>
                  <a:pt x="3713" y="1253"/>
                </a:lnTo>
                <a:moveTo>
                  <a:pt x="2379" y="1284"/>
                </a:moveTo>
                <a:lnTo>
                  <a:pt x="2358" y="1298"/>
                </a:lnTo>
                <a:moveTo>
                  <a:pt x="2251" y="1362"/>
                </a:moveTo>
                <a:lnTo>
                  <a:pt x="2279" y="1347"/>
                </a:lnTo>
                <a:moveTo>
                  <a:pt x="2307" y="1328"/>
                </a:moveTo>
                <a:lnTo>
                  <a:pt x="2291" y="1339"/>
                </a:lnTo>
                <a:moveTo>
                  <a:pt x="2172" y="1216"/>
                </a:moveTo>
                <a:lnTo>
                  <a:pt x="2198" y="1201"/>
                </a:lnTo>
                <a:moveTo>
                  <a:pt x="2206" y="1394"/>
                </a:moveTo>
                <a:lnTo>
                  <a:pt x="2216" y="1387"/>
                </a:lnTo>
                <a:moveTo>
                  <a:pt x="2716" y="983"/>
                </a:moveTo>
                <a:lnTo>
                  <a:pt x="2732" y="1013"/>
                </a:lnTo>
                <a:moveTo>
                  <a:pt x="2738" y="1032"/>
                </a:moveTo>
                <a:lnTo>
                  <a:pt x="2738" y="1038"/>
                </a:lnTo>
                <a:moveTo>
                  <a:pt x="2738" y="1032"/>
                </a:moveTo>
                <a:lnTo>
                  <a:pt x="2736" y="1026"/>
                </a:lnTo>
                <a:lnTo>
                  <a:pt x="2734" y="1016"/>
                </a:lnTo>
                <a:lnTo>
                  <a:pt x="2732" y="1013"/>
                </a:lnTo>
                <a:moveTo>
                  <a:pt x="1443" y="997"/>
                </a:moveTo>
                <a:lnTo>
                  <a:pt x="1454" y="1033"/>
                </a:lnTo>
                <a:moveTo>
                  <a:pt x="1580" y="1219"/>
                </a:moveTo>
                <a:lnTo>
                  <a:pt x="1573" y="1210"/>
                </a:lnTo>
                <a:lnTo>
                  <a:pt x="1562" y="1200"/>
                </a:lnTo>
                <a:lnTo>
                  <a:pt x="1552" y="1194"/>
                </a:lnTo>
                <a:lnTo>
                  <a:pt x="1542" y="1190"/>
                </a:lnTo>
                <a:lnTo>
                  <a:pt x="1535" y="1189"/>
                </a:lnTo>
                <a:lnTo>
                  <a:pt x="1530" y="1190"/>
                </a:lnTo>
                <a:moveTo>
                  <a:pt x="1506" y="1246"/>
                </a:moveTo>
                <a:lnTo>
                  <a:pt x="1506" y="1243"/>
                </a:lnTo>
                <a:lnTo>
                  <a:pt x="1510" y="1230"/>
                </a:lnTo>
                <a:lnTo>
                  <a:pt x="1511" y="1224"/>
                </a:lnTo>
                <a:moveTo>
                  <a:pt x="1703" y="1265"/>
                </a:moveTo>
                <a:lnTo>
                  <a:pt x="1706" y="1285"/>
                </a:lnTo>
                <a:moveTo>
                  <a:pt x="1065" y="1539"/>
                </a:moveTo>
                <a:lnTo>
                  <a:pt x="1060" y="1536"/>
                </a:lnTo>
                <a:lnTo>
                  <a:pt x="1046" y="1522"/>
                </a:lnTo>
                <a:moveTo>
                  <a:pt x="2531" y="358"/>
                </a:moveTo>
                <a:lnTo>
                  <a:pt x="2519" y="365"/>
                </a:lnTo>
                <a:lnTo>
                  <a:pt x="2507" y="374"/>
                </a:lnTo>
                <a:lnTo>
                  <a:pt x="2486" y="391"/>
                </a:lnTo>
                <a:lnTo>
                  <a:pt x="2476" y="397"/>
                </a:lnTo>
                <a:moveTo>
                  <a:pt x="5667" y="2058"/>
                </a:moveTo>
                <a:lnTo>
                  <a:pt x="5678" y="2041"/>
                </a:lnTo>
                <a:moveTo>
                  <a:pt x="5667" y="2058"/>
                </a:moveTo>
                <a:lnTo>
                  <a:pt x="5664" y="2063"/>
                </a:lnTo>
                <a:lnTo>
                  <a:pt x="5663" y="2068"/>
                </a:lnTo>
                <a:moveTo>
                  <a:pt x="5645" y="2165"/>
                </a:moveTo>
                <a:lnTo>
                  <a:pt x="5644" y="2158"/>
                </a:lnTo>
                <a:moveTo>
                  <a:pt x="5651" y="2090"/>
                </a:moveTo>
                <a:lnTo>
                  <a:pt x="5644" y="2105"/>
                </a:lnTo>
                <a:lnTo>
                  <a:pt x="5642" y="2110"/>
                </a:lnTo>
                <a:lnTo>
                  <a:pt x="5642" y="2118"/>
                </a:lnTo>
                <a:lnTo>
                  <a:pt x="5644" y="2158"/>
                </a:lnTo>
                <a:moveTo>
                  <a:pt x="5736" y="2179"/>
                </a:moveTo>
                <a:lnTo>
                  <a:pt x="5727" y="2177"/>
                </a:lnTo>
                <a:lnTo>
                  <a:pt x="5706" y="2174"/>
                </a:lnTo>
                <a:lnTo>
                  <a:pt x="5695" y="2172"/>
                </a:lnTo>
                <a:lnTo>
                  <a:pt x="5645" y="2165"/>
                </a:lnTo>
                <a:moveTo>
                  <a:pt x="5813" y="2193"/>
                </a:moveTo>
                <a:lnTo>
                  <a:pt x="5858" y="2203"/>
                </a:lnTo>
                <a:lnTo>
                  <a:pt x="5865" y="2205"/>
                </a:lnTo>
                <a:lnTo>
                  <a:pt x="5870" y="2207"/>
                </a:lnTo>
                <a:lnTo>
                  <a:pt x="5878" y="2211"/>
                </a:lnTo>
                <a:lnTo>
                  <a:pt x="5885" y="2216"/>
                </a:lnTo>
                <a:lnTo>
                  <a:pt x="5895" y="2222"/>
                </a:lnTo>
                <a:lnTo>
                  <a:pt x="5899" y="2225"/>
                </a:lnTo>
                <a:lnTo>
                  <a:pt x="5904" y="2227"/>
                </a:lnTo>
                <a:lnTo>
                  <a:pt x="5909" y="2229"/>
                </a:lnTo>
                <a:moveTo>
                  <a:pt x="5960" y="2240"/>
                </a:moveTo>
                <a:lnTo>
                  <a:pt x="5929" y="2234"/>
                </a:lnTo>
                <a:lnTo>
                  <a:pt x="5909" y="2229"/>
                </a:lnTo>
                <a:moveTo>
                  <a:pt x="5995" y="2251"/>
                </a:moveTo>
                <a:lnTo>
                  <a:pt x="5995" y="2250"/>
                </a:lnTo>
                <a:lnTo>
                  <a:pt x="5994" y="2248"/>
                </a:lnTo>
                <a:lnTo>
                  <a:pt x="5993" y="2247"/>
                </a:lnTo>
                <a:lnTo>
                  <a:pt x="5991" y="2246"/>
                </a:lnTo>
                <a:lnTo>
                  <a:pt x="5988" y="2245"/>
                </a:lnTo>
                <a:lnTo>
                  <a:pt x="5986" y="2244"/>
                </a:lnTo>
                <a:lnTo>
                  <a:pt x="5960" y="2240"/>
                </a:lnTo>
                <a:moveTo>
                  <a:pt x="5989" y="2264"/>
                </a:moveTo>
                <a:lnTo>
                  <a:pt x="5993" y="2254"/>
                </a:lnTo>
                <a:lnTo>
                  <a:pt x="5994" y="2253"/>
                </a:lnTo>
                <a:lnTo>
                  <a:pt x="5995" y="2251"/>
                </a:lnTo>
                <a:moveTo>
                  <a:pt x="5977" y="2348"/>
                </a:moveTo>
                <a:lnTo>
                  <a:pt x="5977" y="2346"/>
                </a:lnTo>
                <a:moveTo>
                  <a:pt x="5977" y="2330"/>
                </a:moveTo>
                <a:lnTo>
                  <a:pt x="5977" y="2346"/>
                </a:lnTo>
                <a:moveTo>
                  <a:pt x="5027" y="552"/>
                </a:moveTo>
                <a:lnTo>
                  <a:pt x="5044" y="547"/>
                </a:lnTo>
                <a:lnTo>
                  <a:pt x="5089" y="532"/>
                </a:lnTo>
                <a:lnTo>
                  <a:pt x="5100" y="528"/>
                </a:lnTo>
                <a:lnTo>
                  <a:pt x="5120" y="521"/>
                </a:lnTo>
                <a:lnTo>
                  <a:pt x="5128" y="517"/>
                </a:lnTo>
                <a:lnTo>
                  <a:pt x="5132" y="516"/>
                </a:lnTo>
                <a:moveTo>
                  <a:pt x="5027" y="552"/>
                </a:moveTo>
                <a:lnTo>
                  <a:pt x="5018" y="555"/>
                </a:lnTo>
                <a:lnTo>
                  <a:pt x="5006" y="559"/>
                </a:lnTo>
                <a:lnTo>
                  <a:pt x="4979" y="567"/>
                </a:lnTo>
                <a:moveTo>
                  <a:pt x="4979" y="567"/>
                </a:moveTo>
                <a:lnTo>
                  <a:pt x="4940" y="577"/>
                </a:lnTo>
                <a:lnTo>
                  <a:pt x="4932" y="579"/>
                </a:lnTo>
                <a:lnTo>
                  <a:pt x="4922" y="581"/>
                </a:lnTo>
                <a:lnTo>
                  <a:pt x="4914" y="583"/>
                </a:lnTo>
                <a:moveTo>
                  <a:pt x="4744" y="617"/>
                </a:moveTo>
                <a:lnTo>
                  <a:pt x="4766" y="615"/>
                </a:lnTo>
                <a:moveTo>
                  <a:pt x="1790" y="638"/>
                </a:moveTo>
                <a:lnTo>
                  <a:pt x="1680" y="675"/>
                </a:lnTo>
                <a:moveTo>
                  <a:pt x="2100" y="759"/>
                </a:moveTo>
                <a:lnTo>
                  <a:pt x="2098" y="732"/>
                </a:lnTo>
                <a:moveTo>
                  <a:pt x="4843" y="1080"/>
                </a:moveTo>
                <a:lnTo>
                  <a:pt x="4841" y="1058"/>
                </a:lnTo>
                <a:lnTo>
                  <a:pt x="4841" y="1051"/>
                </a:lnTo>
                <a:lnTo>
                  <a:pt x="4840" y="1046"/>
                </a:lnTo>
                <a:lnTo>
                  <a:pt x="4840" y="1037"/>
                </a:lnTo>
                <a:lnTo>
                  <a:pt x="4839" y="1023"/>
                </a:lnTo>
                <a:moveTo>
                  <a:pt x="4835" y="934"/>
                </a:moveTo>
                <a:lnTo>
                  <a:pt x="4835" y="959"/>
                </a:lnTo>
                <a:lnTo>
                  <a:pt x="4836" y="969"/>
                </a:lnTo>
                <a:lnTo>
                  <a:pt x="4837" y="997"/>
                </a:lnTo>
                <a:lnTo>
                  <a:pt x="4839" y="1023"/>
                </a:lnTo>
                <a:moveTo>
                  <a:pt x="4845" y="1296"/>
                </a:moveTo>
                <a:lnTo>
                  <a:pt x="4845" y="1314"/>
                </a:lnTo>
                <a:moveTo>
                  <a:pt x="2108" y="1094"/>
                </a:moveTo>
                <a:lnTo>
                  <a:pt x="2109" y="1118"/>
                </a:lnTo>
                <a:moveTo>
                  <a:pt x="1677" y="1019"/>
                </a:moveTo>
                <a:lnTo>
                  <a:pt x="1689" y="1132"/>
                </a:lnTo>
                <a:lnTo>
                  <a:pt x="1697" y="1209"/>
                </a:lnTo>
                <a:lnTo>
                  <a:pt x="1701" y="1243"/>
                </a:lnTo>
                <a:lnTo>
                  <a:pt x="1703" y="1265"/>
                </a:lnTo>
                <a:moveTo>
                  <a:pt x="2715" y="257"/>
                </a:moveTo>
                <a:lnTo>
                  <a:pt x="2720" y="255"/>
                </a:lnTo>
                <a:moveTo>
                  <a:pt x="4845" y="1130"/>
                </a:moveTo>
                <a:lnTo>
                  <a:pt x="4845" y="1145"/>
                </a:lnTo>
                <a:lnTo>
                  <a:pt x="4845" y="1157"/>
                </a:lnTo>
                <a:moveTo>
                  <a:pt x="5492" y="1216"/>
                </a:moveTo>
                <a:lnTo>
                  <a:pt x="5485" y="1185"/>
                </a:lnTo>
                <a:lnTo>
                  <a:pt x="5485" y="1172"/>
                </a:lnTo>
                <a:lnTo>
                  <a:pt x="5485" y="1164"/>
                </a:lnTo>
                <a:moveTo>
                  <a:pt x="5485" y="1130"/>
                </a:moveTo>
                <a:lnTo>
                  <a:pt x="5485" y="1149"/>
                </a:lnTo>
                <a:lnTo>
                  <a:pt x="5485" y="1164"/>
                </a:lnTo>
                <a:moveTo>
                  <a:pt x="5500" y="991"/>
                </a:moveTo>
                <a:lnTo>
                  <a:pt x="5505" y="955"/>
                </a:lnTo>
                <a:lnTo>
                  <a:pt x="5510" y="936"/>
                </a:lnTo>
                <a:moveTo>
                  <a:pt x="5510" y="936"/>
                </a:moveTo>
                <a:lnTo>
                  <a:pt x="5518" y="907"/>
                </a:lnTo>
                <a:lnTo>
                  <a:pt x="5537" y="844"/>
                </a:lnTo>
                <a:moveTo>
                  <a:pt x="2101" y="853"/>
                </a:moveTo>
                <a:lnTo>
                  <a:pt x="2101" y="836"/>
                </a:lnTo>
                <a:lnTo>
                  <a:pt x="2101" y="832"/>
                </a:lnTo>
                <a:lnTo>
                  <a:pt x="2100" y="764"/>
                </a:lnTo>
                <a:lnTo>
                  <a:pt x="2100" y="759"/>
                </a:lnTo>
                <a:moveTo>
                  <a:pt x="5499" y="372"/>
                </a:moveTo>
                <a:lnTo>
                  <a:pt x="5555" y="349"/>
                </a:lnTo>
                <a:moveTo>
                  <a:pt x="1317" y="1948"/>
                </a:moveTo>
                <a:lnTo>
                  <a:pt x="1300" y="1965"/>
                </a:lnTo>
                <a:moveTo>
                  <a:pt x="5591" y="667"/>
                </a:moveTo>
                <a:lnTo>
                  <a:pt x="5596" y="650"/>
                </a:lnTo>
                <a:moveTo>
                  <a:pt x="5537" y="844"/>
                </a:moveTo>
                <a:lnTo>
                  <a:pt x="5555" y="784"/>
                </a:lnTo>
                <a:lnTo>
                  <a:pt x="5557" y="777"/>
                </a:lnTo>
                <a:moveTo>
                  <a:pt x="6241" y="631"/>
                </a:moveTo>
                <a:lnTo>
                  <a:pt x="6216" y="623"/>
                </a:lnTo>
                <a:lnTo>
                  <a:pt x="6209" y="621"/>
                </a:lnTo>
                <a:lnTo>
                  <a:pt x="6201" y="619"/>
                </a:lnTo>
                <a:lnTo>
                  <a:pt x="6188" y="614"/>
                </a:lnTo>
                <a:lnTo>
                  <a:pt x="6183" y="613"/>
                </a:lnTo>
                <a:lnTo>
                  <a:pt x="6166" y="607"/>
                </a:lnTo>
                <a:lnTo>
                  <a:pt x="6147" y="602"/>
                </a:lnTo>
                <a:lnTo>
                  <a:pt x="6126" y="596"/>
                </a:lnTo>
                <a:lnTo>
                  <a:pt x="6088" y="587"/>
                </a:lnTo>
                <a:lnTo>
                  <a:pt x="6079" y="584"/>
                </a:lnTo>
                <a:lnTo>
                  <a:pt x="6056" y="579"/>
                </a:lnTo>
                <a:lnTo>
                  <a:pt x="6044" y="576"/>
                </a:lnTo>
                <a:lnTo>
                  <a:pt x="6034" y="574"/>
                </a:lnTo>
                <a:lnTo>
                  <a:pt x="6017" y="569"/>
                </a:lnTo>
                <a:lnTo>
                  <a:pt x="6000" y="564"/>
                </a:lnTo>
                <a:lnTo>
                  <a:pt x="5923" y="541"/>
                </a:lnTo>
                <a:lnTo>
                  <a:pt x="5916" y="540"/>
                </a:lnTo>
                <a:lnTo>
                  <a:pt x="5899" y="535"/>
                </a:lnTo>
                <a:lnTo>
                  <a:pt x="5890" y="532"/>
                </a:lnTo>
                <a:lnTo>
                  <a:pt x="5881" y="530"/>
                </a:lnTo>
                <a:lnTo>
                  <a:pt x="5870" y="526"/>
                </a:lnTo>
                <a:moveTo>
                  <a:pt x="5611" y="530"/>
                </a:moveTo>
                <a:lnTo>
                  <a:pt x="5613" y="512"/>
                </a:lnTo>
                <a:moveTo>
                  <a:pt x="5611" y="530"/>
                </a:moveTo>
                <a:lnTo>
                  <a:pt x="5601" y="599"/>
                </a:lnTo>
                <a:moveTo>
                  <a:pt x="1326" y="697"/>
                </a:moveTo>
                <a:lnTo>
                  <a:pt x="1332" y="694"/>
                </a:lnTo>
                <a:lnTo>
                  <a:pt x="1345" y="689"/>
                </a:lnTo>
                <a:moveTo>
                  <a:pt x="5596" y="650"/>
                </a:moveTo>
                <a:lnTo>
                  <a:pt x="5598" y="643"/>
                </a:lnTo>
                <a:lnTo>
                  <a:pt x="5600" y="617"/>
                </a:lnTo>
                <a:lnTo>
                  <a:pt x="5601" y="599"/>
                </a:lnTo>
                <a:moveTo>
                  <a:pt x="5557" y="777"/>
                </a:moveTo>
                <a:lnTo>
                  <a:pt x="5558" y="772"/>
                </a:lnTo>
                <a:moveTo>
                  <a:pt x="5670" y="1772"/>
                </a:moveTo>
                <a:lnTo>
                  <a:pt x="5668" y="1768"/>
                </a:lnTo>
                <a:lnTo>
                  <a:pt x="5668" y="1762"/>
                </a:lnTo>
                <a:lnTo>
                  <a:pt x="5668" y="1753"/>
                </a:lnTo>
                <a:lnTo>
                  <a:pt x="5671" y="1730"/>
                </a:lnTo>
                <a:lnTo>
                  <a:pt x="5675" y="1716"/>
                </a:lnTo>
                <a:moveTo>
                  <a:pt x="5670" y="1772"/>
                </a:moveTo>
                <a:lnTo>
                  <a:pt x="5675" y="1781"/>
                </a:lnTo>
                <a:lnTo>
                  <a:pt x="5685" y="1793"/>
                </a:lnTo>
                <a:lnTo>
                  <a:pt x="5690" y="1802"/>
                </a:lnTo>
                <a:lnTo>
                  <a:pt x="5693" y="1811"/>
                </a:lnTo>
                <a:lnTo>
                  <a:pt x="5694" y="1818"/>
                </a:lnTo>
                <a:lnTo>
                  <a:pt x="5695" y="1832"/>
                </a:lnTo>
                <a:lnTo>
                  <a:pt x="5695" y="1853"/>
                </a:lnTo>
                <a:moveTo>
                  <a:pt x="5680" y="1992"/>
                </a:moveTo>
                <a:lnTo>
                  <a:pt x="5679" y="1982"/>
                </a:lnTo>
                <a:lnTo>
                  <a:pt x="5680" y="1972"/>
                </a:lnTo>
                <a:lnTo>
                  <a:pt x="5690" y="1946"/>
                </a:lnTo>
                <a:lnTo>
                  <a:pt x="5692" y="1940"/>
                </a:lnTo>
                <a:lnTo>
                  <a:pt x="5693" y="1935"/>
                </a:lnTo>
                <a:moveTo>
                  <a:pt x="5695" y="1897"/>
                </a:moveTo>
                <a:lnTo>
                  <a:pt x="5696" y="1884"/>
                </a:lnTo>
                <a:moveTo>
                  <a:pt x="5695" y="1897"/>
                </a:moveTo>
                <a:lnTo>
                  <a:pt x="5693" y="1935"/>
                </a:lnTo>
                <a:moveTo>
                  <a:pt x="5696" y="1884"/>
                </a:moveTo>
                <a:lnTo>
                  <a:pt x="5695" y="1853"/>
                </a:lnTo>
                <a:moveTo>
                  <a:pt x="200" y="505"/>
                </a:moveTo>
                <a:lnTo>
                  <a:pt x="278" y="494"/>
                </a:lnTo>
                <a:lnTo>
                  <a:pt x="343" y="480"/>
                </a:lnTo>
                <a:moveTo>
                  <a:pt x="200" y="505"/>
                </a:moveTo>
                <a:lnTo>
                  <a:pt x="197" y="503"/>
                </a:lnTo>
                <a:lnTo>
                  <a:pt x="194" y="500"/>
                </a:lnTo>
                <a:lnTo>
                  <a:pt x="190" y="500"/>
                </a:lnTo>
                <a:lnTo>
                  <a:pt x="154" y="500"/>
                </a:lnTo>
                <a:lnTo>
                  <a:pt x="150" y="500"/>
                </a:lnTo>
                <a:lnTo>
                  <a:pt x="147" y="500"/>
                </a:lnTo>
                <a:lnTo>
                  <a:pt x="143" y="498"/>
                </a:lnTo>
                <a:lnTo>
                  <a:pt x="137" y="494"/>
                </a:lnTo>
                <a:moveTo>
                  <a:pt x="4255" y="1742"/>
                </a:moveTo>
                <a:lnTo>
                  <a:pt x="4321" y="1800"/>
                </a:lnTo>
                <a:moveTo>
                  <a:pt x="4011" y="1523"/>
                </a:moveTo>
                <a:lnTo>
                  <a:pt x="4036" y="1545"/>
                </a:lnTo>
                <a:lnTo>
                  <a:pt x="4069" y="1575"/>
                </a:lnTo>
                <a:lnTo>
                  <a:pt x="4217" y="1708"/>
                </a:lnTo>
                <a:lnTo>
                  <a:pt x="4231" y="1721"/>
                </a:lnTo>
                <a:lnTo>
                  <a:pt x="4255" y="1742"/>
                </a:lnTo>
                <a:moveTo>
                  <a:pt x="3953" y="1471"/>
                </a:moveTo>
                <a:lnTo>
                  <a:pt x="3970" y="1485"/>
                </a:lnTo>
                <a:lnTo>
                  <a:pt x="4011" y="1523"/>
                </a:lnTo>
                <a:moveTo>
                  <a:pt x="4003" y="3239"/>
                </a:moveTo>
                <a:lnTo>
                  <a:pt x="4014" y="3189"/>
                </a:lnTo>
                <a:moveTo>
                  <a:pt x="3926" y="3109"/>
                </a:moveTo>
                <a:lnTo>
                  <a:pt x="3932" y="3111"/>
                </a:lnTo>
                <a:moveTo>
                  <a:pt x="3926" y="3109"/>
                </a:moveTo>
                <a:lnTo>
                  <a:pt x="3901" y="3103"/>
                </a:lnTo>
                <a:moveTo>
                  <a:pt x="3863" y="3096"/>
                </a:moveTo>
                <a:lnTo>
                  <a:pt x="3867" y="3096"/>
                </a:lnTo>
                <a:lnTo>
                  <a:pt x="3872" y="3097"/>
                </a:lnTo>
                <a:lnTo>
                  <a:pt x="3879" y="3097"/>
                </a:lnTo>
                <a:lnTo>
                  <a:pt x="3885" y="3098"/>
                </a:lnTo>
                <a:lnTo>
                  <a:pt x="3901" y="3103"/>
                </a:lnTo>
                <a:moveTo>
                  <a:pt x="3748" y="2666"/>
                </a:moveTo>
                <a:lnTo>
                  <a:pt x="3729" y="2621"/>
                </a:lnTo>
                <a:lnTo>
                  <a:pt x="3717" y="2597"/>
                </a:lnTo>
                <a:moveTo>
                  <a:pt x="3748" y="2666"/>
                </a:moveTo>
                <a:lnTo>
                  <a:pt x="3750" y="2671"/>
                </a:lnTo>
                <a:lnTo>
                  <a:pt x="3791" y="2757"/>
                </a:lnTo>
                <a:moveTo>
                  <a:pt x="4014" y="3132"/>
                </a:moveTo>
                <a:lnTo>
                  <a:pt x="4010" y="3132"/>
                </a:lnTo>
                <a:lnTo>
                  <a:pt x="4005" y="3131"/>
                </a:lnTo>
                <a:moveTo>
                  <a:pt x="3880" y="2940"/>
                </a:moveTo>
                <a:lnTo>
                  <a:pt x="3879" y="2937"/>
                </a:lnTo>
                <a:lnTo>
                  <a:pt x="3860" y="2903"/>
                </a:lnTo>
                <a:lnTo>
                  <a:pt x="3846" y="2874"/>
                </a:lnTo>
                <a:lnTo>
                  <a:pt x="3839" y="2857"/>
                </a:lnTo>
                <a:lnTo>
                  <a:pt x="3794" y="2764"/>
                </a:lnTo>
                <a:lnTo>
                  <a:pt x="3791" y="2757"/>
                </a:lnTo>
                <a:moveTo>
                  <a:pt x="3953" y="1471"/>
                </a:moveTo>
                <a:lnTo>
                  <a:pt x="3950" y="1468"/>
                </a:lnTo>
                <a:lnTo>
                  <a:pt x="3938" y="1456"/>
                </a:lnTo>
                <a:lnTo>
                  <a:pt x="3926" y="1446"/>
                </a:lnTo>
                <a:lnTo>
                  <a:pt x="3893" y="1414"/>
                </a:lnTo>
                <a:lnTo>
                  <a:pt x="3880" y="1402"/>
                </a:lnTo>
                <a:lnTo>
                  <a:pt x="3867" y="1391"/>
                </a:lnTo>
                <a:lnTo>
                  <a:pt x="3792" y="1323"/>
                </a:lnTo>
                <a:moveTo>
                  <a:pt x="3946" y="3046"/>
                </a:moveTo>
                <a:lnTo>
                  <a:pt x="3965" y="3069"/>
                </a:lnTo>
                <a:lnTo>
                  <a:pt x="3995" y="3108"/>
                </a:lnTo>
                <a:lnTo>
                  <a:pt x="4014" y="3132"/>
                </a:lnTo>
                <a:moveTo>
                  <a:pt x="4804" y="1695"/>
                </a:moveTo>
                <a:lnTo>
                  <a:pt x="4816" y="1640"/>
                </a:lnTo>
                <a:moveTo>
                  <a:pt x="5777" y="1601"/>
                </a:moveTo>
                <a:lnTo>
                  <a:pt x="5814" y="1610"/>
                </a:lnTo>
                <a:moveTo>
                  <a:pt x="5710" y="1589"/>
                </a:moveTo>
                <a:lnTo>
                  <a:pt x="5777" y="1601"/>
                </a:lnTo>
                <a:moveTo>
                  <a:pt x="5622" y="1486"/>
                </a:moveTo>
                <a:lnTo>
                  <a:pt x="5609" y="1467"/>
                </a:lnTo>
                <a:lnTo>
                  <a:pt x="5596" y="1446"/>
                </a:lnTo>
                <a:moveTo>
                  <a:pt x="5622" y="1486"/>
                </a:moveTo>
                <a:lnTo>
                  <a:pt x="5651" y="1532"/>
                </a:lnTo>
                <a:lnTo>
                  <a:pt x="5661" y="1547"/>
                </a:lnTo>
                <a:lnTo>
                  <a:pt x="5673" y="1562"/>
                </a:lnTo>
                <a:lnTo>
                  <a:pt x="5683" y="1572"/>
                </a:lnTo>
                <a:lnTo>
                  <a:pt x="5698" y="1582"/>
                </a:lnTo>
                <a:lnTo>
                  <a:pt x="5704" y="1588"/>
                </a:lnTo>
                <a:moveTo>
                  <a:pt x="5541" y="1354"/>
                </a:moveTo>
                <a:lnTo>
                  <a:pt x="5572" y="1406"/>
                </a:lnTo>
                <a:lnTo>
                  <a:pt x="5579" y="1419"/>
                </a:lnTo>
                <a:lnTo>
                  <a:pt x="5596" y="1446"/>
                </a:lnTo>
                <a:moveTo>
                  <a:pt x="6253" y="1806"/>
                </a:moveTo>
                <a:lnTo>
                  <a:pt x="6231" y="1799"/>
                </a:lnTo>
                <a:lnTo>
                  <a:pt x="6181" y="1778"/>
                </a:lnTo>
                <a:moveTo>
                  <a:pt x="6041" y="1719"/>
                </a:moveTo>
                <a:lnTo>
                  <a:pt x="6054" y="1723"/>
                </a:lnTo>
                <a:lnTo>
                  <a:pt x="6062" y="1726"/>
                </a:lnTo>
                <a:lnTo>
                  <a:pt x="6075" y="1730"/>
                </a:lnTo>
                <a:lnTo>
                  <a:pt x="6078" y="1731"/>
                </a:lnTo>
                <a:lnTo>
                  <a:pt x="6084" y="1733"/>
                </a:lnTo>
                <a:moveTo>
                  <a:pt x="5911" y="1656"/>
                </a:moveTo>
                <a:lnTo>
                  <a:pt x="5892" y="1644"/>
                </a:lnTo>
                <a:moveTo>
                  <a:pt x="5885" y="1639"/>
                </a:moveTo>
                <a:lnTo>
                  <a:pt x="5892" y="1644"/>
                </a:lnTo>
                <a:moveTo>
                  <a:pt x="6011" y="1708"/>
                </a:moveTo>
                <a:lnTo>
                  <a:pt x="5991" y="1700"/>
                </a:lnTo>
                <a:moveTo>
                  <a:pt x="5966" y="1687"/>
                </a:moveTo>
                <a:lnTo>
                  <a:pt x="5991" y="1700"/>
                </a:lnTo>
                <a:lnTo>
                  <a:pt x="5991" y="1700"/>
                </a:lnTo>
                <a:moveTo>
                  <a:pt x="4766" y="615"/>
                </a:moveTo>
                <a:lnTo>
                  <a:pt x="4787" y="613"/>
                </a:lnTo>
                <a:lnTo>
                  <a:pt x="4800" y="610"/>
                </a:lnTo>
                <a:lnTo>
                  <a:pt x="4814" y="607"/>
                </a:lnTo>
                <a:lnTo>
                  <a:pt x="4903" y="586"/>
                </a:lnTo>
                <a:lnTo>
                  <a:pt x="4914" y="583"/>
                </a:lnTo>
                <a:moveTo>
                  <a:pt x="785" y="2771"/>
                </a:moveTo>
                <a:lnTo>
                  <a:pt x="746" y="2752"/>
                </a:lnTo>
                <a:moveTo>
                  <a:pt x="785" y="2771"/>
                </a:moveTo>
                <a:lnTo>
                  <a:pt x="841" y="2798"/>
                </a:lnTo>
                <a:moveTo>
                  <a:pt x="746" y="2752"/>
                </a:moveTo>
                <a:lnTo>
                  <a:pt x="636" y="2703"/>
                </a:lnTo>
                <a:lnTo>
                  <a:pt x="630" y="2700"/>
                </a:lnTo>
                <a:lnTo>
                  <a:pt x="628" y="2699"/>
                </a:lnTo>
                <a:lnTo>
                  <a:pt x="624" y="2698"/>
                </a:lnTo>
                <a:lnTo>
                  <a:pt x="620" y="2700"/>
                </a:lnTo>
                <a:moveTo>
                  <a:pt x="4429" y="1893"/>
                </a:moveTo>
                <a:lnTo>
                  <a:pt x="4452" y="1914"/>
                </a:lnTo>
                <a:lnTo>
                  <a:pt x="4459" y="1920"/>
                </a:lnTo>
                <a:moveTo>
                  <a:pt x="4429" y="1893"/>
                </a:moveTo>
                <a:lnTo>
                  <a:pt x="4354" y="1827"/>
                </a:lnTo>
                <a:moveTo>
                  <a:pt x="4733" y="1947"/>
                </a:moveTo>
                <a:lnTo>
                  <a:pt x="4734" y="1945"/>
                </a:lnTo>
                <a:moveTo>
                  <a:pt x="4750" y="1902"/>
                </a:moveTo>
                <a:lnTo>
                  <a:pt x="4740" y="1928"/>
                </a:lnTo>
                <a:lnTo>
                  <a:pt x="4734" y="1945"/>
                </a:lnTo>
                <a:moveTo>
                  <a:pt x="4715" y="1993"/>
                </a:moveTo>
                <a:lnTo>
                  <a:pt x="4700" y="2029"/>
                </a:lnTo>
                <a:lnTo>
                  <a:pt x="4697" y="2038"/>
                </a:lnTo>
                <a:moveTo>
                  <a:pt x="4733" y="1947"/>
                </a:moveTo>
                <a:lnTo>
                  <a:pt x="4727" y="1962"/>
                </a:lnTo>
                <a:moveTo>
                  <a:pt x="4726" y="1964"/>
                </a:moveTo>
                <a:lnTo>
                  <a:pt x="4727" y="1962"/>
                </a:lnTo>
                <a:moveTo>
                  <a:pt x="4720" y="1978"/>
                </a:moveTo>
                <a:lnTo>
                  <a:pt x="4715" y="1993"/>
                </a:lnTo>
                <a:moveTo>
                  <a:pt x="4726" y="1964"/>
                </a:moveTo>
                <a:lnTo>
                  <a:pt x="4720" y="1978"/>
                </a:lnTo>
                <a:moveTo>
                  <a:pt x="5141" y="2522"/>
                </a:moveTo>
                <a:lnTo>
                  <a:pt x="5097" y="2492"/>
                </a:lnTo>
                <a:moveTo>
                  <a:pt x="5011" y="2415"/>
                </a:moveTo>
                <a:lnTo>
                  <a:pt x="5040" y="2441"/>
                </a:lnTo>
                <a:lnTo>
                  <a:pt x="5097" y="2492"/>
                </a:lnTo>
                <a:moveTo>
                  <a:pt x="4792" y="1730"/>
                </a:moveTo>
                <a:lnTo>
                  <a:pt x="4804" y="1695"/>
                </a:lnTo>
                <a:moveTo>
                  <a:pt x="4992" y="2399"/>
                </a:moveTo>
                <a:lnTo>
                  <a:pt x="5011" y="2415"/>
                </a:lnTo>
                <a:moveTo>
                  <a:pt x="5615" y="2237"/>
                </a:moveTo>
                <a:lnTo>
                  <a:pt x="5608" y="2251"/>
                </a:lnTo>
                <a:lnTo>
                  <a:pt x="5608" y="2255"/>
                </a:lnTo>
                <a:lnTo>
                  <a:pt x="5608" y="2259"/>
                </a:lnTo>
                <a:lnTo>
                  <a:pt x="5608" y="2264"/>
                </a:lnTo>
                <a:moveTo>
                  <a:pt x="5622" y="2299"/>
                </a:moveTo>
                <a:lnTo>
                  <a:pt x="5621" y="2293"/>
                </a:lnTo>
                <a:lnTo>
                  <a:pt x="5616" y="2282"/>
                </a:lnTo>
                <a:lnTo>
                  <a:pt x="5610" y="2272"/>
                </a:lnTo>
                <a:lnTo>
                  <a:pt x="5608" y="2264"/>
                </a:lnTo>
                <a:moveTo>
                  <a:pt x="5544" y="2481"/>
                </a:moveTo>
                <a:lnTo>
                  <a:pt x="5536" y="2482"/>
                </a:lnTo>
                <a:lnTo>
                  <a:pt x="5529" y="2484"/>
                </a:lnTo>
                <a:lnTo>
                  <a:pt x="5523" y="2488"/>
                </a:lnTo>
                <a:moveTo>
                  <a:pt x="5463" y="2545"/>
                </a:moveTo>
                <a:lnTo>
                  <a:pt x="5467" y="2542"/>
                </a:lnTo>
                <a:lnTo>
                  <a:pt x="5471" y="2540"/>
                </a:lnTo>
                <a:lnTo>
                  <a:pt x="5514" y="2495"/>
                </a:lnTo>
                <a:lnTo>
                  <a:pt x="5519" y="2490"/>
                </a:lnTo>
                <a:lnTo>
                  <a:pt x="5523" y="2488"/>
                </a:lnTo>
                <a:moveTo>
                  <a:pt x="242" y="2332"/>
                </a:moveTo>
                <a:lnTo>
                  <a:pt x="245" y="2330"/>
                </a:lnTo>
                <a:moveTo>
                  <a:pt x="6133" y="2550"/>
                </a:moveTo>
                <a:lnTo>
                  <a:pt x="6136" y="2551"/>
                </a:lnTo>
                <a:lnTo>
                  <a:pt x="6140" y="2553"/>
                </a:lnTo>
                <a:lnTo>
                  <a:pt x="6156" y="2560"/>
                </a:lnTo>
                <a:lnTo>
                  <a:pt x="6174" y="2570"/>
                </a:lnTo>
                <a:lnTo>
                  <a:pt x="6202" y="2585"/>
                </a:lnTo>
                <a:lnTo>
                  <a:pt x="6208" y="2589"/>
                </a:lnTo>
                <a:lnTo>
                  <a:pt x="6220" y="2597"/>
                </a:lnTo>
                <a:lnTo>
                  <a:pt x="6227" y="2602"/>
                </a:lnTo>
                <a:moveTo>
                  <a:pt x="6237" y="2616"/>
                </a:moveTo>
                <a:lnTo>
                  <a:pt x="6236" y="2612"/>
                </a:lnTo>
                <a:lnTo>
                  <a:pt x="6235" y="2610"/>
                </a:lnTo>
                <a:lnTo>
                  <a:pt x="6234" y="2608"/>
                </a:lnTo>
                <a:lnTo>
                  <a:pt x="6227" y="2602"/>
                </a:lnTo>
                <a:moveTo>
                  <a:pt x="6234" y="2661"/>
                </a:moveTo>
                <a:lnTo>
                  <a:pt x="6237" y="2649"/>
                </a:lnTo>
                <a:moveTo>
                  <a:pt x="6237" y="2616"/>
                </a:moveTo>
                <a:lnTo>
                  <a:pt x="6239" y="2621"/>
                </a:lnTo>
                <a:lnTo>
                  <a:pt x="6239" y="2625"/>
                </a:lnTo>
                <a:lnTo>
                  <a:pt x="6240" y="2629"/>
                </a:lnTo>
                <a:lnTo>
                  <a:pt x="6239" y="2634"/>
                </a:lnTo>
                <a:lnTo>
                  <a:pt x="6239" y="2637"/>
                </a:lnTo>
                <a:lnTo>
                  <a:pt x="6237" y="2649"/>
                </a:lnTo>
                <a:moveTo>
                  <a:pt x="5849" y="3170"/>
                </a:moveTo>
                <a:lnTo>
                  <a:pt x="5889" y="3205"/>
                </a:lnTo>
                <a:lnTo>
                  <a:pt x="5909" y="3223"/>
                </a:lnTo>
                <a:lnTo>
                  <a:pt x="5919" y="3232"/>
                </a:lnTo>
                <a:moveTo>
                  <a:pt x="4181" y="2315"/>
                </a:moveTo>
                <a:lnTo>
                  <a:pt x="4217" y="2325"/>
                </a:lnTo>
                <a:moveTo>
                  <a:pt x="4007" y="2263"/>
                </a:moveTo>
                <a:lnTo>
                  <a:pt x="3994" y="2261"/>
                </a:lnTo>
                <a:lnTo>
                  <a:pt x="3981" y="2258"/>
                </a:lnTo>
                <a:lnTo>
                  <a:pt x="3954" y="2248"/>
                </a:lnTo>
                <a:moveTo>
                  <a:pt x="4043" y="2276"/>
                </a:moveTo>
                <a:lnTo>
                  <a:pt x="4027" y="2272"/>
                </a:lnTo>
                <a:moveTo>
                  <a:pt x="4043" y="2276"/>
                </a:moveTo>
                <a:lnTo>
                  <a:pt x="4060" y="2279"/>
                </a:lnTo>
                <a:lnTo>
                  <a:pt x="4087" y="2287"/>
                </a:lnTo>
                <a:moveTo>
                  <a:pt x="4808" y="811"/>
                </a:moveTo>
                <a:lnTo>
                  <a:pt x="4811" y="820"/>
                </a:lnTo>
                <a:moveTo>
                  <a:pt x="3834" y="2212"/>
                </a:moveTo>
                <a:lnTo>
                  <a:pt x="3800" y="2199"/>
                </a:lnTo>
                <a:moveTo>
                  <a:pt x="3717" y="2597"/>
                </a:moveTo>
                <a:lnTo>
                  <a:pt x="3708" y="2576"/>
                </a:lnTo>
                <a:lnTo>
                  <a:pt x="3701" y="2561"/>
                </a:lnTo>
                <a:moveTo>
                  <a:pt x="5674" y="463"/>
                </a:moveTo>
                <a:lnTo>
                  <a:pt x="5717" y="478"/>
                </a:lnTo>
                <a:moveTo>
                  <a:pt x="6307" y="651"/>
                </a:moveTo>
                <a:lnTo>
                  <a:pt x="6241" y="631"/>
                </a:lnTo>
                <a:moveTo>
                  <a:pt x="6041" y="1719"/>
                </a:moveTo>
                <a:lnTo>
                  <a:pt x="6011" y="1708"/>
                </a:lnTo>
                <a:moveTo>
                  <a:pt x="5931" y="1668"/>
                </a:moveTo>
                <a:lnTo>
                  <a:pt x="5921" y="1663"/>
                </a:lnTo>
                <a:lnTo>
                  <a:pt x="5911" y="1656"/>
                </a:lnTo>
                <a:moveTo>
                  <a:pt x="4088" y="2282"/>
                </a:moveTo>
                <a:lnTo>
                  <a:pt x="4119" y="2290"/>
                </a:lnTo>
                <a:moveTo>
                  <a:pt x="4088" y="2282"/>
                </a:moveTo>
                <a:lnTo>
                  <a:pt x="4059" y="2274"/>
                </a:lnTo>
                <a:lnTo>
                  <a:pt x="4044" y="2271"/>
                </a:lnTo>
                <a:moveTo>
                  <a:pt x="4119" y="2290"/>
                </a:moveTo>
                <a:lnTo>
                  <a:pt x="4142" y="2297"/>
                </a:lnTo>
                <a:lnTo>
                  <a:pt x="4183" y="2308"/>
                </a:lnTo>
                <a:moveTo>
                  <a:pt x="4231" y="2329"/>
                </a:moveTo>
                <a:lnTo>
                  <a:pt x="4227" y="2328"/>
                </a:lnTo>
                <a:lnTo>
                  <a:pt x="4219" y="2325"/>
                </a:lnTo>
                <a:lnTo>
                  <a:pt x="4217" y="2325"/>
                </a:lnTo>
                <a:moveTo>
                  <a:pt x="4231" y="2329"/>
                </a:moveTo>
                <a:lnTo>
                  <a:pt x="4256" y="2335"/>
                </a:lnTo>
                <a:lnTo>
                  <a:pt x="4267" y="2339"/>
                </a:lnTo>
                <a:moveTo>
                  <a:pt x="4027" y="2272"/>
                </a:moveTo>
                <a:lnTo>
                  <a:pt x="4020" y="2270"/>
                </a:lnTo>
                <a:moveTo>
                  <a:pt x="3834" y="2212"/>
                </a:moveTo>
                <a:lnTo>
                  <a:pt x="3839" y="2214"/>
                </a:lnTo>
                <a:moveTo>
                  <a:pt x="4043" y="3054"/>
                </a:moveTo>
                <a:lnTo>
                  <a:pt x="4035" y="3089"/>
                </a:lnTo>
                <a:lnTo>
                  <a:pt x="4026" y="3125"/>
                </a:lnTo>
                <a:moveTo>
                  <a:pt x="4267" y="2339"/>
                </a:moveTo>
                <a:lnTo>
                  <a:pt x="4358" y="2364"/>
                </a:lnTo>
                <a:moveTo>
                  <a:pt x="4358" y="2364"/>
                </a:moveTo>
                <a:lnTo>
                  <a:pt x="4445" y="2390"/>
                </a:lnTo>
                <a:moveTo>
                  <a:pt x="4445" y="2390"/>
                </a:moveTo>
                <a:lnTo>
                  <a:pt x="4520" y="2431"/>
                </a:lnTo>
                <a:lnTo>
                  <a:pt x="4555" y="2452"/>
                </a:lnTo>
                <a:moveTo>
                  <a:pt x="4555" y="2452"/>
                </a:moveTo>
                <a:lnTo>
                  <a:pt x="4590" y="2473"/>
                </a:lnTo>
                <a:lnTo>
                  <a:pt x="4628" y="2481"/>
                </a:lnTo>
                <a:moveTo>
                  <a:pt x="4628" y="2481"/>
                </a:moveTo>
                <a:lnTo>
                  <a:pt x="4641" y="2483"/>
                </a:lnTo>
                <a:lnTo>
                  <a:pt x="4655" y="2484"/>
                </a:lnTo>
                <a:moveTo>
                  <a:pt x="4632" y="2649"/>
                </a:moveTo>
                <a:lnTo>
                  <a:pt x="4629" y="2661"/>
                </a:lnTo>
                <a:lnTo>
                  <a:pt x="4619" y="2700"/>
                </a:lnTo>
                <a:moveTo>
                  <a:pt x="4654" y="2891"/>
                </a:moveTo>
                <a:lnTo>
                  <a:pt x="4654" y="2892"/>
                </a:lnTo>
                <a:lnTo>
                  <a:pt x="4653" y="2895"/>
                </a:lnTo>
                <a:lnTo>
                  <a:pt x="4653" y="2897"/>
                </a:lnTo>
                <a:moveTo>
                  <a:pt x="4643" y="2940"/>
                </a:moveTo>
                <a:lnTo>
                  <a:pt x="4650" y="2912"/>
                </a:lnTo>
                <a:lnTo>
                  <a:pt x="4653" y="2897"/>
                </a:lnTo>
                <a:moveTo>
                  <a:pt x="4609" y="3065"/>
                </a:moveTo>
                <a:lnTo>
                  <a:pt x="4615" y="3041"/>
                </a:lnTo>
                <a:lnTo>
                  <a:pt x="4619" y="3027"/>
                </a:lnTo>
                <a:lnTo>
                  <a:pt x="4620" y="3025"/>
                </a:lnTo>
                <a:moveTo>
                  <a:pt x="4606" y="3083"/>
                </a:moveTo>
                <a:lnTo>
                  <a:pt x="4609" y="3065"/>
                </a:lnTo>
                <a:moveTo>
                  <a:pt x="4602" y="3101"/>
                </a:moveTo>
                <a:lnTo>
                  <a:pt x="4606" y="3083"/>
                </a:lnTo>
                <a:moveTo>
                  <a:pt x="6253" y="1806"/>
                </a:moveTo>
                <a:lnTo>
                  <a:pt x="6256" y="1808"/>
                </a:lnTo>
                <a:lnTo>
                  <a:pt x="6265" y="1811"/>
                </a:lnTo>
                <a:lnTo>
                  <a:pt x="6286" y="1821"/>
                </a:lnTo>
                <a:moveTo>
                  <a:pt x="5183" y="2856"/>
                </a:moveTo>
                <a:lnTo>
                  <a:pt x="5176" y="2908"/>
                </a:lnTo>
                <a:moveTo>
                  <a:pt x="5173" y="2923"/>
                </a:moveTo>
                <a:lnTo>
                  <a:pt x="5176" y="2908"/>
                </a:lnTo>
                <a:moveTo>
                  <a:pt x="5151" y="2975"/>
                </a:moveTo>
                <a:lnTo>
                  <a:pt x="5162" y="2955"/>
                </a:lnTo>
                <a:moveTo>
                  <a:pt x="5173" y="2923"/>
                </a:moveTo>
                <a:lnTo>
                  <a:pt x="5170" y="2931"/>
                </a:lnTo>
                <a:lnTo>
                  <a:pt x="5168" y="2940"/>
                </a:lnTo>
                <a:lnTo>
                  <a:pt x="5167" y="2944"/>
                </a:lnTo>
                <a:lnTo>
                  <a:pt x="5162" y="2955"/>
                </a:lnTo>
                <a:moveTo>
                  <a:pt x="5136" y="3004"/>
                </a:moveTo>
                <a:lnTo>
                  <a:pt x="5141" y="2995"/>
                </a:lnTo>
                <a:lnTo>
                  <a:pt x="5142" y="2994"/>
                </a:lnTo>
                <a:lnTo>
                  <a:pt x="5151" y="2975"/>
                </a:lnTo>
                <a:moveTo>
                  <a:pt x="5188" y="2821"/>
                </a:moveTo>
                <a:lnTo>
                  <a:pt x="5187" y="2824"/>
                </a:lnTo>
                <a:moveTo>
                  <a:pt x="5183" y="2856"/>
                </a:moveTo>
                <a:lnTo>
                  <a:pt x="5187" y="2824"/>
                </a:lnTo>
                <a:moveTo>
                  <a:pt x="4654" y="2891"/>
                </a:moveTo>
                <a:lnTo>
                  <a:pt x="4657" y="2868"/>
                </a:lnTo>
                <a:lnTo>
                  <a:pt x="4661" y="2860"/>
                </a:lnTo>
                <a:moveTo>
                  <a:pt x="5129" y="3016"/>
                </a:moveTo>
                <a:lnTo>
                  <a:pt x="5132" y="3009"/>
                </a:lnTo>
                <a:moveTo>
                  <a:pt x="5092" y="3165"/>
                </a:moveTo>
                <a:lnTo>
                  <a:pt x="5092" y="3183"/>
                </a:lnTo>
                <a:lnTo>
                  <a:pt x="5091" y="3199"/>
                </a:lnTo>
                <a:lnTo>
                  <a:pt x="5089" y="3229"/>
                </a:lnTo>
                <a:moveTo>
                  <a:pt x="5132" y="3009"/>
                </a:moveTo>
                <a:lnTo>
                  <a:pt x="5136" y="3004"/>
                </a:lnTo>
                <a:moveTo>
                  <a:pt x="6386" y="3192"/>
                </a:moveTo>
                <a:lnTo>
                  <a:pt x="6388" y="3189"/>
                </a:lnTo>
                <a:moveTo>
                  <a:pt x="6390" y="3178"/>
                </a:moveTo>
                <a:lnTo>
                  <a:pt x="6388" y="3189"/>
                </a:lnTo>
                <a:moveTo>
                  <a:pt x="6369" y="3233"/>
                </a:moveTo>
                <a:lnTo>
                  <a:pt x="6375" y="3219"/>
                </a:lnTo>
                <a:moveTo>
                  <a:pt x="6382" y="3205"/>
                </a:moveTo>
                <a:lnTo>
                  <a:pt x="6376" y="3215"/>
                </a:lnTo>
                <a:lnTo>
                  <a:pt x="6375" y="3219"/>
                </a:lnTo>
                <a:moveTo>
                  <a:pt x="6386" y="3192"/>
                </a:moveTo>
                <a:lnTo>
                  <a:pt x="6382" y="3205"/>
                </a:lnTo>
                <a:moveTo>
                  <a:pt x="6393" y="3161"/>
                </a:moveTo>
                <a:lnTo>
                  <a:pt x="6390" y="3178"/>
                </a:lnTo>
                <a:moveTo>
                  <a:pt x="6396" y="3145"/>
                </a:moveTo>
                <a:lnTo>
                  <a:pt x="6395" y="3152"/>
                </a:lnTo>
                <a:lnTo>
                  <a:pt x="6393" y="3161"/>
                </a:lnTo>
                <a:moveTo>
                  <a:pt x="6399" y="3130"/>
                </a:moveTo>
                <a:lnTo>
                  <a:pt x="6398" y="3136"/>
                </a:lnTo>
                <a:lnTo>
                  <a:pt x="6396" y="3145"/>
                </a:lnTo>
                <a:moveTo>
                  <a:pt x="5701" y="3038"/>
                </a:moveTo>
                <a:lnTo>
                  <a:pt x="5692" y="3029"/>
                </a:lnTo>
                <a:lnTo>
                  <a:pt x="5684" y="3021"/>
                </a:lnTo>
                <a:lnTo>
                  <a:pt x="5668" y="3009"/>
                </a:lnTo>
                <a:lnTo>
                  <a:pt x="5646" y="2989"/>
                </a:lnTo>
                <a:lnTo>
                  <a:pt x="5637" y="2980"/>
                </a:lnTo>
                <a:lnTo>
                  <a:pt x="5632" y="2976"/>
                </a:lnTo>
                <a:moveTo>
                  <a:pt x="5581" y="2931"/>
                </a:moveTo>
                <a:lnTo>
                  <a:pt x="5585" y="2935"/>
                </a:lnTo>
                <a:lnTo>
                  <a:pt x="5601" y="2949"/>
                </a:lnTo>
                <a:lnTo>
                  <a:pt x="5632" y="2976"/>
                </a:lnTo>
                <a:moveTo>
                  <a:pt x="5580" y="2461"/>
                </a:moveTo>
                <a:lnTo>
                  <a:pt x="5579" y="2465"/>
                </a:lnTo>
                <a:lnTo>
                  <a:pt x="5577" y="2469"/>
                </a:lnTo>
                <a:lnTo>
                  <a:pt x="5574" y="2474"/>
                </a:lnTo>
                <a:lnTo>
                  <a:pt x="5570" y="2477"/>
                </a:lnTo>
                <a:lnTo>
                  <a:pt x="5566" y="2479"/>
                </a:lnTo>
                <a:lnTo>
                  <a:pt x="5560" y="2481"/>
                </a:lnTo>
                <a:lnTo>
                  <a:pt x="5557" y="2482"/>
                </a:lnTo>
                <a:lnTo>
                  <a:pt x="5552" y="2481"/>
                </a:lnTo>
                <a:lnTo>
                  <a:pt x="5544" y="2481"/>
                </a:lnTo>
                <a:moveTo>
                  <a:pt x="5591" y="2385"/>
                </a:moveTo>
                <a:lnTo>
                  <a:pt x="5594" y="2369"/>
                </a:lnTo>
                <a:lnTo>
                  <a:pt x="5594" y="2361"/>
                </a:lnTo>
                <a:lnTo>
                  <a:pt x="5595" y="2356"/>
                </a:lnTo>
                <a:lnTo>
                  <a:pt x="5596" y="2352"/>
                </a:lnTo>
                <a:lnTo>
                  <a:pt x="5596" y="2348"/>
                </a:lnTo>
                <a:lnTo>
                  <a:pt x="5601" y="2342"/>
                </a:lnTo>
                <a:lnTo>
                  <a:pt x="5607" y="2334"/>
                </a:lnTo>
                <a:lnTo>
                  <a:pt x="5611" y="2328"/>
                </a:lnTo>
                <a:lnTo>
                  <a:pt x="5614" y="2324"/>
                </a:lnTo>
                <a:lnTo>
                  <a:pt x="5617" y="2319"/>
                </a:lnTo>
                <a:lnTo>
                  <a:pt x="5619" y="2315"/>
                </a:lnTo>
                <a:lnTo>
                  <a:pt x="5621" y="2310"/>
                </a:lnTo>
                <a:lnTo>
                  <a:pt x="5622" y="2305"/>
                </a:lnTo>
                <a:lnTo>
                  <a:pt x="5622" y="2299"/>
                </a:lnTo>
                <a:moveTo>
                  <a:pt x="5581" y="2931"/>
                </a:moveTo>
                <a:lnTo>
                  <a:pt x="5575" y="2927"/>
                </a:lnTo>
                <a:lnTo>
                  <a:pt x="5570" y="2923"/>
                </a:lnTo>
                <a:lnTo>
                  <a:pt x="5553" y="2908"/>
                </a:lnTo>
                <a:lnTo>
                  <a:pt x="5531" y="2888"/>
                </a:lnTo>
                <a:lnTo>
                  <a:pt x="5496" y="2852"/>
                </a:lnTo>
                <a:moveTo>
                  <a:pt x="5589" y="2399"/>
                </a:moveTo>
                <a:lnTo>
                  <a:pt x="5591" y="2385"/>
                </a:lnTo>
                <a:moveTo>
                  <a:pt x="5589" y="2399"/>
                </a:moveTo>
                <a:lnTo>
                  <a:pt x="5585" y="2431"/>
                </a:lnTo>
                <a:lnTo>
                  <a:pt x="5580" y="2461"/>
                </a:lnTo>
                <a:moveTo>
                  <a:pt x="5310" y="2646"/>
                </a:moveTo>
                <a:lnTo>
                  <a:pt x="5300" y="2636"/>
                </a:lnTo>
                <a:moveTo>
                  <a:pt x="5352" y="2552"/>
                </a:moveTo>
                <a:lnTo>
                  <a:pt x="5325" y="2561"/>
                </a:lnTo>
                <a:moveTo>
                  <a:pt x="5352" y="2552"/>
                </a:moveTo>
                <a:lnTo>
                  <a:pt x="5361" y="2550"/>
                </a:lnTo>
                <a:lnTo>
                  <a:pt x="5382" y="2546"/>
                </a:lnTo>
                <a:lnTo>
                  <a:pt x="5400" y="2545"/>
                </a:lnTo>
                <a:lnTo>
                  <a:pt x="5422" y="2544"/>
                </a:lnTo>
                <a:moveTo>
                  <a:pt x="5403" y="2728"/>
                </a:moveTo>
                <a:lnTo>
                  <a:pt x="5318" y="2653"/>
                </a:lnTo>
                <a:lnTo>
                  <a:pt x="5310" y="2646"/>
                </a:lnTo>
                <a:moveTo>
                  <a:pt x="5830" y="3151"/>
                </a:moveTo>
                <a:lnTo>
                  <a:pt x="5758" y="3087"/>
                </a:lnTo>
                <a:moveTo>
                  <a:pt x="5701" y="3038"/>
                </a:moveTo>
                <a:lnTo>
                  <a:pt x="5721" y="3054"/>
                </a:lnTo>
                <a:lnTo>
                  <a:pt x="5736" y="3067"/>
                </a:lnTo>
                <a:lnTo>
                  <a:pt x="5758" y="3087"/>
                </a:lnTo>
                <a:moveTo>
                  <a:pt x="5849" y="3170"/>
                </a:moveTo>
                <a:lnTo>
                  <a:pt x="5830" y="3151"/>
                </a:lnTo>
                <a:moveTo>
                  <a:pt x="6424" y="3031"/>
                </a:moveTo>
                <a:lnTo>
                  <a:pt x="6424" y="3033"/>
                </a:lnTo>
                <a:moveTo>
                  <a:pt x="6122" y="2532"/>
                </a:moveTo>
                <a:lnTo>
                  <a:pt x="6123" y="2536"/>
                </a:lnTo>
                <a:lnTo>
                  <a:pt x="6126" y="2542"/>
                </a:lnTo>
                <a:lnTo>
                  <a:pt x="6130" y="2546"/>
                </a:lnTo>
                <a:lnTo>
                  <a:pt x="6133" y="2550"/>
                </a:lnTo>
                <a:moveTo>
                  <a:pt x="5978" y="2305"/>
                </a:moveTo>
                <a:lnTo>
                  <a:pt x="5977" y="2325"/>
                </a:lnTo>
                <a:lnTo>
                  <a:pt x="5977" y="2330"/>
                </a:lnTo>
                <a:moveTo>
                  <a:pt x="5877" y="1634"/>
                </a:moveTo>
                <a:lnTo>
                  <a:pt x="5885" y="1639"/>
                </a:lnTo>
                <a:moveTo>
                  <a:pt x="6122" y="2532"/>
                </a:moveTo>
                <a:lnTo>
                  <a:pt x="6120" y="2524"/>
                </a:lnTo>
                <a:lnTo>
                  <a:pt x="6117" y="2513"/>
                </a:lnTo>
                <a:lnTo>
                  <a:pt x="6116" y="2510"/>
                </a:lnTo>
                <a:lnTo>
                  <a:pt x="6114" y="2508"/>
                </a:lnTo>
                <a:lnTo>
                  <a:pt x="6112" y="2505"/>
                </a:lnTo>
                <a:lnTo>
                  <a:pt x="6111" y="2503"/>
                </a:lnTo>
                <a:lnTo>
                  <a:pt x="6106" y="2498"/>
                </a:lnTo>
                <a:lnTo>
                  <a:pt x="6104" y="2497"/>
                </a:lnTo>
                <a:lnTo>
                  <a:pt x="6097" y="2490"/>
                </a:lnTo>
                <a:lnTo>
                  <a:pt x="6089" y="2486"/>
                </a:lnTo>
                <a:lnTo>
                  <a:pt x="6081" y="2481"/>
                </a:lnTo>
                <a:lnTo>
                  <a:pt x="6074" y="2478"/>
                </a:lnTo>
                <a:lnTo>
                  <a:pt x="6066" y="2476"/>
                </a:lnTo>
                <a:lnTo>
                  <a:pt x="6032" y="2467"/>
                </a:lnTo>
                <a:moveTo>
                  <a:pt x="5989" y="2264"/>
                </a:moveTo>
                <a:lnTo>
                  <a:pt x="5981" y="2278"/>
                </a:lnTo>
                <a:lnTo>
                  <a:pt x="5979" y="2285"/>
                </a:lnTo>
                <a:lnTo>
                  <a:pt x="5978" y="2293"/>
                </a:lnTo>
                <a:lnTo>
                  <a:pt x="5978" y="2305"/>
                </a:lnTo>
                <a:moveTo>
                  <a:pt x="5741" y="2179"/>
                </a:moveTo>
                <a:lnTo>
                  <a:pt x="5760" y="2182"/>
                </a:lnTo>
                <a:moveTo>
                  <a:pt x="5789" y="2188"/>
                </a:moveTo>
                <a:lnTo>
                  <a:pt x="5760" y="2182"/>
                </a:lnTo>
                <a:moveTo>
                  <a:pt x="5736" y="2179"/>
                </a:moveTo>
                <a:lnTo>
                  <a:pt x="5741" y="2179"/>
                </a:lnTo>
                <a:moveTo>
                  <a:pt x="5675" y="1716"/>
                </a:moveTo>
                <a:lnTo>
                  <a:pt x="5694" y="1653"/>
                </a:lnTo>
                <a:moveTo>
                  <a:pt x="4894" y="2310"/>
                </a:moveTo>
                <a:lnTo>
                  <a:pt x="4821" y="2247"/>
                </a:lnTo>
                <a:lnTo>
                  <a:pt x="4814" y="2241"/>
                </a:lnTo>
                <a:moveTo>
                  <a:pt x="5294" y="2556"/>
                </a:moveTo>
                <a:lnTo>
                  <a:pt x="5315" y="2552"/>
                </a:lnTo>
                <a:lnTo>
                  <a:pt x="5357" y="2540"/>
                </a:lnTo>
                <a:moveTo>
                  <a:pt x="5357" y="2540"/>
                </a:moveTo>
                <a:lnTo>
                  <a:pt x="5361" y="2540"/>
                </a:lnTo>
                <a:lnTo>
                  <a:pt x="5377" y="2537"/>
                </a:lnTo>
                <a:lnTo>
                  <a:pt x="5389" y="2537"/>
                </a:lnTo>
                <a:lnTo>
                  <a:pt x="5398" y="2537"/>
                </a:lnTo>
                <a:lnTo>
                  <a:pt x="5407" y="2538"/>
                </a:lnTo>
                <a:lnTo>
                  <a:pt x="5415" y="2540"/>
                </a:lnTo>
                <a:lnTo>
                  <a:pt x="5422" y="2544"/>
                </a:lnTo>
                <a:moveTo>
                  <a:pt x="5663" y="2068"/>
                </a:moveTo>
                <a:lnTo>
                  <a:pt x="5651" y="2090"/>
                </a:lnTo>
                <a:moveTo>
                  <a:pt x="4982" y="2390"/>
                </a:moveTo>
                <a:lnTo>
                  <a:pt x="4980" y="2388"/>
                </a:lnTo>
                <a:lnTo>
                  <a:pt x="4894" y="2310"/>
                </a:lnTo>
                <a:moveTo>
                  <a:pt x="4992" y="2399"/>
                </a:moveTo>
                <a:lnTo>
                  <a:pt x="4982" y="2390"/>
                </a:lnTo>
                <a:moveTo>
                  <a:pt x="3834" y="1592"/>
                </a:moveTo>
                <a:lnTo>
                  <a:pt x="3840" y="1598"/>
                </a:lnTo>
                <a:lnTo>
                  <a:pt x="3846" y="1603"/>
                </a:lnTo>
                <a:lnTo>
                  <a:pt x="3853" y="1609"/>
                </a:lnTo>
                <a:lnTo>
                  <a:pt x="3863" y="1614"/>
                </a:lnTo>
                <a:moveTo>
                  <a:pt x="3617" y="1805"/>
                </a:moveTo>
                <a:lnTo>
                  <a:pt x="3617" y="1811"/>
                </a:lnTo>
                <a:moveTo>
                  <a:pt x="3617" y="1828"/>
                </a:moveTo>
                <a:lnTo>
                  <a:pt x="3617" y="1811"/>
                </a:lnTo>
                <a:moveTo>
                  <a:pt x="3622" y="1720"/>
                </a:moveTo>
                <a:lnTo>
                  <a:pt x="3622" y="1729"/>
                </a:lnTo>
                <a:moveTo>
                  <a:pt x="3621" y="1743"/>
                </a:moveTo>
                <a:lnTo>
                  <a:pt x="3622" y="1729"/>
                </a:lnTo>
                <a:moveTo>
                  <a:pt x="3622" y="1718"/>
                </a:moveTo>
                <a:lnTo>
                  <a:pt x="3622" y="1720"/>
                </a:lnTo>
                <a:moveTo>
                  <a:pt x="3622" y="1718"/>
                </a:moveTo>
                <a:lnTo>
                  <a:pt x="3623" y="1697"/>
                </a:lnTo>
                <a:moveTo>
                  <a:pt x="3620" y="1762"/>
                </a:moveTo>
                <a:lnTo>
                  <a:pt x="3621" y="1743"/>
                </a:lnTo>
                <a:moveTo>
                  <a:pt x="3619" y="1781"/>
                </a:moveTo>
                <a:lnTo>
                  <a:pt x="3617" y="1805"/>
                </a:lnTo>
                <a:moveTo>
                  <a:pt x="3617" y="1828"/>
                </a:moveTo>
                <a:lnTo>
                  <a:pt x="3616" y="1836"/>
                </a:lnTo>
                <a:moveTo>
                  <a:pt x="3615" y="1861"/>
                </a:moveTo>
                <a:lnTo>
                  <a:pt x="3616" y="1836"/>
                </a:lnTo>
                <a:moveTo>
                  <a:pt x="3615" y="1868"/>
                </a:moveTo>
                <a:lnTo>
                  <a:pt x="3612" y="1889"/>
                </a:lnTo>
                <a:moveTo>
                  <a:pt x="3611" y="1899"/>
                </a:moveTo>
                <a:lnTo>
                  <a:pt x="3612" y="1889"/>
                </a:lnTo>
                <a:moveTo>
                  <a:pt x="3615" y="1868"/>
                </a:moveTo>
                <a:lnTo>
                  <a:pt x="3615" y="1864"/>
                </a:lnTo>
                <a:lnTo>
                  <a:pt x="3615" y="1861"/>
                </a:lnTo>
                <a:moveTo>
                  <a:pt x="3607" y="1958"/>
                </a:moveTo>
                <a:lnTo>
                  <a:pt x="3608" y="1930"/>
                </a:lnTo>
                <a:moveTo>
                  <a:pt x="3611" y="1899"/>
                </a:moveTo>
                <a:lnTo>
                  <a:pt x="3611" y="1904"/>
                </a:lnTo>
                <a:lnTo>
                  <a:pt x="3608" y="1930"/>
                </a:lnTo>
                <a:moveTo>
                  <a:pt x="3620" y="1762"/>
                </a:moveTo>
                <a:lnTo>
                  <a:pt x="3620" y="1764"/>
                </a:lnTo>
                <a:moveTo>
                  <a:pt x="3619" y="1781"/>
                </a:moveTo>
                <a:lnTo>
                  <a:pt x="3620" y="1764"/>
                </a:lnTo>
                <a:moveTo>
                  <a:pt x="3625" y="1683"/>
                </a:moveTo>
                <a:lnTo>
                  <a:pt x="3627" y="1671"/>
                </a:lnTo>
                <a:moveTo>
                  <a:pt x="3741" y="1526"/>
                </a:moveTo>
                <a:lnTo>
                  <a:pt x="3721" y="1519"/>
                </a:lnTo>
                <a:moveTo>
                  <a:pt x="3716" y="1518"/>
                </a:moveTo>
                <a:lnTo>
                  <a:pt x="3721" y="1519"/>
                </a:lnTo>
                <a:moveTo>
                  <a:pt x="3716" y="1518"/>
                </a:moveTo>
                <a:lnTo>
                  <a:pt x="3715" y="1517"/>
                </a:lnTo>
                <a:moveTo>
                  <a:pt x="3703" y="1513"/>
                </a:moveTo>
                <a:lnTo>
                  <a:pt x="3715" y="1517"/>
                </a:lnTo>
                <a:moveTo>
                  <a:pt x="3681" y="1505"/>
                </a:moveTo>
                <a:lnTo>
                  <a:pt x="3703" y="1513"/>
                </a:lnTo>
                <a:moveTo>
                  <a:pt x="3658" y="1557"/>
                </a:moveTo>
                <a:lnTo>
                  <a:pt x="3662" y="1547"/>
                </a:lnTo>
                <a:lnTo>
                  <a:pt x="3665" y="1540"/>
                </a:lnTo>
                <a:moveTo>
                  <a:pt x="3811" y="1567"/>
                </a:moveTo>
                <a:lnTo>
                  <a:pt x="3799" y="1557"/>
                </a:lnTo>
                <a:moveTo>
                  <a:pt x="3903" y="1634"/>
                </a:moveTo>
                <a:lnTo>
                  <a:pt x="3882" y="1623"/>
                </a:lnTo>
                <a:moveTo>
                  <a:pt x="3811" y="1567"/>
                </a:moveTo>
                <a:lnTo>
                  <a:pt x="3815" y="1572"/>
                </a:lnTo>
                <a:moveTo>
                  <a:pt x="3821" y="1578"/>
                </a:moveTo>
                <a:lnTo>
                  <a:pt x="3817" y="1572"/>
                </a:lnTo>
                <a:lnTo>
                  <a:pt x="3815" y="1572"/>
                </a:lnTo>
                <a:moveTo>
                  <a:pt x="4225" y="1751"/>
                </a:moveTo>
                <a:lnTo>
                  <a:pt x="4229" y="1754"/>
                </a:lnTo>
                <a:lnTo>
                  <a:pt x="4245" y="1769"/>
                </a:lnTo>
                <a:moveTo>
                  <a:pt x="4190" y="1722"/>
                </a:moveTo>
                <a:lnTo>
                  <a:pt x="4196" y="1723"/>
                </a:lnTo>
                <a:lnTo>
                  <a:pt x="4225" y="1751"/>
                </a:lnTo>
                <a:moveTo>
                  <a:pt x="4168" y="1718"/>
                </a:moveTo>
                <a:lnTo>
                  <a:pt x="4176" y="1719"/>
                </a:lnTo>
                <a:lnTo>
                  <a:pt x="4190" y="1722"/>
                </a:lnTo>
                <a:moveTo>
                  <a:pt x="4152" y="1713"/>
                </a:moveTo>
                <a:lnTo>
                  <a:pt x="4168" y="1718"/>
                </a:lnTo>
                <a:moveTo>
                  <a:pt x="4119" y="1708"/>
                </a:moveTo>
                <a:lnTo>
                  <a:pt x="4142" y="1712"/>
                </a:lnTo>
                <a:lnTo>
                  <a:pt x="4152" y="1713"/>
                </a:lnTo>
                <a:moveTo>
                  <a:pt x="3821" y="1578"/>
                </a:moveTo>
                <a:lnTo>
                  <a:pt x="3834" y="1592"/>
                </a:lnTo>
                <a:moveTo>
                  <a:pt x="3926" y="1648"/>
                </a:moveTo>
                <a:lnTo>
                  <a:pt x="3913" y="1640"/>
                </a:lnTo>
                <a:lnTo>
                  <a:pt x="3903" y="1634"/>
                </a:lnTo>
                <a:moveTo>
                  <a:pt x="3930" y="1652"/>
                </a:moveTo>
                <a:lnTo>
                  <a:pt x="3926" y="1648"/>
                </a:lnTo>
                <a:moveTo>
                  <a:pt x="3956" y="1663"/>
                </a:moveTo>
                <a:lnTo>
                  <a:pt x="3949" y="1661"/>
                </a:lnTo>
                <a:lnTo>
                  <a:pt x="3930" y="1652"/>
                </a:lnTo>
                <a:moveTo>
                  <a:pt x="3981" y="1671"/>
                </a:moveTo>
                <a:lnTo>
                  <a:pt x="3971" y="1668"/>
                </a:lnTo>
                <a:lnTo>
                  <a:pt x="3956" y="1663"/>
                </a:lnTo>
                <a:moveTo>
                  <a:pt x="4017" y="1675"/>
                </a:moveTo>
                <a:lnTo>
                  <a:pt x="4010" y="1674"/>
                </a:lnTo>
                <a:lnTo>
                  <a:pt x="3981" y="1671"/>
                </a:lnTo>
                <a:moveTo>
                  <a:pt x="4039" y="1683"/>
                </a:moveTo>
                <a:lnTo>
                  <a:pt x="4034" y="1681"/>
                </a:lnTo>
                <a:lnTo>
                  <a:pt x="4017" y="1675"/>
                </a:lnTo>
                <a:moveTo>
                  <a:pt x="4044" y="1684"/>
                </a:moveTo>
                <a:lnTo>
                  <a:pt x="4039" y="1683"/>
                </a:lnTo>
                <a:moveTo>
                  <a:pt x="4056" y="1688"/>
                </a:moveTo>
                <a:lnTo>
                  <a:pt x="4044" y="1684"/>
                </a:lnTo>
                <a:moveTo>
                  <a:pt x="4059" y="1690"/>
                </a:moveTo>
                <a:lnTo>
                  <a:pt x="4056" y="1688"/>
                </a:lnTo>
                <a:moveTo>
                  <a:pt x="4099" y="1703"/>
                </a:moveTo>
                <a:lnTo>
                  <a:pt x="4108" y="1705"/>
                </a:lnTo>
                <a:lnTo>
                  <a:pt x="4115" y="1707"/>
                </a:lnTo>
                <a:lnTo>
                  <a:pt x="4119" y="1708"/>
                </a:lnTo>
                <a:moveTo>
                  <a:pt x="6300" y="2797"/>
                </a:moveTo>
                <a:lnTo>
                  <a:pt x="6300" y="2799"/>
                </a:lnTo>
                <a:lnTo>
                  <a:pt x="6301" y="2802"/>
                </a:lnTo>
                <a:lnTo>
                  <a:pt x="6301" y="2804"/>
                </a:lnTo>
                <a:lnTo>
                  <a:pt x="6304" y="2814"/>
                </a:lnTo>
                <a:moveTo>
                  <a:pt x="6300" y="2797"/>
                </a:moveTo>
                <a:lnTo>
                  <a:pt x="6300" y="2794"/>
                </a:lnTo>
                <a:lnTo>
                  <a:pt x="6299" y="2791"/>
                </a:lnTo>
                <a:lnTo>
                  <a:pt x="6299" y="2789"/>
                </a:lnTo>
                <a:lnTo>
                  <a:pt x="6297" y="2784"/>
                </a:lnTo>
                <a:lnTo>
                  <a:pt x="6288" y="2774"/>
                </a:lnTo>
                <a:lnTo>
                  <a:pt x="6277" y="2761"/>
                </a:lnTo>
                <a:lnTo>
                  <a:pt x="6267" y="2745"/>
                </a:lnTo>
                <a:lnTo>
                  <a:pt x="6248" y="2715"/>
                </a:lnTo>
                <a:lnTo>
                  <a:pt x="6241" y="2700"/>
                </a:lnTo>
                <a:moveTo>
                  <a:pt x="6478" y="4"/>
                </a:moveTo>
                <a:lnTo>
                  <a:pt x="6489" y="0"/>
                </a:lnTo>
                <a:moveTo>
                  <a:pt x="5931" y="1668"/>
                </a:moveTo>
                <a:lnTo>
                  <a:pt x="5966" y="1687"/>
                </a:lnTo>
                <a:moveTo>
                  <a:pt x="1400" y="862"/>
                </a:moveTo>
                <a:lnTo>
                  <a:pt x="1407" y="885"/>
                </a:lnTo>
                <a:moveTo>
                  <a:pt x="1443" y="997"/>
                </a:moveTo>
                <a:lnTo>
                  <a:pt x="1437" y="977"/>
                </a:lnTo>
                <a:lnTo>
                  <a:pt x="1422" y="932"/>
                </a:lnTo>
                <a:lnTo>
                  <a:pt x="1407" y="885"/>
                </a:lnTo>
                <a:moveTo>
                  <a:pt x="1306" y="705"/>
                </a:moveTo>
                <a:lnTo>
                  <a:pt x="1304" y="710"/>
                </a:lnTo>
                <a:moveTo>
                  <a:pt x="1371" y="771"/>
                </a:moveTo>
                <a:lnTo>
                  <a:pt x="1354" y="729"/>
                </a:lnTo>
                <a:lnTo>
                  <a:pt x="1352" y="726"/>
                </a:lnTo>
                <a:lnTo>
                  <a:pt x="1348" y="725"/>
                </a:lnTo>
                <a:lnTo>
                  <a:pt x="1345" y="724"/>
                </a:lnTo>
                <a:lnTo>
                  <a:pt x="1330" y="720"/>
                </a:lnTo>
                <a:lnTo>
                  <a:pt x="1314" y="715"/>
                </a:lnTo>
                <a:lnTo>
                  <a:pt x="1310" y="713"/>
                </a:lnTo>
                <a:lnTo>
                  <a:pt x="1308" y="712"/>
                </a:lnTo>
                <a:lnTo>
                  <a:pt x="1304" y="710"/>
                </a:lnTo>
                <a:moveTo>
                  <a:pt x="1304" y="710"/>
                </a:moveTo>
                <a:lnTo>
                  <a:pt x="1296" y="707"/>
                </a:lnTo>
                <a:lnTo>
                  <a:pt x="1277" y="702"/>
                </a:lnTo>
                <a:lnTo>
                  <a:pt x="1266" y="699"/>
                </a:lnTo>
                <a:lnTo>
                  <a:pt x="1250" y="694"/>
                </a:lnTo>
                <a:moveTo>
                  <a:pt x="1250" y="684"/>
                </a:moveTo>
                <a:lnTo>
                  <a:pt x="1248" y="683"/>
                </a:lnTo>
                <a:lnTo>
                  <a:pt x="1241" y="681"/>
                </a:lnTo>
                <a:lnTo>
                  <a:pt x="1173" y="665"/>
                </a:lnTo>
                <a:moveTo>
                  <a:pt x="1250" y="690"/>
                </a:moveTo>
                <a:lnTo>
                  <a:pt x="1239" y="688"/>
                </a:lnTo>
                <a:lnTo>
                  <a:pt x="1226" y="684"/>
                </a:lnTo>
                <a:lnTo>
                  <a:pt x="1171" y="671"/>
                </a:lnTo>
                <a:moveTo>
                  <a:pt x="1250" y="690"/>
                </a:moveTo>
                <a:lnTo>
                  <a:pt x="1258" y="692"/>
                </a:lnTo>
                <a:lnTo>
                  <a:pt x="1277" y="697"/>
                </a:lnTo>
                <a:lnTo>
                  <a:pt x="1280" y="698"/>
                </a:lnTo>
                <a:lnTo>
                  <a:pt x="1306" y="705"/>
                </a:lnTo>
                <a:moveTo>
                  <a:pt x="904" y="1937"/>
                </a:moveTo>
                <a:lnTo>
                  <a:pt x="906" y="1935"/>
                </a:lnTo>
                <a:lnTo>
                  <a:pt x="908" y="1933"/>
                </a:lnTo>
                <a:lnTo>
                  <a:pt x="911" y="1930"/>
                </a:lnTo>
                <a:lnTo>
                  <a:pt x="917" y="1926"/>
                </a:lnTo>
                <a:lnTo>
                  <a:pt x="944" y="1914"/>
                </a:lnTo>
                <a:moveTo>
                  <a:pt x="2291" y="1339"/>
                </a:moveTo>
                <a:lnTo>
                  <a:pt x="2279" y="1347"/>
                </a:lnTo>
                <a:moveTo>
                  <a:pt x="1670" y="2779"/>
                </a:moveTo>
                <a:lnTo>
                  <a:pt x="1806" y="2772"/>
                </a:lnTo>
                <a:moveTo>
                  <a:pt x="553" y="2812"/>
                </a:moveTo>
                <a:lnTo>
                  <a:pt x="556" y="2801"/>
                </a:lnTo>
                <a:lnTo>
                  <a:pt x="562" y="2787"/>
                </a:lnTo>
                <a:lnTo>
                  <a:pt x="569" y="2774"/>
                </a:lnTo>
                <a:lnTo>
                  <a:pt x="570" y="2772"/>
                </a:lnTo>
                <a:lnTo>
                  <a:pt x="574" y="2767"/>
                </a:lnTo>
                <a:lnTo>
                  <a:pt x="579" y="2754"/>
                </a:lnTo>
                <a:moveTo>
                  <a:pt x="553" y="2812"/>
                </a:moveTo>
                <a:lnTo>
                  <a:pt x="560" y="2802"/>
                </a:lnTo>
                <a:lnTo>
                  <a:pt x="564" y="2797"/>
                </a:lnTo>
                <a:lnTo>
                  <a:pt x="565" y="2794"/>
                </a:lnTo>
                <a:lnTo>
                  <a:pt x="567" y="2791"/>
                </a:lnTo>
                <a:lnTo>
                  <a:pt x="570" y="2783"/>
                </a:lnTo>
                <a:lnTo>
                  <a:pt x="582" y="2760"/>
                </a:lnTo>
                <a:lnTo>
                  <a:pt x="586" y="2754"/>
                </a:lnTo>
                <a:lnTo>
                  <a:pt x="592" y="2742"/>
                </a:lnTo>
                <a:lnTo>
                  <a:pt x="600" y="2728"/>
                </a:lnTo>
                <a:lnTo>
                  <a:pt x="605" y="2718"/>
                </a:lnTo>
                <a:lnTo>
                  <a:pt x="608" y="2712"/>
                </a:lnTo>
                <a:lnTo>
                  <a:pt x="620" y="2700"/>
                </a:lnTo>
                <a:moveTo>
                  <a:pt x="2953" y="2780"/>
                </a:moveTo>
                <a:lnTo>
                  <a:pt x="2975" y="2778"/>
                </a:lnTo>
                <a:lnTo>
                  <a:pt x="2979" y="2779"/>
                </a:lnTo>
                <a:moveTo>
                  <a:pt x="2953" y="2780"/>
                </a:moveTo>
                <a:lnTo>
                  <a:pt x="2936" y="2782"/>
                </a:lnTo>
                <a:lnTo>
                  <a:pt x="2926" y="2783"/>
                </a:lnTo>
                <a:lnTo>
                  <a:pt x="2912" y="2785"/>
                </a:lnTo>
                <a:lnTo>
                  <a:pt x="2890" y="2785"/>
                </a:lnTo>
                <a:lnTo>
                  <a:pt x="2880" y="2784"/>
                </a:lnTo>
                <a:lnTo>
                  <a:pt x="2873" y="2784"/>
                </a:lnTo>
                <a:lnTo>
                  <a:pt x="2867" y="2782"/>
                </a:lnTo>
                <a:lnTo>
                  <a:pt x="2864" y="2780"/>
                </a:lnTo>
                <a:moveTo>
                  <a:pt x="5132" y="516"/>
                </a:moveTo>
                <a:lnTo>
                  <a:pt x="5174" y="499"/>
                </a:lnTo>
                <a:moveTo>
                  <a:pt x="2175" y="2985"/>
                </a:moveTo>
                <a:lnTo>
                  <a:pt x="2177" y="3001"/>
                </a:lnTo>
                <a:lnTo>
                  <a:pt x="2178" y="3014"/>
                </a:lnTo>
                <a:moveTo>
                  <a:pt x="5789" y="2188"/>
                </a:moveTo>
                <a:lnTo>
                  <a:pt x="5813" y="2193"/>
                </a:lnTo>
                <a:moveTo>
                  <a:pt x="2580" y="2014"/>
                </a:moveTo>
                <a:lnTo>
                  <a:pt x="2584" y="2012"/>
                </a:lnTo>
                <a:lnTo>
                  <a:pt x="2627" y="1995"/>
                </a:lnTo>
                <a:moveTo>
                  <a:pt x="4042" y="3167"/>
                </a:moveTo>
                <a:lnTo>
                  <a:pt x="4039" y="3167"/>
                </a:lnTo>
                <a:lnTo>
                  <a:pt x="4035" y="3166"/>
                </a:lnTo>
                <a:lnTo>
                  <a:pt x="4031" y="3166"/>
                </a:lnTo>
                <a:lnTo>
                  <a:pt x="4028" y="3166"/>
                </a:lnTo>
                <a:lnTo>
                  <a:pt x="4023" y="3167"/>
                </a:lnTo>
                <a:moveTo>
                  <a:pt x="4019" y="3191"/>
                </a:moveTo>
                <a:lnTo>
                  <a:pt x="4023" y="3167"/>
                </a:lnTo>
                <a:moveTo>
                  <a:pt x="4014" y="3189"/>
                </a:moveTo>
                <a:lnTo>
                  <a:pt x="4021" y="3153"/>
                </a:lnTo>
                <a:moveTo>
                  <a:pt x="5447" y="2549"/>
                </a:moveTo>
                <a:lnTo>
                  <a:pt x="5454" y="2549"/>
                </a:lnTo>
                <a:lnTo>
                  <a:pt x="5463" y="2545"/>
                </a:lnTo>
                <a:moveTo>
                  <a:pt x="5422" y="2544"/>
                </a:moveTo>
                <a:lnTo>
                  <a:pt x="5430" y="2547"/>
                </a:lnTo>
                <a:lnTo>
                  <a:pt x="5440" y="2549"/>
                </a:lnTo>
                <a:lnTo>
                  <a:pt x="5447" y="2549"/>
                </a:lnTo>
                <a:moveTo>
                  <a:pt x="5524" y="1310"/>
                </a:moveTo>
                <a:lnTo>
                  <a:pt x="5527" y="1319"/>
                </a:lnTo>
                <a:lnTo>
                  <a:pt x="5532" y="1330"/>
                </a:lnTo>
                <a:lnTo>
                  <a:pt x="5567" y="1389"/>
                </a:lnTo>
                <a:lnTo>
                  <a:pt x="5573" y="1400"/>
                </a:lnTo>
                <a:lnTo>
                  <a:pt x="5576" y="1404"/>
                </a:lnTo>
                <a:lnTo>
                  <a:pt x="5584" y="1419"/>
                </a:lnTo>
                <a:moveTo>
                  <a:pt x="5524" y="1310"/>
                </a:moveTo>
                <a:lnTo>
                  <a:pt x="5507" y="1257"/>
                </a:lnTo>
                <a:lnTo>
                  <a:pt x="5492" y="1197"/>
                </a:lnTo>
                <a:lnTo>
                  <a:pt x="5490" y="1183"/>
                </a:lnTo>
                <a:moveTo>
                  <a:pt x="5974" y="2387"/>
                </a:moveTo>
                <a:lnTo>
                  <a:pt x="5977" y="2382"/>
                </a:lnTo>
                <a:lnTo>
                  <a:pt x="5980" y="2377"/>
                </a:lnTo>
                <a:lnTo>
                  <a:pt x="5981" y="2374"/>
                </a:lnTo>
                <a:lnTo>
                  <a:pt x="5981" y="2372"/>
                </a:lnTo>
                <a:lnTo>
                  <a:pt x="5981" y="2369"/>
                </a:lnTo>
                <a:lnTo>
                  <a:pt x="5981" y="2367"/>
                </a:lnTo>
                <a:lnTo>
                  <a:pt x="5977" y="2348"/>
                </a:lnTo>
                <a:moveTo>
                  <a:pt x="3369" y="2165"/>
                </a:moveTo>
                <a:lnTo>
                  <a:pt x="3369" y="2160"/>
                </a:lnTo>
                <a:lnTo>
                  <a:pt x="3369" y="2155"/>
                </a:lnTo>
                <a:moveTo>
                  <a:pt x="3369" y="2165"/>
                </a:moveTo>
                <a:lnTo>
                  <a:pt x="3367" y="2169"/>
                </a:lnTo>
                <a:lnTo>
                  <a:pt x="3366" y="2170"/>
                </a:lnTo>
                <a:lnTo>
                  <a:pt x="3365" y="2172"/>
                </a:lnTo>
                <a:lnTo>
                  <a:pt x="3364" y="2172"/>
                </a:lnTo>
                <a:lnTo>
                  <a:pt x="3362" y="2173"/>
                </a:lnTo>
                <a:lnTo>
                  <a:pt x="3358" y="2175"/>
                </a:lnTo>
                <a:moveTo>
                  <a:pt x="1054" y="2229"/>
                </a:moveTo>
                <a:lnTo>
                  <a:pt x="1044" y="2233"/>
                </a:lnTo>
                <a:lnTo>
                  <a:pt x="1037" y="2237"/>
                </a:lnTo>
                <a:lnTo>
                  <a:pt x="1008" y="2266"/>
                </a:lnTo>
                <a:lnTo>
                  <a:pt x="1005" y="2269"/>
                </a:lnTo>
                <a:lnTo>
                  <a:pt x="1002" y="2271"/>
                </a:lnTo>
                <a:moveTo>
                  <a:pt x="1054" y="2229"/>
                </a:moveTo>
                <a:lnTo>
                  <a:pt x="1068" y="2224"/>
                </a:lnTo>
                <a:lnTo>
                  <a:pt x="1089" y="2217"/>
                </a:lnTo>
                <a:lnTo>
                  <a:pt x="1092" y="2216"/>
                </a:lnTo>
                <a:lnTo>
                  <a:pt x="1096" y="2214"/>
                </a:lnTo>
                <a:lnTo>
                  <a:pt x="1099" y="2211"/>
                </a:lnTo>
                <a:lnTo>
                  <a:pt x="1101" y="2208"/>
                </a:lnTo>
                <a:moveTo>
                  <a:pt x="1099" y="2202"/>
                </a:moveTo>
                <a:lnTo>
                  <a:pt x="1101" y="2208"/>
                </a:lnTo>
                <a:moveTo>
                  <a:pt x="1099" y="2202"/>
                </a:moveTo>
                <a:lnTo>
                  <a:pt x="1097" y="2199"/>
                </a:lnTo>
                <a:lnTo>
                  <a:pt x="1093" y="2197"/>
                </a:lnTo>
                <a:lnTo>
                  <a:pt x="1088" y="2194"/>
                </a:lnTo>
                <a:lnTo>
                  <a:pt x="1084" y="2194"/>
                </a:lnTo>
                <a:lnTo>
                  <a:pt x="1076" y="2198"/>
                </a:lnTo>
                <a:lnTo>
                  <a:pt x="1065" y="2204"/>
                </a:lnTo>
                <a:lnTo>
                  <a:pt x="1058" y="2207"/>
                </a:lnTo>
                <a:moveTo>
                  <a:pt x="1099" y="2202"/>
                </a:moveTo>
                <a:lnTo>
                  <a:pt x="1097" y="2189"/>
                </a:lnTo>
                <a:moveTo>
                  <a:pt x="1087" y="2155"/>
                </a:moveTo>
                <a:lnTo>
                  <a:pt x="1091" y="2167"/>
                </a:lnTo>
                <a:lnTo>
                  <a:pt x="1093" y="2175"/>
                </a:lnTo>
                <a:moveTo>
                  <a:pt x="1087" y="2155"/>
                </a:moveTo>
                <a:lnTo>
                  <a:pt x="1091" y="2158"/>
                </a:lnTo>
                <a:lnTo>
                  <a:pt x="1094" y="2160"/>
                </a:lnTo>
                <a:lnTo>
                  <a:pt x="1098" y="2162"/>
                </a:lnTo>
                <a:lnTo>
                  <a:pt x="1101" y="2161"/>
                </a:lnTo>
                <a:lnTo>
                  <a:pt x="1105" y="2160"/>
                </a:lnTo>
                <a:lnTo>
                  <a:pt x="1110" y="2157"/>
                </a:lnTo>
                <a:moveTo>
                  <a:pt x="2163" y="2772"/>
                </a:moveTo>
                <a:lnTo>
                  <a:pt x="2160" y="2765"/>
                </a:lnTo>
                <a:lnTo>
                  <a:pt x="2158" y="2762"/>
                </a:lnTo>
                <a:lnTo>
                  <a:pt x="2157" y="2759"/>
                </a:lnTo>
                <a:lnTo>
                  <a:pt x="2156" y="2755"/>
                </a:lnTo>
                <a:moveTo>
                  <a:pt x="2163" y="2772"/>
                </a:moveTo>
                <a:lnTo>
                  <a:pt x="2165" y="2789"/>
                </a:lnTo>
                <a:moveTo>
                  <a:pt x="2108" y="1646"/>
                </a:moveTo>
                <a:lnTo>
                  <a:pt x="2113" y="1648"/>
                </a:lnTo>
                <a:lnTo>
                  <a:pt x="2117" y="1653"/>
                </a:lnTo>
                <a:lnTo>
                  <a:pt x="2120" y="1657"/>
                </a:lnTo>
                <a:lnTo>
                  <a:pt x="2120" y="1661"/>
                </a:lnTo>
                <a:moveTo>
                  <a:pt x="2685" y="268"/>
                </a:moveTo>
                <a:lnTo>
                  <a:pt x="2715" y="257"/>
                </a:lnTo>
                <a:moveTo>
                  <a:pt x="1814" y="3212"/>
                </a:moveTo>
                <a:lnTo>
                  <a:pt x="1824" y="3217"/>
                </a:lnTo>
                <a:lnTo>
                  <a:pt x="1831" y="3220"/>
                </a:lnTo>
                <a:lnTo>
                  <a:pt x="1835" y="3222"/>
                </a:lnTo>
                <a:lnTo>
                  <a:pt x="1843" y="3226"/>
                </a:lnTo>
                <a:moveTo>
                  <a:pt x="1153" y="2891"/>
                </a:moveTo>
                <a:lnTo>
                  <a:pt x="1151" y="2898"/>
                </a:lnTo>
                <a:moveTo>
                  <a:pt x="1153" y="2891"/>
                </a:moveTo>
                <a:lnTo>
                  <a:pt x="1166" y="2894"/>
                </a:lnTo>
                <a:moveTo>
                  <a:pt x="1153" y="2891"/>
                </a:moveTo>
                <a:lnTo>
                  <a:pt x="1140" y="2887"/>
                </a:lnTo>
                <a:moveTo>
                  <a:pt x="909" y="2819"/>
                </a:moveTo>
                <a:lnTo>
                  <a:pt x="907" y="2826"/>
                </a:lnTo>
                <a:moveTo>
                  <a:pt x="907" y="2826"/>
                </a:moveTo>
                <a:lnTo>
                  <a:pt x="893" y="2820"/>
                </a:lnTo>
                <a:lnTo>
                  <a:pt x="868" y="2809"/>
                </a:lnTo>
                <a:lnTo>
                  <a:pt x="841" y="2798"/>
                </a:lnTo>
                <a:moveTo>
                  <a:pt x="909" y="2819"/>
                </a:moveTo>
                <a:lnTo>
                  <a:pt x="923" y="2823"/>
                </a:lnTo>
                <a:lnTo>
                  <a:pt x="930" y="2825"/>
                </a:lnTo>
                <a:lnTo>
                  <a:pt x="972" y="2838"/>
                </a:lnTo>
                <a:lnTo>
                  <a:pt x="1023" y="2851"/>
                </a:lnTo>
                <a:lnTo>
                  <a:pt x="1027" y="2853"/>
                </a:lnTo>
                <a:lnTo>
                  <a:pt x="1045" y="2858"/>
                </a:lnTo>
                <a:lnTo>
                  <a:pt x="1109" y="2878"/>
                </a:lnTo>
                <a:lnTo>
                  <a:pt x="1132" y="2884"/>
                </a:lnTo>
                <a:lnTo>
                  <a:pt x="1140" y="2887"/>
                </a:lnTo>
                <a:moveTo>
                  <a:pt x="4012" y="2264"/>
                </a:moveTo>
                <a:lnTo>
                  <a:pt x="4019" y="2265"/>
                </a:lnTo>
                <a:moveTo>
                  <a:pt x="4019" y="2265"/>
                </a:moveTo>
                <a:lnTo>
                  <a:pt x="4044" y="2271"/>
                </a:lnTo>
                <a:moveTo>
                  <a:pt x="4019" y="2265"/>
                </a:moveTo>
                <a:lnTo>
                  <a:pt x="4020" y="2269"/>
                </a:lnTo>
                <a:lnTo>
                  <a:pt x="4020" y="2270"/>
                </a:lnTo>
                <a:moveTo>
                  <a:pt x="4007" y="2263"/>
                </a:moveTo>
                <a:lnTo>
                  <a:pt x="4012" y="2264"/>
                </a:lnTo>
                <a:moveTo>
                  <a:pt x="3701" y="2561"/>
                </a:moveTo>
                <a:lnTo>
                  <a:pt x="3685" y="2527"/>
                </a:lnTo>
                <a:lnTo>
                  <a:pt x="3674" y="2503"/>
                </a:lnTo>
                <a:lnTo>
                  <a:pt x="3668" y="2490"/>
                </a:lnTo>
                <a:lnTo>
                  <a:pt x="3651" y="2455"/>
                </a:lnTo>
                <a:lnTo>
                  <a:pt x="3642" y="2436"/>
                </a:lnTo>
                <a:lnTo>
                  <a:pt x="3640" y="2431"/>
                </a:lnTo>
                <a:lnTo>
                  <a:pt x="3607" y="2380"/>
                </a:lnTo>
                <a:lnTo>
                  <a:pt x="3600" y="2370"/>
                </a:lnTo>
                <a:lnTo>
                  <a:pt x="3586" y="2355"/>
                </a:lnTo>
                <a:lnTo>
                  <a:pt x="3578" y="2347"/>
                </a:lnTo>
                <a:lnTo>
                  <a:pt x="3557" y="2325"/>
                </a:lnTo>
                <a:lnTo>
                  <a:pt x="3545" y="2314"/>
                </a:lnTo>
                <a:lnTo>
                  <a:pt x="3533" y="2306"/>
                </a:lnTo>
                <a:lnTo>
                  <a:pt x="3518" y="2294"/>
                </a:lnTo>
                <a:lnTo>
                  <a:pt x="3509" y="2289"/>
                </a:lnTo>
                <a:lnTo>
                  <a:pt x="3499" y="2282"/>
                </a:lnTo>
                <a:lnTo>
                  <a:pt x="3485" y="2271"/>
                </a:lnTo>
                <a:moveTo>
                  <a:pt x="1958" y="2771"/>
                </a:moveTo>
                <a:lnTo>
                  <a:pt x="1958" y="2765"/>
                </a:lnTo>
                <a:moveTo>
                  <a:pt x="1977" y="2784"/>
                </a:moveTo>
                <a:lnTo>
                  <a:pt x="1962" y="2773"/>
                </a:lnTo>
                <a:lnTo>
                  <a:pt x="1958" y="2771"/>
                </a:lnTo>
                <a:moveTo>
                  <a:pt x="1250" y="694"/>
                </a:moveTo>
                <a:lnTo>
                  <a:pt x="1243" y="693"/>
                </a:lnTo>
                <a:lnTo>
                  <a:pt x="1229" y="689"/>
                </a:lnTo>
                <a:moveTo>
                  <a:pt x="1229" y="689"/>
                </a:moveTo>
                <a:lnTo>
                  <a:pt x="1200" y="682"/>
                </a:lnTo>
                <a:lnTo>
                  <a:pt x="1174" y="675"/>
                </a:lnTo>
                <a:lnTo>
                  <a:pt x="1172" y="675"/>
                </a:lnTo>
                <a:lnTo>
                  <a:pt x="1171" y="673"/>
                </a:lnTo>
                <a:lnTo>
                  <a:pt x="1171" y="671"/>
                </a:lnTo>
                <a:moveTo>
                  <a:pt x="1268" y="683"/>
                </a:moveTo>
                <a:lnTo>
                  <a:pt x="1289" y="688"/>
                </a:lnTo>
                <a:lnTo>
                  <a:pt x="1326" y="697"/>
                </a:lnTo>
                <a:moveTo>
                  <a:pt x="1268" y="683"/>
                </a:moveTo>
                <a:lnTo>
                  <a:pt x="1265" y="682"/>
                </a:lnTo>
                <a:lnTo>
                  <a:pt x="1250" y="678"/>
                </a:lnTo>
                <a:lnTo>
                  <a:pt x="1207" y="668"/>
                </a:lnTo>
                <a:lnTo>
                  <a:pt x="1192" y="665"/>
                </a:lnTo>
                <a:moveTo>
                  <a:pt x="1192" y="665"/>
                </a:moveTo>
                <a:lnTo>
                  <a:pt x="1184" y="663"/>
                </a:lnTo>
                <a:lnTo>
                  <a:pt x="1178" y="662"/>
                </a:lnTo>
                <a:lnTo>
                  <a:pt x="1176" y="662"/>
                </a:lnTo>
                <a:lnTo>
                  <a:pt x="1175" y="663"/>
                </a:lnTo>
                <a:lnTo>
                  <a:pt x="1173" y="665"/>
                </a:lnTo>
                <a:moveTo>
                  <a:pt x="1173" y="665"/>
                </a:moveTo>
                <a:lnTo>
                  <a:pt x="1171" y="671"/>
                </a:lnTo>
                <a:moveTo>
                  <a:pt x="1173" y="665"/>
                </a:moveTo>
                <a:lnTo>
                  <a:pt x="1151" y="660"/>
                </a:lnTo>
                <a:lnTo>
                  <a:pt x="1041" y="634"/>
                </a:lnTo>
                <a:lnTo>
                  <a:pt x="1018" y="629"/>
                </a:lnTo>
                <a:lnTo>
                  <a:pt x="1002" y="624"/>
                </a:lnTo>
                <a:lnTo>
                  <a:pt x="963" y="609"/>
                </a:lnTo>
                <a:lnTo>
                  <a:pt x="941" y="599"/>
                </a:lnTo>
                <a:lnTo>
                  <a:pt x="926" y="591"/>
                </a:lnTo>
                <a:lnTo>
                  <a:pt x="894" y="572"/>
                </a:lnTo>
                <a:lnTo>
                  <a:pt x="861" y="550"/>
                </a:lnTo>
                <a:lnTo>
                  <a:pt x="825" y="522"/>
                </a:lnTo>
                <a:lnTo>
                  <a:pt x="785" y="490"/>
                </a:lnTo>
                <a:lnTo>
                  <a:pt x="782" y="488"/>
                </a:lnTo>
                <a:lnTo>
                  <a:pt x="779" y="485"/>
                </a:lnTo>
                <a:lnTo>
                  <a:pt x="762" y="473"/>
                </a:lnTo>
                <a:lnTo>
                  <a:pt x="732" y="456"/>
                </a:lnTo>
                <a:lnTo>
                  <a:pt x="711" y="447"/>
                </a:lnTo>
                <a:lnTo>
                  <a:pt x="682" y="437"/>
                </a:lnTo>
                <a:lnTo>
                  <a:pt x="670" y="433"/>
                </a:lnTo>
                <a:lnTo>
                  <a:pt x="667" y="433"/>
                </a:lnTo>
                <a:lnTo>
                  <a:pt x="649" y="430"/>
                </a:lnTo>
                <a:lnTo>
                  <a:pt x="634" y="428"/>
                </a:lnTo>
                <a:lnTo>
                  <a:pt x="619" y="428"/>
                </a:lnTo>
                <a:lnTo>
                  <a:pt x="597" y="428"/>
                </a:lnTo>
                <a:lnTo>
                  <a:pt x="579" y="430"/>
                </a:lnTo>
                <a:lnTo>
                  <a:pt x="567" y="431"/>
                </a:lnTo>
                <a:lnTo>
                  <a:pt x="562" y="432"/>
                </a:lnTo>
                <a:lnTo>
                  <a:pt x="555" y="433"/>
                </a:lnTo>
                <a:lnTo>
                  <a:pt x="553" y="434"/>
                </a:lnTo>
                <a:lnTo>
                  <a:pt x="497" y="448"/>
                </a:lnTo>
                <a:lnTo>
                  <a:pt x="474" y="453"/>
                </a:lnTo>
                <a:lnTo>
                  <a:pt x="454" y="458"/>
                </a:lnTo>
                <a:lnTo>
                  <a:pt x="423" y="465"/>
                </a:lnTo>
                <a:lnTo>
                  <a:pt x="406" y="468"/>
                </a:lnTo>
                <a:lnTo>
                  <a:pt x="368" y="475"/>
                </a:lnTo>
                <a:lnTo>
                  <a:pt x="343" y="480"/>
                </a:lnTo>
                <a:moveTo>
                  <a:pt x="1653" y="1747"/>
                </a:moveTo>
                <a:lnTo>
                  <a:pt x="1632" y="1745"/>
                </a:lnTo>
                <a:lnTo>
                  <a:pt x="1628" y="1745"/>
                </a:lnTo>
                <a:lnTo>
                  <a:pt x="1621" y="1744"/>
                </a:lnTo>
                <a:lnTo>
                  <a:pt x="1574" y="1741"/>
                </a:lnTo>
                <a:moveTo>
                  <a:pt x="343" y="487"/>
                </a:moveTo>
                <a:lnTo>
                  <a:pt x="343" y="480"/>
                </a:lnTo>
                <a:moveTo>
                  <a:pt x="343" y="487"/>
                </a:moveTo>
                <a:lnTo>
                  <a:pt x="324" y="491"/>
                </a:lnTo>
                <a:lnTo>
                  <a:pt x="279" y="500"/>
                </a:lnTo>
                <a:lnTo>
                  <a:pt x="245" y="507"/>
                </a:lnTo>
                <a:lnTo>
                  <a:pt x="217" y="511"/>
                </a:lnTo>
                <a:lnTo>
                  <a:pt x="208" y="512"/>
                </a:lnTo>
                <a:moveTo>
                  <a:pt x="902" y="1942"/>
                </a:moveTo>
                <a:lnTo>
                  <a:pt x="899" y="1940"/>
                </a:lnTo>
                <a:moveTo>
                  <a:pt x="899" y="1940"/>
                </a:moveTo>
                <a:lnTo>
                  <a:pt x="904" y="1937"/>
                </a:lnTo>
                <a:moveTo>
                  <a:pt x="899" y="1940"/>
                </a:moveTo>
                <a:lnTo>
                  <a:pt x="894" y="1947"/>
                </a:lnTo>
                <a:lnTo>
                  <a:pt x="891" y="1952"/>
                </a:lnTo>
                <a:lnTo>
                  <a:pt x="890" y="1955"/>
                </a:lnTo>
                <a:lnTo>
                  <a:pt x="887" y="1958"/>
                </a:lnTo>
                <a:lnTo>
                  <a:pt x="885" y="1962"/>
                </a:lnTo>
                <a:lnTo>
                  <a:pt x="882" y="1968"/>
                </a:lnTo>
                <a:lnTo>
                  <a:pt x="880" y="1972"/>
                </a:lnTo>
                <a:lnTo>
                  <a:pt x="875" y="1980"/>
                </a:lnTo>
                <a:lnTo>
                  <a:pt x="872" y="1987"/>
                </a:lnTo>
                <a:moveTo>
                  <a:pt x="899" y="1940"/>
                </a:moveTo>
                <a:lnTo>
                  <a:pt x="892" y="1940"/>
                </a:lnTo>
                <a:lnTo>
                  <a:pt x="888" y="1942"/>
                </a:lnTo>
                <a:lnTo>
                  <a:pt x="843" y="1968"/>
                </a:lnTo>
                <a:moveTo>
                  <a:pt x="869" y="1992"/>
                </a:moveTo>
                <a:lnTo>
                  <a:pt x="872" y="1987"/>
                </a:lnTo>
                <a:moveTo>
                  <a:pt x="869" y="1992"/>
                </a:moveTo>
                <a:lnTo>
                  <a:pt x="869" y="1992"/>
                </a:lnTo>
                <a:lnTo>
                  <a:pt x="868" y="1997"/>
                </a:lnTo>
                <a:lnTo>
                  <a:pt x="867" y="1998"/>
                </a:lnTo>
                <a:lnTo>
                  <a:pt x="868" y="2001"/>
                </a:lnTo>
                <a:moveTo>
                  <a:pt x="810" y="1922"/>
                </a:moveTo>
                <a:lnTo>
                  <a:pt x="810" y="1918"/>
                </a:lnTo>
                <a:lnTo>
                  <a:pt x="810" y="1915"/>
                </a:lnTo>
                <a:moveTo>
                  <a:pt x="875" y="1988"/>
                </a:moveTo>
                <a:lnTo>
                  <a:pt x="872" y="1987"/>
                </a:lnTo>
                <a:moveTo>
                  <a:pt x="875" y="1988"/>
                </a:moveTo>
                <a:lnTo>
                  <a:pt x="881" y="1979"/>
                </a:lnTo>
                <a:lnTo>
                  <a:pt x="888" y="1967"/>
                </a:lnTo>
                <a:lnTo>
                  <a:pt x="890" y="1964"/>
                </a:lnTo>
                <a:lnTo>
                  <a:pt x="890" y="1962"/>
                </a:lnTo>
                <a:lnTo>
                  <a:pt x="892" y="1960"/>
                </a:lnTo>
                <a:lnTo>
                  <a:pt x="893" y="1957"/>
                </a:lnTo>
                <a:lnTo>
                  <a:pt x="894" y="1955"/>
                </a:lnTo>
                <a:lnTo>
                  <a:pt x="896" y="1952"/>
                </a:lnTo>
                <a:lnTo>
                  <a:pt x="898" y="1950"/>
                </a:lnTo>
                <a:lnTo>
                  <a:pt x="901" y="1945"/>
                </a:lnTo>
                <a:lnTo>
                  <a:pt x="902" y="1942"/>
                </a:lnTo>
                <a:moveTo>
                  <a:pt x="872" y="1987"/>
                </a:moveTo>
                <a:lnTo>
                  <a:pt x="861" y="1980"/>
                </a:lnTo>
                <a:lnTo>
                  <a:pt x="843" y="1968"/>
                </a:lnTo>
                <a:moveTo>
                  <a:pt x="904" y="1937"/>
                </a:moveTo>
                <a:lnTo>
                  <a:pt x="902" y="1942"/>
                </a:lnTo>
                <a:moveTo>
                  <a:pt x="2565" y="2020"/>
                </a:moveTo>
                <a:lnTo>
                  <a:pt x="2568" y="2019"/>
                </a:lnTo>
                <a:lnTo>
                  <a:pt x="2577" y="2015"/>
                </a:lnTo>
                <a:lnTo>
                  <a:pt x="2580" y="2014"/>
                </a:lnTo>
                <a:moveTo>
                  <a:pt x="1997" y="1306"/>
                </a:moveTo>
                <a:lnTo>
                  <a:pt x="2007" y="1301"/>
                </a:lnTo>
                <a:moveTo>
                  <a:pt x="2007" y="1301"/>
                </a:moveTo>
                <a:lnTo>
                  <a:pt x="2011" y="1298"/>
                </a:lnTo>
                <a:lnTo>
                  <a:pt x="2014" y="1293"/>
                </a:lnTo>
                <a:moveTo>
                  <a:pt x="1499" y="1256"/>
                </a:moveTo>
                <a:lnTo>
                  <a:pt x="1503" y="1251"/>
                </a:lnTo>
                <a:moveTo>
                  <a:pt x="1506" y="1246"/>
                </a:moveTo>
                <a:lnTo>
                  <a:pt x="1504" y="1248"/>
                </a:lnTo>
                <a:lnTo>
                  <a:pt x="1503" y="1251"/>
                </a:lnTo>
                <a:moveTo>
                  <a:pt x="5617" y="512"/>
                </a:moveTo>
                <a:lnTo>
                  <a:pt x="5613" y="512"/>
                </a:lnTo>
                <a:moveTo>
                  <a:pt x="5617" y="512"/>
                </a:moveTo>
                <a:lnTo>
                  <a:pt x="5614" y="528"/>
                </a:lnTo>
                <a:lnTo>
                  <a:pt x="5614" y="535"/>
                </a:lnTo>
                <a:moveTo>
                  <a:pt x="5617" y="512"/>
                </a:moveTo>
                <a:lnTo>
                  <a:pt x="5626" y="445"/>
                </a:lnTo>
                <a:moveTo>
                  <a:pt x="5601" y="646"/>
                </a:moveTo>
                <a:lnTo>
                  <a:pt x="5598" y="659"/>
                </a:lnTo>
                <a:lnTo>
                  <a:pt x="5590" y="686"/>
                </a:lnTo>
                <a:moveTo>
                  <a:pt x="5601" y="646"/>
                </a:moveTo>
                <a:lnTo>
                  <a:pt x="5602" y="639"/>
                </a:lnTo>
                <a:lnTo>
                  <a:pt x="5604" y="617"/>
                </a:lnTo>
                <a:lnTo>
                  <a:pt x="5606" y="600"/>
                </a:lnTo>
                <a:lnTo>
                  <a:pt x="5614" y="535"/>
                </a:lnTo>
                <a:moveTo>
                  <a:pt x="5590" y="686"/>
                </a:moveTo>
                <a:lnTo>
                  <a:pt x="5579" y="717"/>
                </a:lnTo>
                <a:lnTo>
                  <a:pt x="5562" y="773"/>
                </a:lnTo>
                <a:moveTo>
                  <a:pt x="5674" y="463"/>
                </a:moveTo>
                <a:lnTo>
                  <a:pt x="5626" y="445"/>
                </a:lnTo>
                <a:moveTo>
                  <a:pt x="5562" y="773"/>
                </a:moveTo>
                <a:lnTo>
                  <a:pt x="5558" y="772"/>
                </a:lnTo>
                <a:moveTo>
                  <a:pt x="5562" y="773"/>
                </a:moveTo>
                <a:lnTo>
                  <a:pt x="5558" y="786"/>
                </a:lnTo>
                <a:lnTo>
                  <a:pt x="5536" y="863"/>
                </a:lnTo>
                <a:moveTo>
                  <a:pt x="5536" y="863"/>
                </a:moveTo>
                <a:lnTo>
                  <a:pt x="5522" y="909"/>
                </a:lnTo>
                <a:moveTo>
                  <a:pt x="5522" y="909"/>
                </a:moveTo>
                <a:lnTo>
                  <a:pt x="5512" y="946"/>
                </a:lnTo>
                <a:lnTo>
                  <a:pt x="5503" y="994"/>
                </a:lnTo>
                <a:moveTo>
                  <a:pt x="5503" y="994"/>
                </a:moveTo>
                <a:lnTo>
                  <a:pt x="5495" y="1054"/>
                </a:lnTo>
                <a:lnTo>
                  <a:pt x="5490" y="1124"/>
                </a:lnTo>
                <a:moveTo>
                  <a:pt x="5490" y="1124"/>
                </a:moveTo>
                <a:lnTo>
                  <a:pt x="5489" y="1171"/>
                </a:lnTo>
                <a:lnTo>
                  <a:pt x="5490" y="1183"/>
                </a:lnTo>
                <a:moveTo>
                  <a:pt x="2291" y="2746"/>
                </a:moveTo>
                <a:lnTo>
                  <a:pt x="2242" y="2749"/>
                </a:lnTo>
                <a:lnTo>
                  <a:pt x="2210" y="2751"/>
                </a:lnTo>
                <a:lnTo>
                  <a:pt x="2167" y="2754"/>
                </a:lnTo>
                <a:moveTo>
                  <a:pt x="2140" y="2744"/>
                </a:moveTo>
                <a:lnTo>
                  <a:pt x="2148" y="2740"/>
                </a:lnTo>
                <a:lnTo>
                  <a:pt x="2152" y="2737"/>
                </a:lnTo>
                <a:lnTo>
                  <a:pt x="2155" y="2735"/>
                </a:lnTo>
                <a:lnTo>
                  <a:pt x="2161" y="2732"/>
                </a:lnTo>
                <a:moveTo>
                  <a:pt x="2161" y="2730"/>
                </a:moveTo>
                <a:lnTo>
                  <a:pt x="2161" y="2732"/>
                </a:lnTo>
                <a:moveTo>
                  <a:pt x="5710" y="1589"/>
                </a:moveTo>
                <a:lnTo>
                  <a:pt x="5704" y="1588"/>
                </a:lnTo>
                <a:moveTo>
                  <a:pt x="5704" y="1588"/>
                </a:moveTo>
                <a:lnTo>
                  <a:pt x="5707" y="1596"/>
                </a:lnTo>
                <a:lnTo>
                  <a:pt x="5707" y="1604"/>
                </a:lnTo>
                <a:lnTo>
                  <a:pt x="5694" y="1653"/>
                </a:lnTo>
                <a:moveTo>
                  <a:pt x="5673" y="1770"/>
                </a:moveTo>
                <a:lnTo>
                  <a:pt x="5676" y="1775"/>
                </a:lnTo>
                <a:lnTo>
                  <a:pt x="5690" y="1792"/>
                </a:lnTo>
                <a:lnTo>
                  <a:pt x="5694" y="1801"/>
                </a:lnTo>
                <a:lnTo>
                  <a:pt x="5697" y="1810"/>
                </a:lnTo>
                <a:lnTo>
                  <a:pt x="5698" y="1817"/>
                </a:lnTo>
                <a:lnTo>
                  <a:pt x="5700" y="1860"/>
                </a:lnTo>
                <a:lnTo>
                  <a:pt x="5700" y="1884"/>
                </a:lnTo>
                <a:moveTo>
                  <a:pt x="5673" y="1770"/>
                </a:moveTo>
                <a:lnTo>
                  <a:pt x="5672" y="1767"/>
                </a:lnTo>
                <a:lnTo>
                  <a:pt x="5672" y="1758"/>
                </a:lnTo>
                <a:lnTo>
                  <a:pt x="5673" y="1746"/>
                </a:lnTo>
                <a:moveTo>
                  <a:pt x="5606" y="1454"/>
                </a:moveTo>
                <a:lnTo>
                  <a:pt x="5613" y="1463"/>
                </a:lnTo>
                <a:lnTo>
                  <a:pt x="5654" y="1531"/>
                </a:lnTo>
                <a:lnTo>
                  <a:pt x="5665" y="1545"/>
                </a:lnTo>
                <a:lnTo>
                  <a:pt x="5675" y="1559"/>
                </a:lnTo>
                <a:lnTo>
                  <a:pt x="5684" y="1568"/>
                </a:lnTo>
                <a:lnTo>
                  <a:pt x="5699" y="1577"/>
                </a:lnTo>
                <a:lnTo>
                  <a:pt x="5710" y="1589"/>
                </a:lnTo>
                <a:moveTo>
                  <a:pt x="5606" y="1454"/>
                </a:moveTo>
                <a:lnTo>
                  <a:pt x="5584" y="1419"/>
                </a:lnTo>
                <a:moveTo>
                  <a:pt x="5710" y="1589"/>
                </a:moveTo>
                <a:lnTo>
                  <a:pt x="5711" y="1596"/>
                </a:lnTo>
                <a:lnTo>
                  <a:pt x="5712" y="1606"/>
                </a:lnTo>
                <a:lnTo>
                  <a:pt x="5705" y="1631"/>
                </a:lnTo>
                <a:moveTo>
                  <a:pt x="5705" y="1631"/>
                </a:moveTo>
                <a:lnTo>
                  <a:pt x="5694" y="1668"/>
                </a:lnTo>
                <a:moveTo>
                  <a:pt x="5694" y="1668"/>
                </a:moveTo>
                <a:lnTo>
                  <a:pt x="5681" y="1709"/>
                </a:lnTo>
                <a:moveTo>
                  <a:pt x="5681" y="1709"/>
                </a:moveTo>
                <a:lnTo>
                  <a:pt x="5675" y="1731"/>
                </a:lnTo>
                <a:lnTo>
                  <a:pt x="5673" y="1746"/>
                </a:lnTo>
                <a:moveTo>
                  <a:pt x="5700" y="1884"/>
                </a:moveTo>
                <a:lnTo>
                  <a:pt x="5697" y="1930"/>
                </a:lnTo>
                <a:lnTo>
                  <a:pt x="5697" y="1936"/>
                </a:lnTo>
                <a:moveTo>
                  <a:pt x="5697" y="1936"/>
                </a:moveTo>
                <a:lnTo>
                  <a:pt x="5696" y="1941"/>
                </a:lnTo>
                <a:lnTo>
                  <a:pt x="5695" y="1949"/>
                </a:lnTo>
                <a:lnTo>
                  <a:pt x="5687" y="1967"/>
                </a:lnTo>
                <a:lnTo>
                  <a:pt x="5685" y="1974"/>
                </a:lnTo>
                <a:lnTo>
                  <a:pt x="5683" y="1981"/>
                </a:lnTo>
                <a:lnTo>
                  <a:pt x="5685" y="1993"/>
                </a:lnTo>
                <a:moveTo>
                  <a:pt x="5685" y="1993"/>
                </a:moveTo>
                <a:lnTo>
                  <a:pt x="5687" y="2003"/>
                </a:lnTo>
                <a:lnTo>
                  <a:pt x="5689" y="2016"/>
                </a:lnTo>
                <a:lnTo>
                  <a:pt x="5689" y="2022"/>
                </a:lnTo>
                <a:moveTo>
                  <a:pt x="5686" y="2036"/>
                </a:moveTo>
                <a:lnTo>
                  <a:pt x="5683" y="2042"/>
                </a:lnTo>
                <a:moveTo>
                  <a:pt x="5686" y="2036"/>
                </a:moveTo>
                <a:lnTo>
                  <a:pt x="5687" y="2029"/>
                </a:lnTo>
                <a:lnTo>
                  <a:pt x="5689" y="2022"/>
                </a:lnTo>
                <a:moveTo>
                  <a:pt x="5670" y="2061"/>
                </a:moveTo>
                <a:lnTo>
                  <a:pt x="5667" y="2065"/>
                </a:lnTo>
                <a:lnTo>
                  <a:pt x="5663" y="2068"/>
                </a:lnTo>
                <a:moveTo>
                  <a:pt x="5670" y="2061"/>
                </a:moveTo>
                <a:lnTo>
                  <a:pt x="5683" y="2042"/>
                </a:lnTo>
                <a:moveTo>
                  <a:pt x="5683" y="2042"/>
                </a:moveTo>
                <a:lnTo>
                  <a:pt x="5678" y="2041"/>
                </a:lnTo>
                <a:moveTo>
                  <a:pt x="1001" y="1928"/>
                </a:moveTo>
                <a:lnTo>
                  <a:pt x="1005" y="1935"/>
                </a:lnTo>
                <a:lnTo>
                  <a:pt x="1012" y="1947"/>
                </a:lnTo>
                <a:moveTo>
                  <a:pt x="1547" y="1736"/>
                </a:moveTo>
                <a:lnTo>
                  <a:pt x="1545" y="1735"/>
                </a:lnTo>
                <a:lnTo>
                  <a:pt x="1542" y="1732"/>
                </a:lnTo>
                <a:lnTo>
                  <a:pt x="1540" y="1729"/>
                </a:lnTo>
                <a:moveTo>
                  <a:pt x="1547" y="1736"/>
                </a:moveTo>
                <a:lnTo>
                  <a:pt x="1552" y="1737"/>
                </a:lnTo>
                <a:lnTo>
                  <a:pt x="1556" y="1739"/>
                </a:lnTo>
                <a:lnTo>
                  <a:pt x="1574" y="1741"/>
                </a:lnTo>
                <a:moveTo>
                  <a:pt x="1547" y="1736"/>
                </a:moveTo>
                <a:lnTo>
                  <a:pt x="1545" y="1723"/>
                </a:lnTo>
                <a:moveTo>
                  <a:pt x="5877" y="1634"/>
                </a:moveTo>
                <a:lnTo>
                  <a:pt x="5868" y="1629"/>
                </a:lnTo>
                <a:moveTo>
                  <a:pt x="1561" y="1731"/>
                </a:moveTo>
                <a:lnTo>
                  <a:pt x="1575" y="1734"/>
                </a:lnTo>
                <a:moveTo>
                  <a:pt x="1561" y="1731"/>
                </a:moveTo>
                <a:lnTo>
                  <a:pt x="1559" y="1725"/>
                </a:lnTo>
                <a:lnTo>
                  <a:pt x="1558" y="1720"/>
                </a:lnTo>
                <a:lnTo>
                  <a:pt x="1558" y="1715"/>
                </a:lnTo>
                <a:lnTo>
                  <a:pt x="1559" y="1709"/>
                </a:lnTo>
                <a:moveTo>
                  <a:pt x="1561" y="1731"/>
                </a:moveTo>
                <a:lnTo>
                  <a:pt x="1557" y="1730"/>
                </a:lnTo>
                <a:lnTo>
                  <a:pt x="1553" y="1727"/>
                </a:lnTo>
                <a:lnTo>
                  <a:pt x="1549" y="1725"/>
                </a:lnTo>
                <a:lnTo>
                  <a:pt x="1545" y="1723"/>
                </a:lnTo>
                <a:moveTo>
                  <a:pt x="4632" y="2649"/>
                </a:moveTo>
                <a:lnTo>
                  <a:pt x="4638" y="2631"/>
                </a:lnTo>
                <a:moveTo>
                  <a:pt x="1539" y="1718"/>
                </a:moveTo>
                <a:lnTo>
                  <a:pt x="1545" y="1723"/>
                </a:lnTo>
                <a:moveTo>
                  <a:pt x="4664" y="2485"/>
                </a:moveTo>
                <a:lnTo>
                  <a:pt x="4655" y="2484"/>
                </a:lnTo>
                <a:moveTo>
                  <a:pt x="4205" y="671"/>
                </a:moveTo>
                <a:lnTo>
                  <a:pt x="4205" y="675"/>
                </a:lnTo>
                <a:moveTo>
                  <a:pt x="544" y="2661"/>
                </a:moveTo>
                <a:lnTo>
                  <a:pt x="547" y="2662"/>
                </a:lnTo>
                <a:lnTo>
                  <a:pt x="553" y="2665"/>
                </a:lnTo>
                <a:moveTo>
                  <a:pt x="579" y="2754"/>
                </a:moveTo>
                <a:lnTo>
                  <a:pt x="578" y="2750"/>
                </a:lnTo>
                <a:lnTo>
                  <a:pt x="578" y="2747"/>
                </a:lnTo>
                <a:lnTo>
                  <a:pt x="579" y="2742"/>
                </a:lnTo>
                <a:lnTo>
                  <a:pt x="596" y="2712"/>
                </a:lnTo>
                <a:lnTo>
                  <a:pt x="596" y="2709"/>
                </a:lnTo>
                <a:lnTo>
                  <a:pt x="596" y="2705"/>
                </a:lnTo>
                <a:lnTo>
                  <a:pt x="593" y="2702"/>
                </a:lnTo>
                <a:lnTo>
                  <a:pt x="589" y="2697"/>
                </a:lnTo>
                <a:lnTo>
                  <a:pt x="568" y="2675"/>
                </a:lnTo>
                <a:lnTo>
                  <a:pt x="553" y="2665"/>
                </a:lnTo>
                <a:moveTo>
                  <a:pt x="51" y="1794"/>
                </a:moveTo>
                <a:lnTo>
                  <a:pt x="51" y="1795"/>
                </a:lnTo>
                <a:lnTo>
                  <a:pt x="52" y="1804"/>
                </a:lnTo>
                <a:lnTo>
                  <a:pt x="52" y="1805"/>
                </a:lnTo>
                <a:moveTo>
                  <a:pt x="5351" y="429"/>
                </a:moveTo>
                <a:lnTo>
                  <a:pt x="5332" y="436"/>
                </a:lnTo>
                <a:lnTo>
                  <a:pt x="5277" y="458"/>
                </a:lnTo>
                <a:lnTo>
                  <a:pt x="5174" y="499"/>
                </a:lnTo>
                <a:moveTo>
                  <a:pt x="3485" y="2271"/>
                </a:moveTo>
                <a:lnTo>
                  <a:pt x="3475" y="2263"/>
                </a:lnTo>
                <a:moveTo>
                  <a:pt x="5136" y="3004"/>
                </a:moveTo>
                <a:lnTo>
                  <a:pt x="5136" y="3009"/>
                </a:lnTo>
                <a:moveTo>
                  <a:pt x="5133" y="3018"/>
                </a:moveTo>
                <a:lnTo>
                  <a:pt x="5127" y="3037"/>
                </a:lnTo>
                <a:moveTo>
                  <a:pt x="5133" y="3018"/>
                </a:moveTo>
                <a:lnTo>
                  <a:pt x="5136" y="3009"/>
                </a:lnTo>
                <a:moveTo>
                  <a:pt x="5096" y="3102"/>
                </a:moveTo>
                <a:lnTo>
                  <a:pt x="5094" y="3111"/>
                </a:lnTo>
                <a:lnTo>
                  <a:pt x="5094" y="3120"/>
                </a:lnTo>
                <a:lnTo>
                  <a:pt x="5094" y="3128"/>
                </a:lnTo>
                <a:lnTo>
                  <a:pt x="5094" y="3141"/>
                </a:lnTo>
                <a:lnTo>
                  <a:pt x="5095" y="3166"/>
                </a:lnTo>
                <a:moveTo>
                  <a:pt x="5096" y="3102"/>
                </a:moveTo>
                <a:lnTo>
                  <a:pt x="5100" y="3091"/>
                </a:lnTo>
                <a:lnTo>
                  <a:pt x="5104" y="3084"/>
                </a:lnTo>
                <a:lnTo>
                  <a:pt x="5114" y="3069"/>
                </a:lnTo>
                <a:lnTo>
                  <a:pt x="5117" y="3063"/>
                </a:lnTo>
                <a:lnTo>
                  <a:pt x="5122" y="3055"/>
                </a:lnTo>
                <a:lnTo>
                  <a:pt x="5125" y="3044"/>
                </a:lnTo>
                <a:lnTo>
                  <a:pt x="5127" y="3037"/>
                </a:lnTo>
                <a:moveTo>
                  <a:pt x="5095" y="3166"/>
                </a:moveTo>
                <a:lnTo>
                  <a:pt x="5095" y="3184"/>
                </a:lnTo>
                <a:lnTo>
                  <a:pt x="5095" y="3200"/>
                </a:lnTo>
                <a:lnTo>
                  <a:pt x="5093" y="3229"/>
                </a:lnTo>
                <a:moveTo>
                  <a:pt x="1559" y="1709"/>
                </a:moveTo>
                <a:lnTo>
                  <a:pt x="1556" y="1713"/>
                </a:lnTo>
                <a:lnTo>
                  <a:pt x="1554" y="1715"/>
                </a:lnTo>
                <a:lnTo>
                  <a:pt x="1551" y="1718"/>
                </a:lnTo>
                <a:lnTo>
                  <a:pt x="1548" y="1720"/>
                </a:lnTo>
                <a:lnTo>
                  <a:pt x="1545" y="1723"/>
                </a:lnTo>
                <a:moveTo>
                  <a:pt x="997" y="1909"/>
                </a:moveTo>
                <a:lnTo>
                  <a:pt x="1003" y="1923"/>
                </a:lnTo>
                <a:lnTo>
                  <a:pt x="1001" y="1928"/>
                </a:lnTo>
                <a:moveTo>
                  <a:pt x="997" y="1909"/>
                </a:moveTo>
                <a:lnTo>
                  <a:pt x="997" y="1902"/>
                </a:lnTo>
                <a:lnTo>
                  <a:pt x="998" y="1898"/>
                </a:lnTo>
                <a:lnTo>
                  <a:pt x="1000" y="1895"/>
                </a:lnTo>
                <a:lnTo>
                  <a:pt x="1000" y="1893"/>
                </a:lnTo>
                <a:lnTo>
                  <a:pt x="1003" y="1888"/>
                </a:lnTo>
                <a:moveTo>
                  <a:pt x="997" y="1909"/>
                </a:moveTo>
                <a:lnTo>
                  <a:pt x="991" y="1895"/>
                </a:lnTo>
                <a:moveTo>
                  <a:pt x="989" y="1891"/>
                </a:moveTo>
                <a:lnTo>
                  <a:pt x="991" y="1895"/>
                </a:lnTo>
                <a:moveTo>
                  <a:pt x="989" y="1891"/>
                </a:moveTo>
                <a:lnTo>
                  <a:pt x="1001" y="1885"/>
                </a:lnTo>
                <a:lnTo>
                  <a:pt x="1027" y="1873"/>
                </a:lnTo>
                <a:lnTo>
                  <a:pt x="1042" y="1866"/>
                </a:lnTo>
                <a:lnTo>
                  <a:pt x="1057" y="1859"/>
                </a:lnTo>
                <a:lnTo>
                  <a:pt x="1068" y="1855"/>
                </a:lnTo>
                <a:lnTo>
                  <a:pt x="1072" y="1855"/>
                </a:lnTo>
                <a:moveTo>
                  <a:pt x="1001" y="1928"/>
                </a:moveTo>
                <a:lnTo>
                  <a:pt x="998" y="1926"/>
                </a:lnTo>
                <a:lnTo>
                  <a:pt x="985" y="1897"/>
                </a:lnTo>
                <a:moveTo>
                  <a:pt x="3010" y="1840"/>
                </a:moveTo>
                <a:lnTo>
                  <a:pt x="3003" y="1839"/>
                </a:lnTo>
                <a:moveTo>
                  <a:pt x="3313" y="791"/>
                </a:moveTo>
                <a:lnTo>
                  <a:pt x="3311" y="785"/>
                </a:lnTo>
                <a:moveTo>
                  <a:pt x="245" y="2330"/>
                </a:moveTo>
                <a:lnTo>
                  <a:pt x="247" y="2329"/>
                </a:lnTo>
                <a:lnTo>
                  <a:pt x="248" y="2328"/>
                </a:lnTo>
                <a:moveTo>
                  <a:pt x="3" y="2179"/>
                </a:moveTo>
                <a:lnTo>
                  <a:pt x="3" y="2180"/>
                </a:lnTo>
                <a:lnTo>
                  <a:pt x="4" y="2185"/>
                </a:lnTo>
                <a:lnTo>
                  <a:pt x="4" y="2187"/>
                </a:lnTo>
                <a:moveTo>
                  <a:pt x="3" y="2179"/>
                </a:moveTo>
                <a:lnTo>
                  <a:pt x="2" y="2167"/>
                </a:lnTo>
                <a:moveTo>
                  <a:pt x="4" y="2187"/>
                </a:moveTo>
                <a:lnTo>
                  <a:pt x="4" y="2200"/>
                </a:lnTo>
                <a:moveTo>
                  <a:pt x="2910" y="1792"/>
                </a:moveTo>
                <a:lnTo>
                  <a:pt x="2908" y="1807"/>
                </a:lnTo>
                <a:moveTo>
                  <a:pt x="61" y="2841"/>
                </a:moveTo>
                <a:lnTo>
                  <a:pt x="64" y="2873"/>
                </a:lnTo>
                <a:lnTo>
                  <a:pt x="71" y="2959"/>
                </a:lnTo>
                <a:lnTo>
                  <a:pt x="73" y="2977"/>
                </a:lnTo>
                <a:moveTo>
                  <a:pt x="1110" y="2157"/>
                </a:moveTo>
                <a:lnTo>
                  <a:pt x="1093" y="2175"/>
                </a:lnTo>
                <a:moveTo>
                  <a:pt x="1058" y="2207"/>
                </a:moveTo>
                <a:lnTo>
                  <a:pt x="1087" y="2180"/>
                </a:lnTo>
                <a:lnTo>
                  <a:pt x="1093" y="2175"/>
                </a:lnTo>
                <a:moveTo>
                  <a:pt x="687" y="1243"/>
                </a:moveTo>
                <a:lnTo>
                  <a:pt x="687" y="1244"/>
                </a:lnTo>
                <a:lnTo>
                  <a:pt x="688" y="1255"/>
                </a:lnTo>
                <a:lnTo>
                  <a:pt x="688" y="1256"/>
                </a:lnTo>
                <a:moveTo>
                  <a:pt x="1318" y="3048"/>
                </a:moveTo>
                <a:lnTo>
                  <a:pt x="1316" y="3048"/>
                </a:lnTo>
                <a:lnTo>
                  <a:pt x="1315" y="3047"/>
                </a:lnTo>
                <a:lnTo>
                  <a:pt x="1313" y="3046"/>
                </a:lnTo>
                <a:lnTo>
                  <a:pt x="1313" y="3044"/>
                </a:lnTo>
                <a:moveTo>
                  <a:pt x="1318" y="3048"/>
                </a:moveTo>
                <a:lnTo>
                  <a:pt x="1319" y="3046"/>
                </a:lnTo>
                <a:lnTo>
                  <a:pt x="1320" y="3045"/>
                </a:lnTo>
                <a:lnTo>
                  <a:pt x="1320" y="3043"/>
                </a:lnTo>
                <a:lnTo>
                  <a:pt x="1318" y="3041"/>
                </a:lnTo>
                <a:lnTo>
                  <a:pt x="1317" y="3041"/>
                </a:lnTo>
                <a:moveTo>
                  <a:pt x="1313" y="3044"/>
                </a:moveTo>
                <a:lnTo>
                  <a:pt x="1313" y="3042"/>
                </a:lnTo>
                <a:lnTo>
                  <a:pt x="1315" y="3041"/>
                </a:lnTo>
                <a:lnTo>
                  <a:pt x="1317" y="3041"/>
                </a:lnTo>
                <a:moveTo>
                  <a:pt x="1504" y="1765"/>
                </a:moveTo>
                <a:lnTo>
                  <a:pt x="1530" y="1739"/>
                </a:lnTo>
                <a:lnTo>
                  <a:pt x="1540" y="1729"/>
                </a:lnTo>
                <a:moveTo>
                  <a:pt x="1545" y="1723"/>
                </a:moveTo>
                <a:lnTo>
                  <a:pt x="1540" y="1729"/>
                </a:lnTo>
                <a:moveTo>
                  <a:pt x="1003" y="1888"/>
                </a:moveTo>
                <a:lnTo>
                  <a:pt x="991" y="1895"/>
                </a:lnTo>
                <a:moveTo>
                  <a:pt x="1003" y="1888"/>
                </a:moveTo>
                <a:lnTo>
                  <a:pt x="1026" y="1878"/>
                </a:lnTo>
                <a:lnTo>
                  <a:pt x="1039" y="1872"/>
                </a:lnTo>
                <a:lnTo>
                  <a:pt x="1069" y="1857"/>
                </a:lnTo>
                <a:lnTo>
                  <a:pt x="1072" y="1855"/>
                </a:lnTo>
                <a:moveTo>
                  <a:pt x="985" y="1897"/>
                </a:moveTo>
                <a:lnTo>
                  <a:pt x="991" y="1895"/>
                </a:lnTo>
                <a:moveTo>
                  <a:pt x="5968" y="192"/>
                </a:moveTo>
                <a:lnTo>
                  <a:pt x="5834" y="244"/>
                </a:lnTo>
                <a:lnTo>
                  <a:pt x="5784" y="263"/>
                </a:lnTo>
                <a:lnTo>
                  <a:pt x="5766" y="270"/>
                </a:lnTo>
                <a:lnTo>
                  <a:pt x="5680" y="301"/>
                </a:lnTo>
                <a:moveTo>
                  <a:pt x="4845" y="1130"/>
                </a:moveTo>
                <a:lnTo>
                  <a:pt x="4846" y="1121"/>
                </a:lnTo>
                <a:lnTo>
                  <a:pt x="4846" y="1116"/>
                </a:lnTo>
                <a:lnTo>
                  <a:pt x="4845" y="1110"/>
                </a:lnTo>
                <a:lnTo>
                  <a:pt x="4845" y="1098"/>
                </a:lnTo>
                <a:lnTo>
                  <a:pt x="4843" y="1084"/>
                </a:lnTo>
                <a:lnTo>
                  <a:pt x="4843" y="1080"/>
                </a:lnTo>
                <a:moveTo>
                  <a:pt x="1674" y="1005"/>
                </a:moveTo>
                <a:lnTo>
                  <a:pt x="1677" y="1019"/>
                </a:lnTo>
                <a:moveTo>
                  <a:pt x="1371" y="771"/>
                </a:moveTo>
                <a:lnTo>
                  <a:pt x="1376" y="785"/>
                </a:lnTo>
                <a:lnTo>
                  <a:pt x="1400" y="862"/>
                </a:lnTo>
                <a:moveTo>
                  <a:pt x="2127" y="1743"/>
                </a:moveTo>
                <a:lnTo>
                  <a:pt x="2127" y="1740"/>
                </a:lnTo>
                <a:moveTo>
                  <a:pt x="2127" y="1743"/>
                </a:moveTo>
                <a:lnTo>
                  <a:pt x="2128" y="1768"/>
                </a:lnTo>
                <a:moveTo>
                  <a:pt x="208" y="512"/>
                </a:moveTo>
                <a:lnTo>
                  <a:pt x="203" y="515"/>
                </a:lnTo>
                <a:lnTo>
                  <a:pt x="199" y="517"/>
                </a:lnTo>
                <a:lnTo>
                  <a:pt x="194" y="518"/>
                </a:lnTo>
                <a:lnTo>
                  <a:pt x="185" y="519"/>
                </a:lnTo>
                <a:lnTo>
                  <a:pt x="177" y="520"/>
                </a:lnTo>
                <a:lnTo>
                  <a:pt x="167" y="520"/>
                </a:lnTo>
                <a:lnTo>
                  <a:pt x="145" y="521"/>
                </a:lnTo>
                <a:lnTo>
                  <a:pt x="143" y="522"/>
                </a:lnTo>
                <a:lnTo>
                  <a:pt x="142" y="523"/>
                </a:lnTo>
                <a:lnTo>
                  <a:pt x="143" y="531"/>
                </a:lnTo>
                <a:moveTo>
                  <a:pt x="2328" y="1648"/>
                </a:moveTo>
                <a:lnTo>
                  <a:pt x="2323" y="1639"/>
                </a:lnTo>
                <a:lnTo>
                  <a:pt x="2320" y="1635"/>
                </a:lnTo>
                <a:lnTo>
                  <a:pt x="2317" y="1631"/>
                </a:lnTo>
                <a:lnTo>
                  <a:pt x="2312" y="1630"/>
                </a:lnTo>
                <a:lnTo>
                  <a:pt x="2305" y="1628"/>
                </a:lnTo>
                <a:lnTo>
                  <a:pt x="2293" y="1626"/>
                </a:lnTo>
                <a:moveTo>
                  <a:pt x="1362" y="2012"/>
                </a:moveTo>
                <a:lnTo>
                  <a:pt x="1347" y="1935"/>
                </a:lnTo>
                <a:moveTo>
                  <a:pt x="2144" y="2282"/>
                </a:moveTo>
                <a:lnTo>
                  <a:pt x="2144" y="2290"/>
                </a:lnTo>
                <a:moveTo>
                  <a:pt x="2155" y="2520"/>
                </a:moveTo>
                <a:lnTo>
                  <a:pt x="2155" y="2518"/>
                </a:lnTo>
                <a:lnTo>
                  <a:pt x="2154" y="2506"/>
                </a:lnTo>
                <a:moveTo>
                  <a:pt x="2155" y="2520"/>
                </a:moveTo>
                <a:lnTo>
                  <a:pt x="2155" y="2528"/>
                </a:lnTo>
                <a:moveTo>
                  <a:pt x="2156" y="2553"/>
                </a:moveTo>
                <a:lnTo>
                  <a:pt x="2156" y="2559"/>
                </a:lnTo>
                <a:moveTo>
                  <a:pt x="2156" y="2559"/>
                </a:moveTo>
                <a:lnTo>
                  <a:pt x="2157" y="2574"/>
                </a:lnTo>
                <a:lnTo>
                  <a:pt x="2157" y="2578"/>
                </a:lnTo>
                <a:moveTo>
                  <a:pt x="2158" y="2592"/>
                </a:moveTo>
                <a:lnTo>
                  <a:pt x="2157" y="2583"/>
                </a:lnTo>
                <a:lnTo>
                  <a:pt x="2157" y="2578"/>
                </a:lnTo>
                <a:moveTo>
                  <a:pt x="2165" y="2789"/>
                </a:moveTo>
                <a:lnTo>
                  <a:pt x="2165" y="2797"/>
                </a:lnTo>
                <a:lnTo>
                  <a:pt x="2165" y="2798"/>
                </a:lnTo>
                <a:moveTo>
                  <a:pt x="1703" y="2010"/>
                </a:moveTo>
                <a:lnTo>
                  <a:pt x="1702" y="2009"/>
                </a:lnTo>
                <a:lnTo>
                  <a:pt x="1700" y="2006"/>
                </a:lnTo>
                <a:lnTo>
                  <a:pt x="1698" y="2005"/>
                </a:lnTo>
                <a:lnTo>
                  <a:pt x="1696" y="2004"/>
                </a:lnTo>
                <a:lnTo>
                  <a:pt x="1694" y="2003"/>
                </a:lnTo>
                <a:lnTo>
                  <a:pt x="1691" y="2002"/>
                </a:lnTo>
                <a:moveTo>
                  <a:pt x="1340" y="1932"/>
                </a:moveTo>
                <a:lnTo>
                  <a:pt x="1319" y="1952"/>
                </a:lnTo>
                <a:lnTo>
                  <a:pt x="1313" y="1959"/>
                </a:lnTo>
                <a:lnTo>
                  <a:pt x="1303" y="1968"/>
                </a:lnTo>
                <a:moveTo>
                  <a:pt x="1340" y="1932"/>
                </a:moveTo>
                <a:lnTo>
                  <a:pt x="1342" y="1931"/>
                </a:lnTo>
                <a:lnTo>
                  <a:pt x="1344" y="1931"/>
                </a:lnTo>
                <a:lnTo>
                  <a:pt x="1345" y="1932"/>
                </a:lnTo>
                <a:lnTo>
                  <a:pt x="1347" y="1933"/>
                </a:lnTo>
                <a:lnTo>
                  <a:pt x="1347" y="1935"/>
                </a:lnTo>
                <a:moveTo>
                  <a:pt x="1340" y="1932"/>
                </a:moveTo>
                <a:lnTo>
                  <a:pt x="1346" y="1927"/>
                </a:lnTo>
                <a:moveTo>
                  <a:pt x="1347" y="1935"/>
                </a:moveTo>
                <a:lnTo>
                  <a:pt x="1346" y="1927"/>
                </a:lnTo>
                <a:moveTo>
                  <a:pt x="1171" y="2105"/>
                </a:moveTo>
                <a:lnTo>
                  <a:pt x="1165" y="2111"/>
                </a:lnTo>
                <a:lnTo>
                  <a:pt x="1136" y="2140"/>
                </a:lnTo>
                <a:lnTo>
                  <a:pt x="1119" y="2157"/>
                </a:lnTo>
                <a:lnTo>
                  <a:pt x="1116" y="2161"/>
                </a:lnTo>
                <a:lnTo>
                  <a:pt x="1107" y="2169"/>
                </a:lnTo>
                <a:lnTo>
                  <a:pt x="1104" y="2174"/>
                </a:lnTo>
                <a:lnTo>
                  <a:pt x="1101" y="2177"/>
                </a:lnTo>
                <a:lnTo>
                  <a:pt x="1099" y="2179"/>
                </a:lnTo>
                <a:lnTo>
                  <a:pt x="1098" y="2184"/>
                </a:lnTo>
                <a:lnTo>
                  <a:pt x="1097" y="2189"/>
                </a:lnTo>
                <a:moveTo>
                  <a:pt x="1171" y="2105"/>
                </a:moveTo>
                <a:lnTo>
                  <a:pt x="1183" y="2093"/>
                </a:lnTo>
                <a:lnTo>
                  <a:pt x="1186" y="2089"/>
                </a:lnTo>
                <a:lnTo>
                  <a:pt x="1188" y="2087"/>
                </a:lnTo>
                <a:lnTo>
                  <a:pt x="1192" y="2083"/>
                </a:lnTo>
                <a:lnTo>
                  <a:pt x="1201" y="2073"/>
                </a:lnTo>
                <a:lnTo>
                  <a:pt x="1207" y="2068"/>
                </a:lnTo>
                <a:lnTo>
                  <a:pt x="1216" y="2058"/>
                </a:lnTo>
                <a:lnTo>
                  <a:pt x="1218" y="2056"/>
                </a:lnTo>
                <a:lnTo>
                  <a:pt x="1224" y="2051"/>
                </a:lnTo>
                <a:lnTo>
                  <a:pt x="1229" y="2044"/>
                </a:lnTo>
                <a:lnTo>
                  <a:pt x="1241" y="2032"/>
                </a:lnTo>
                <a:lnTo>
                  <a:pt x="1246" y="2026"/>
                </a:lnTo>
                <a:lnTo>
                  <a:pt x="1251" y="2021"/>
                </a:lnTo>
                <a:lnTo>
                  <a:pt x="1258" y="2014"/>
                </a:lnTo>
                <a:lnTo>
                  <a:pt x="1271" y="2000"/>
                </a:lnTo>
                <a:lnTo>
                  <a:pt x="1272" y="1999"/>
                </a:lnTo>
                <a:lnTo>
                  <a:pt x="1287" y="1984"/>
                </a:lnTo>
                <a:lnTo>
                  <a:pt x="1303" y="1968"/>
                </a:lnTo>
                <a:moveTo>
                  <a:pt x="1319" y="708"/>
                </a:moveTo>
                <a:lnTo>
                  <a:pt x="1313" y="706"/>
                </a:lnTo>
                <a:lnTo>
                  <a:pt x="1306" y="705"/>
                </a:lnTo>
                <a:moveTo>
                  <a:pt x="1300" y="1965"/>
                </a:moveTo>
                <a:lnTo>
                  <a:pt x="1303" y="1968"/>
                </a:lnTo>
                <a:moveTo>
                  <a:pt x="1097" y="2189"/>
                </a:moveTo>
                <a:lnTo>
                  <a:pt x="1093" y="2175"/>
                </a:lnTo>
              </a:path>
            </a:pathLst>
          </a:custGeom>
          <a:noFill/>
          <a:ln w="8255">
            <a:solidFill>
              <a:srgbClr val="34556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Freeform 11"/>
          <p:cNvSpPr/>
          <p:nvPr/>
        </p:nvSpPr>
        <p:spPr>
          <a:xfrm>
            <a:off x="5735117" y="932688"/>
            <a:ext cx="4791456" cy="1835201"/>
          </a:xfrm>
          <a:custGeom>
            <a:avLst/>
            <a:gdLst/>
            <a:ahLst/>
            <a:cxnLst/>
            <a:rect l="l" t="t" r="r" b="b"/>
            <a:pathLst>
              <a:path w="5240" h="2007">
                <a:moveTo>
                  <a:pt x="1586" y="594"/>
                </a:moveTo>
                <a:lnTo>
                  <a:pt x="1579" y="877"/>
                </a:lnTo>
                <a:lnTo>
                  <a:pt x="1576" y="939"/>
                </a:lnTo>
                <a:lnTo>
                  <a:pt x="1577" y="999"/>
                </a:lnTo>
                <a:lnTo>
                  <a:pt x="1575" y="1206"/>
                </a:lnTo>
                <a:lnTo>
                  <a:pt x="1571" y="1368"/>
                </a:lnTo>
                <a:moveTo>
                  <a:pt x="1571" y="1368"/>
                </a:moveTo>
                <a:lnTo>
                  <a:pt x="1588" y="1386"/>
                </a:lnTo>
                <a:lnTo>
                  <a:pt x="1615" y="1417"/>
                </a:lnTo>
                <a:lnTo>
                  <a:pt x="1634" y="1439"/>
                </a:lnTo>
                <a:lnTo>
                  <a:pt x="1645" y="1451"/>
                </a:lnTo>
                <a:lnTo>
                  <a:pt x="1671" y="1480"/>
                </a:lnTo>
                <a:lnTo>
                  <a:pt x="1745" y="1565"/>
                </a:lnTo>
                <a:lnTo>
                  <a:pt x="1773" y="1597"/>
                </a:lnTo>
                <a:lnTo>
                  <a:pt x="1779" y="1605"/>
                </a:lnTo>
                <a:lnTo>
                  <a:pt x="1782" y="1605"/>
                </a:lnTo>
                <a:lnTo>
                  <a:pt x="1790" y="1598"/>
                </a:lnTo>
                <a:lnTo>
                  <a:pt x="1792" y="1596"/>
                </a:lnTo>
                <a:lnTo>
                  <a:pt x="1797" y="1602"/>
                </a:lnTo>
                <a:lnTo>
                  <a:pt x="1783" y="1615"/>
                </a:lnTo>
                <a:lnTo>
                  <a:pt x="1797" y="1630"/>
                </a:lnTo>
                <a:lnTo>
                  <a:pt x="1800" y="1628"/>
                </a:lnTo>
                <a:lnTo>
                  <a:pt x="1815" y="1645"/>
                </a:lnTo>
                <a:lnTo>
                  <a:pt x="1830" y="1633"/>
                </a:lnTo>
                <a:lnTo>
                  <a:pt x="1836" y="1638"/>
                </a:lnTo>
                <a:lnTo>
                  <a:pt x="1824" y="1659"/>
                </a:lnTo>
                <a:lnTo>
                  <a:pt x="1816" y="1675"/>
                </a:lnTo>
                <a:lnTo>
                  <a:pt x="1817" y="1676"/>
                </a:lnTo>
                <a:lnTo>
                  <a:pt x="1814" y="1683"/>
                </a:lnTo>
                <a:lnTo>
                  <a:pt x="1811" y="1684"/>
                </a:lnTo>
                <a:lnTo>
                  <a:pt x="1809" y="1687"/>
                </a:lnTo>
                <a:lnTo>
                  <a:pt x="1803" y="1684"/>
                </a:lnTo>
                <a:lnTo>
                  <a:pt x="1801" y="1688"/>
                </a:lnTo>
                <a:lnTo>
                  <a:pt x="1800" y="1687"/>
                </a:lnTo>
                <a:lnTo>
                  <a:pt x="1799" y="1687"/>
                </a:lnTo>
                <a:lnTo>
                  <a:pt x="1799" y="1686"/>
                </a:lnTo>
                <a:lnTo>
                  <a:pt x="1798" y="1684"/>
                </a:lnTo>
                <a:lnTo>
                  <a:pt x="1798" y="1682"/>
                </a:lnTo>
                <a:lnTo>
                  <a:pt x="1798" y="1680"/>
                </a:lnTo>
                <a:lnTo>
                  <a:pt x="1800" y="1676"/>
                </a:lnTo>
                <a:lnTo>
                  <a:pt x="1801" y="1676"/>
                </a:lnTo>
                <a:lnTo>
                  <a:pt x="1802" y="1674"/>
                </a:lnTo>
                <a:lnTo>
                  <a:pt x="1800" y="1673"/>
                </a:lnTo>
                <a:lnTo>
                  <a:pt x="1799" y="1675"/>
                </a:lnTo>
                <a:lnTo>
                  <a:pt x="1800" y="1676"/>
                </a:lnTo>
                <a:lnTo>
                  <a:pt x="1797" y="1680"/>
                </a:lnTo>
                <a:lnTo>
                  <a:pt x="1790" y="1692"/>
                </a:lnTo>
                <a:lnTo>
                  <a:pt x="1790" y="1692"/>
                </a:lnTo>
                <a:lnTo>
                  <a:pt x="1789" y="1695"/>
                </a:lnTo>
                <a:lnTo>
                  <a:pt x="1788" y="1695"/>
                </a:lnTo>
                <a:lnTo>
                  <a:pt x="1787" y="1697"/>
                </a:lnTo>
                <a:lnTo>
                  <a:pt x="1787" y="1698"/>
                </a:lnTo>
                <a:lnTo>
                  <a:pt x="1785" y="1701"/>
                </a:lnTo>
                <a:lnTo>
                  <a:pt x="1785" y="1701"/>
                </a:lnTo>
                <a:lnTo>
                  <a:pt x="1784" y="1703"/>
                </a:lnTo>
                <a:lnTo>
                  <a:pt x="1786" y="1704"/>
                </a:lnTo>
                <a:lnTo>
                  <a:pt x="1787" y="1702"/>
                </a:lnTo>
                <a:lnTo>
                  <a:pt x="1786" y="1701"/>
                </a:lnTo>
                <a:lnTo>
                  <a:pt x="1788" y="1698"/>
                </a:lnTo>
                <a:lnTo>
                  <a:pt x="1788" y="1698"/>
                </a:lnTo>
                <a:lnTo>
                  <a:pt x="1790" y="1696"/>
                </a:lnTo>
                <a:lnTo>
                  <a:pt x="1789" y="1696"/>
                </a:lnTo>
                <a:lnTo>
                  <a:pt x="1791" y="1693"/>
                </a:lnTo>
                <a:lnTo>
                  <a:pt x="1793" y="1694"/>
                </a:lnTo>
                <a:lnTo>
                  <a:pt x="1796" y="1690"/>
                </a:lnTo>
                <a:lnTo>
                  <a:pt x="1797" y="1690"/>
                </a:lnTo>
                <a:lnTo>
                  <a:pt x="1798" y="1690"/>
                </a:lnTo>
                <a:lnTo>
                  <a:pt x="1798" y="1690"/>
                </a:lnTo>
                <a:lnTo>
                  <a:pt x="1799" y="1691"/>
                </a:lnTo>
                <a:lnTo>
                  <a:pt x="1799" y="1692"/>
                </a:lnTo>
                <a:lnTo>
                  <a:pt x="1798" y="1694"/>
                </a:lnTo>
                <a:lnTo>
                  <a:pt x="1794" y="1702"/>
                </a:lnTo>
                <a:lnTo>
                  <a:pt x="1787" y="1714"/>
                </a:lnTo>
                <a:lnTo>
                  <a:pt x="1772" y="1736"/>
                </a:lnTo>
                <a:lnTo>
                  <a:pt x="1771" y="1737"/>
                </a:lnTo>
                <a:lnTo>
                  <a:pt x="1770" y="1738"/>
                </a:lnTo>
                <a:lnTo>
                  <a:pt x="1768" y="1738"/>
                </a:lnTo>
                <a:lnTo>
                  <a:pt x="1738" y="1722"/>
                </a:lnTo>
                <a:lnTo>
                  <a:pt x="1719" y="1710"/>
                </a:lnTo>
                <a:lnTo>
                  <a:pt x="1691" y="1694"/>
                </a:lnTo>
                <a:lnTo>
                  <a:pt x="1698" y="1683"/>
                </a:lnTo>
                <a:lnTo>
                  <a:pt x="1653" y="1658"/>
                </a:lnTo>
                <a:lnTo>
                  <a:pt x="1598" y="1627"/>
                </a:lnTo>
                <a:lnTo>
                  <a:pt x="1592" y="1637"/>
                </a:lnTo>
                <a:lnTo>
                  <a:pt x="1552" y="1616"/>
                </a:lnTo>
                <a:lnTo>
                  <a:pt x="1553" y="1615"/>
                </a:lnTo>
                <a:lnTo>
                  <a:pt x="1554" y="1615"/>
                </a:lnTo>
                <a:lnTo>
                  <a:pt x="1556" y="1612"/>
                </a:lnTo>
                <a:lnTo>
                  <a:pt x="1553" y="1610"/>
                </a:lnTo>
                <a:lnTo>
                  <a:pt x="1550" y="1613"/>
                </a:lnTo>
                <a:lnTo>
                  <a:pt x="1552" y="1614"/>
                </a:lnTo>
                <a:lnTo>
                  <a:pt x="1551" y="1615"/>
                </a:lnTo>
                <a:lnTo>
                  <a:pt x="1547" y="1613"/>
                </a:lnTo>
                <a:lnTo>
                  <a:pt x="1546" y="1605"/>
                </a:lnTo>
                <a:lnTo>
                  <a:pt x="1545" y="1604"/>
                </a:lnTo>
                <a:lnTo>
                  <a:pt x="1531" y="1594"/>
                </a:lnTo>
                <a:lnTo>
                  <a:pt x="1533" y="1592"/>
                </a:lnTo>
                <a:lnTo>
                  <a:pt x="1535" y="1593"/>
                </a:lnTo>
                <a:lnTo>
                  <a:pt x="1538" y="1590"/>
                </a:lnTo>
                <a:lnTo>
                  <a:pt x="1529" y="1584"/>
                </a:lnTo>
                <a:lnTo>
                  <a:pt x="1526" y="1587"/>
                </a:lnTo>
                <a:lnTo>
                  <a:pt x="1529" y="1589"/>
                </a:lnTo>
                <a:lnTo>
                  <a:pt x="1526" y="1595"/>
                </a:lnTo>
                <a:lnTo>
                  <a:pt x="1543" y="1608"/>
                </a:lnTo>
                <a:lnTo>
                  <a:pt x="1543" y="1613"/>
                </a:lnTo>
                <a:lnTo>
                  <a:pt x="1539" y="1617"/>
                </a:lnTo>
                <a:lnTo>
                  <a:pt x="1500" y="1592"/>
                </a:lnTo>
                <a:lnTo>
                  <a:pt x="1466" y="1569"/>
                </a:lnTo>
                <a:lnTo>
                  <a:pt x="1469" y="1564"/>
                </a:lnTo>
                <a:lnTo>
                  <a:pt x="1448" y="1542"/>
                </a:lnTo>
                <a:lnTo>
                  <a:pt x="1454" y="1535"/>
                </a:lnTo>
                <a:lnTo>
                  <a:pt x="1457" y="1538"/>
                </a:lnTo>
                <a:lnTo>
                  <a:pt x="1462" y="1533"/>
                </a:lnTo>
                <a:lnTo>
                  <a:pt x="1452" y="1525"/>
                </a:lnTo>
                <a:lnTo>
                  <a:pt x="1447" y="1529"/>
                </a:lnTo>
                <a:lnTo>
                  <a:pt x="1449" y="1532"/>
                </a:lnTo>
                <a:lnTo>
                  <a:pt x="1449" y="1535"/>
                </a:lnTo>
                <a:lnTo>
                  <a:pt x="1444" y="1540"/>
                </a:lnTo>
                <a:lnTo>
                  <a:pt x="1423" y="1522"/>
                </a:lnTo>
                <a:lnTo>
                  <a:pt x="1435" y="1509"/>
                </a:lnTo>
                <a:lnTo>
                  <a:pt x="1433" y="1507"/>
                </a:lnTo>
                <a:lnTo>
                  <a:pt x="1420" y="1520"/>
                </a:lnTo>
                <a:lnTo>
                  <a:pt x="1389" y="1494"/>
                </a:lnTo>
                <a:lnTo>
                  <a:pt x="1395" y="1487"/>
                </a:lnTo>
                <a:lnTo>
                  <a:pt x="1378" y="1471"/>
                </a:lnTo>
                <a:lnTo>
                  <a:pt x="1380" y="1469"/>
                </a:lnTo>
                <a:lnTo>
                  <a:pt x="1382" y="1468"/>
                </a:lnTo>
                <a:lnTo>
                  <a:pt x="1383" y="1466"/>
                </a:lnTo>
                <a:lnTo>
                  <a:pt x="1375" y="1458"/>
                </a:lnTo>
                <a:lnTo>
                  <a:pt x="1373" y="1459"/>
                </a:lnTo>
                <a:lnTo>
                  <a:pt x="1371" y="1461"/>
                </a:lnTo>
                <a:lnTo>
                  <a:pt x="1369" y="1463"/>
                </a:lnTo>
                <a:lnTo>
                  <a:pt x="1364" y="1458"/>
                </a:lnTo>
                <a:lnTo>
                  <a:pt x="1361" y="1462"/>
                </a:lnTo>
                <a:lnTo>
                  <a:pt x="1359" y="1460"/>
                </a:lnTo>
                <a:lnTo>
                  <a:pt x="1362" y="1457"/>
                </a:lnTo>
                <a:lnTo>
                  <a:pt x="1345" y="1442"/>
                </a:lnTo>
                <a:lnTo>
                  <a:pt x="1346" y="1439"/>
                </a:lnTo>
                <a:lnTo>
                  <a:pt x="1341" y="1437"/>
                </a:lnTo>
                <a:lnTo>
                  <a:pt x="1340" y="1439"/>
                </a:lnTo>
                <a:lnTo>
                  <a:pt x="1337" y="1437"/>
                </a:lnTo>
                <a:lnTo>
                  <a:pt x="1333" y="1436"/>
                </a:lnTo>
                <a:lnTo>
                  <a:pt x="1331" y="1436"/>
                </a:lnTo>
                <a:lnTo>
                  <a:pt x="1329" y="1436"/>
                </a:lnTo>
                <a:lnTo>
                  <a:pt x="1327" y="1436"/>
                </a:lnTo>
                <a:lnTo>
                  <a:pt x="1326" y="1436"/>
                </a:lnTo>
                <a:lnTo>
                  <a:pt x="1324" y="1437"/>
                </a:lnTo>
                <a:lnTo>
                  <a:pt x="1322" y="1437"/>
                </a:lnTo>
                <a:lnTo>
                  <a:pt x="1317" y="1439"/>
                </a:lnTo>
                <a:lnTo>
                  <a:pt x="1312" y="1442"/>
                </a:lnTo>
                <a:lnTo>
                  <a:pt x="1308" y="1446"/>
                </a:lnTo>
                <a:lnTo>
                  <a:pt x="1306" y="1451"/>
                </a:lnTo>
                <a:lnTo>
                  <a:pt x="1306" y="1457"/>
                </a:lnTo>
                <a:lnTo>
                  <a:pt x="1306" y="1464"/>
                </a:lnTo>
                <a:lnTo>
                  <a:pt x="1304" y="1480"/>
                </a:lnTo>
                <a:lnTo>
                  <a:pt x="1302" y="1496"/>
                </a:lnTo>
                <a:lnTo>
                  <a:pt x="1301" y="1518"/>
                </a:lnTo>
                <a:lnTo>
                  <a:pt x="1300" y="1539"/>
                </a:lnTo>
                <a:lnTo>
                  <a:pt x="1300" y="1545"/>
                </a:lnTo>
                <a:lnTo>
                  <a:pt x="1315" y="1567"/>
                </a:lnTo>
                <a:lnTo>
                  <a:pt x="1324" y="1582"/>
                </a:lnTo>
                <a:lnTo>
                  <a:pt x="1331" y="1594"/>
                </a:lnTo>
                <a:lnTo>
                  <a:pt x="1336" y="1602"/>
                </a:lnTo>
                <a:lnTo>
                  <a:pt x="1340" y="1607"/>
                </a:lnTo>
                <a:lnTo>
                  <a:pt x="1344" y="1613"/>
                </a:lnTo>
                <a:lnTo>
                  <a:pt x="1349" y="1623"/>
                </a:lnTo>
                <a:lnTo>
                  <a:pt x="1351" y="1637"/>
                </a:lnTo>
                <a:lnTo>
                  <a:pt x="1353" y="1640"/>
                </a:lnTo>
                <a:lnTo>
                  <a:pt x="1355" y="1642"/>
                </a:lnTo>
                <a:lnTo>
                  <a:pt x="1358" y="1645"/>
                </a:lnTo>
                <a:lnTo>
                  <a:pt x="1395" y="1595"/>
                </a:lnTo>
                <a:lnTo>
                  <a:pt x="1410" y="1606"/>
                </a:lnTo>
                <a:lnTo>
                  <a:pt x="1373" y="1656"/>
                </a:lnTo>
                <a:lnTo>
                  <a:pt x="1376" y="1659"/>
                </a:lnTo>
                <a:lnTo>
                  <a:pt x="1413" y="1613"/>
                </a:lnTo>
                <a:lnTo>
                  <a:pt x="1422" y="1614"/>
                </a:lnTo>
                <a:lnTo>
                  <a:pt x="1427" y="1624"/>
                </a:lnTo>
                <a:lnTo>
                  <a:pt x="1394" y="1667"/>
                </a:lnTo>
                <a:lnTo>
                  <a:pt x="1393" y="1670"/>
                </a:lnTo>
                <a:lnTo>
                  <a:pt x="1394" y="1672"/>
                </a:lnTo>
                <a:lnTo>
                  <a:pt x="1395" y="1673"/>
                </a:lnTo>
                <a:lnTo>
                  <a:pt x="1398" y="1675"/>
                </a:lnTo>
                <a:lnTo>
                  <a:pt x="1400" y="1678"/>
                </a:lnTo>
                <a:lnTo>
                  <a:pt x="1400" y="1681"/>
                </a:lnTo>
                <a:lnTo>
                  <a:pt x="1397" y="1685"/>
                </a:lnTo>
                <a:lnTo>
                  <a:pt x="1396" y="1685"/>
                </a:lnTo>
                <a:lnTo>
                  <a:pt x="1394" y="1687"/>
                </a:lnTo>
                <a:lnTo>
                  <a:pt x="1400" y="1690"/>
                </a:lnTo>
                <a:lnTo>
                  <a:pt x="1401" y="1688"/>
                </a:lnTo>
                <a:lnTo>
                  <a:pt x="1400" y="1687"/>
                </a:lnTo>
                <a:lnTo>
                  <a:pt x="1401" y="1686"/>
                </a:lnTo>
                <a:lnTo>
                  <a:pt x="1403" y="1686"/>
                </a:lnTo>
                <a:lnTo>
                  <a:pt x="1405" y="1687"/>
                </a:lnTo>
                <a:lnTo>
                  <a:pt x="1406" y="1688"/>
                </a:lnTo>
                <a:lnTo>
                  <a:pt x="1407" y="1689"/>
                </a:lnTo>
                <a:lnTo>
                  <a:pt x="1407" y="1689"/>
                </a:lnTo>
                <a:lnTo>
                  <a:pt x="1408" y="1691"/>
                </a:lnTo>
                <a:lnTo>
                  <a:pt x="1408" y="1692"/>
                </a:lnTo>
                <a:lnTo>
                  <a:pt x="1407" y="1691"/>
                </a:lnTo>
                <a:lnTo>
                  <a:pt x="1405" y="1694"/>
                </a:lnTo>
                <a:lnTo>
                  <a:pt x="1410" y="1697"/>
                </a:lnTo>
                <a:lnTo>
                  <a:pt x="1412" y="1695"/>
                </a:lnTo>
                <a:lnTo>
                  <a:pt x="1411" y="1694"/>
                </a:lnTo>
                <a:lnTo>
                  <a:pt x="1415" y="1686"/>
                </a:lnTo>
                <a:lnTo>
                  <a:pt x="1422" y="1676"/>
                </a:lnTo>
                <a:lnTo>
                  <a:pt x="1424" y="1674"/>
                </a:lnTo>
                <a:lnTo>
                  <a:pt x="1427" y="1670"/>
                </a:lnTo>
                <a:lnTo>
                  <a:pt x="1438" y="1679"/>
                </a:lnTo>
                <a:lnTo>
                  <a:pt x="1425" y="1700"/>
                </a:lnTo>
                <a:lnTo>
                  <a:pt x="1471" y="1729"/>
                </a:lnTo>
                <a:lnTo>
                  <a:pt x="1480" y="1736"/>
                </a:lnTo>
                <a:lnTo>
                  <a:pt x="1484" y="1736"/>
                </a:lnTo>
                <a:lnTo>
                  <a:pt x="1501" y="1747"/>
                </a:lnTo>
                <a:lnTo>
                  <a:pt x="1500" y="1752"/>
                </a:lnTo>
                <a:lnTo>
                  <a:pt x="1502" y="1753"/>
                </a:lnTo>
                <a:lnTo>
                  <a:pt x="1504" y="1749"/>
                </a:lnTo>
                <a:lnTo>
                  <a:pt x="1506" y="1748"/>
                </a:lnTo>
                <a:lnTo>
                  <a:pt x="1517" y="1755"/>
                </a:lnTo>
                <a:lnTo>
                  <a:pt x="1522" y="1758"/>
                </a:lnTo>
                <a:lnTo>
                  <a:pt x="1521" y="1760"/>
                </a:lnTo>
                <a:lnTo>
                  <a:pt x="1525" y="1762"/>
                </a:lnTo>
                <a:lnTo>
                  <a:pt x="1518" y="1775"/>
                </a:lnTo>
                <a:lnTo>
                  <a:pt x="1619" y="1833"/>
                </a:lnTo>
                <a:lnTo>
                  <a:pt x="1636" y="1843"/>
                </a:lnTo>
                <a:lnTo>
                  <a:pt x="1678" y="1867"/>
                </a:lnTo>
                <a:lnTo>
                  <a:pt x="1683" y="1859"/>
                </a:lnTo>
                <a:lnTo>
                  <a:pt x="1698" y="1867"/>
                </a:lnTo>
                <a:lnTo>
                  <a:pt x="1714" y="1876"/>
                </a:lnTo>
                <a:lnTo>
                  <a:pt x="1783" y="1917"/>
                </a:lnTo>
                <a:lnTo>
                  <a:pt x="1763" y="1951"/>
                </a:lnTo>
                <a:lnTo>
                  <a:pt x="1759" y="1952"/>
                </a:lnTo>
                <a:lnTo>
                  <a:pt x="1702" y="1918"/>
                </a:lnTo>
                <a:lnTo>
                  <a:pt x="1687" y="1908"/>
                </a:lnTo>
                <a:lnTo>
                  <a:pt x="1684" y="1906"/>
                </a:lnTo>
                <a:lnTo>
                  <a:pt x="1630" y="1999"/>
                </a:lnTo>
                <a:lnTo>
                  <a:pt x="1624" y="2007"/>
                </a:lnTo>
                <a:lnTo>
                  <a:pt x="1484" y="1923"/>
                </a:lnTo>
                <a:lnTo>
                  <a:pt x="1485" y="1921"/>
                </a:lnTo>
                <a:lnTo>
                  <a:pt x="1472" y="1912"/>
                </a:lnTo>
                <a:lnTo>
                  <a:pt x="1471" y="1915"/>
                </a:lnTo>
                <a:lnTo>
                  <a:pt x="1470" y="1914"/>
                </a:lnTo>
                <a:lnTo>
                  <a:pt x="1437" y="1972"/>
                </a:lnTo>
                <a:lnTo>
                  <a:pt x="1432" y="1969"/>
                </a:lnTo>
                <a:lnTo>
                  <a:pt x="1414" y="1958"/>
                </a:lnTo>
                <a:lnTo>
                  <a:pt x="1411" y="1957"/>
                </a:lnTo>
                <a:lnTo>
                  <a:pt x="1409" y="1954"/>
                </a:lnTo>
                <a:lnTo>
                  <a:pt x="1420" y="1935"/>
                </a:lnTo>
                <a:lnTo>
                  <a:pt x="1421" y="1933"/>
                </a:lnTo>
                <a:lnTo>
                  <a:pt x="1426" y="1923"/>
                </a:lnTo>
                <a:lnTo>
                  <a:pt x="1427" y="1921"/>
                </a:lnTo>
                <a:lnTo>
                  <a:pt x="1431" y="1915"/>
                </a:lnTo>
                <a:lnTo>
                  <a:pt x="1432" y="1914"/>
                </a:lnTo>
                <a:lnTo>
                  <a:pt x="1435" y="1908"/>
                </a:lnTo>
                <a:lnTo>
                  <a:pt x="1436" y="1906"/>
                </a:lnTo>
                <a:lnTo>
                  <a:pt x="1440" y="1900"/>
                </a:lnTo>
                <a:lnTo>
                  <a:pt x="1440" y="1899"/>
                </a:lnTo>
                <a:lnTo>
                  <a:pt x="1442" y="1896"/>
                </a:lnTo>
                <a:lnTo>
                  <a:pt x="1442" y="1895"/>
                </a:lnTo>
                <a:lnTo>
                  <a:pt x="1442" y="1893"/>
                </a:lnTo>
                <a:lnTo>
                  <a:pt x="1440" y="1893"/>
                </a:lnTo>
                <a:lnTo>
                  <a:pt x="1438" y="1881"/>
                </a:lnTo>
                <a:lnTo>
                  <a:pt x="1436" y="1881"/>
                </a:lnTo>
                <a:lnTo>
                  <a:pt x="1435" y="1879"/>
                </a:lnTo>
                <a:lnTo>
                  <a:pt x="1422" y="1881"/>
                </a:lnTo>
                <a:lnTo>
                  <a:pt x="1422" y="1881"/>
                </a:lnTo>
                <a:lnTo>
                  <a:pt x="1409" y="1883"/>
                </a:lnTo>
                <a:lnTo>
                  <a:pt x="1409" y="1882"/>
                </a:lnTo>
                <a:lnTo>
                  <a:pt x="1407" y="1881"/>
                </a:lnTo>
                <a:lnTo>
                  <a:pt x="1406" y="1879"/>
                </a:lnTo>
                <a:lnTo>
                  <a:pt x="1408" y="1877"/>
                </a:lnTo>
                <a:lnTo>
                  <a:pt x="1408" y="1876"/>
                </a:lnTo>
                <a:lnTo>
                  <a:pt x="1410" y="1875"/>
                </a:lnTo>
                <a:lnTo>
                  <a:pt x="1410" y="1875"/>
                </a:lnTo>
                <a:lnTo>
                  <a:pt x="1418" y="1873"/>
                </a:lnTo>
                <a:lnTo>
                  <a:pt x="1407" y="1835"/>
                </a:lnTo>
                <a:lnTo>
                  <a:pt x="1419" y="1832"/>
                </a:lnTo>
                <a:lnTo>
                  <a:pt x="1416" y="1822"/>
                </a:lnTo>
                <a:lnTo>
                  <a:pt x="1416" y="1820"/>
                </a:lnTo>
                <a:lnTo>
                  <a:pt x="1395" y="1821"/>
                </a:lnTo>
                <a:lnTo>
                  <a:pt x="1378" y="1826"/>
                </a:lnTo>
                <a:lnTo>
                  <a:pt x="1375" y="1819"/>
                </a:lnTo>
                <a:lnTo>
                  <a:pt x="1401" y="1811"/>
                </a:lnTo>
                <a:lnTo>
                  <a:pt x="1400" y="1802"/>
                </a:lnTo>
                <a:lnTo>
                  <a:pt x="1399" y="1799"/>
                </a:lnTo>
                <a:lnTo>
                  <a:pt x="1398" y="1795"/>
                </a:lnTo>
                <a:lnTo>
                  <a:pt x="1397" y="1791"/>
                </a:lnTo>
                <a:lnTo>
                  <a:pt x="1394" y="1782"/>
                </a:lnTo>
                <a:lnTo>
                  <a:pt x="1389" y="1772"/>
                </a:lnTo>
                <a:lnTo>
                  <a:pt x="1385" y="1767"/>
                </a:lnTo>
                <a:lnTo>
                  <a:pt x="1378" y="1763"/>
                </a:lnTo>
                <a:lnTo>
                  <a:pt x="1372" y="1761"/>
                </a:lnTo>
                <a:lnTo>
                  <a:pt x="1366" y="1762"/>
                </a:lnTo>
                <a:lnTo>
                  <a:pt x="1363" y="1763"/>
                </a:lnTo>
                <a:lnTo>
                  <a:pt x="1362" y="1765"/>
                </a:lnTo>
                <a:lnTo>
                  <a:pt x="1362" y="1770"/>
                </a:lnTo>
                <a:lnTo>
                  <a:pt x="1360" y="1775"/>
                </a:lnTo>
                <a:lnTo>
                  <a:pt x="1359" y="1777"/>
                </a:lnTo>
                <a:lnTo>
                  <a:pt x="1357" y="1778"/>
                </a:lnTo>
                <a:lnTo>
                  <a:pt x="1355" y="1779"/>
                </a:lnTo>
                <a:lnTo>
                  <a:pt x="1353" y="1778"/>
                </a:lnTo>
                <a:lnTo>
                  <a:pt x="1351" y="1776"/>
                </a:lnTo>
                <a:lnTo>
                  <a:pt x="1349" y="1776"/>
                </a:lnTo>
                <a:lnTo>
                  <a:pt x="1356" y="1804"/>
                </a:lnTo>
                <a:lnTo>
                  <a:pt x="1355" y="1805"/>
                </a:lnTo>
                <a:lnTo>
                  <a:pt x="1360" y="1822"/>
                </a:lnTo>
                <a:lnTo>
                  <a:pt x="1352" y="1824"/>
                </a:lnTo>
                <a:lnTo>
                  <a:pt x="1353" y="1831"/>
                </a:lnTo>
                <a:lnTo>
                  <a:pt x="1351" y="1832"/>
                </a:lnTo>
                <a:lnTo>
                  <a:pt x="1351" y="1834"/>
                </a:lnTo>
                <a:lnTo>
                  <a:pt x="1349" y="1835"/>
                </a:lnTo>
                <a:lnTo>
                  <a:pt x="1340" y="1838"/>
                </a:lnTo>
                <a:lnTo>
                  <a:pt x="1336" y="1839"/>
                </a:lnTo>
                <a:lnTo>
                  <a:pt x="1323" y="1791"/>
                </a:lnTo>
                <a:lnTo>
                  <a:pt x="1316" y="1770"/>
                </a:lnTo>
                <a:lnTo>
                  <a:pt x="1305" y="1744"/>
                </a:lnTo>
                <a:lnTo>
                  <a:pt x="1304" y="1741"/>
                </a:lnTo>
                <a:lnTo>
                  <a:pt x="1309" y="1739"/>
                </a:lnTo>
                <a:lnTo>
                  <a:pt x="1310" y="1741"/>
                </a:lnTo>
                <a:lnTo>
                  <a:pt x="1313" y="1740"/>
                </a:lnTo>
                <a:lnTo>
                  <a:pt x="1310" y="1732"/>
                </a:lnTo>
                <a:lnTo>
                  <a:pt x="1307" y="1734"/>
                </a:lnTo>
                <a:lnTo>
                  <a:pt x="1308" y="1736"/>
                </a:lnTo>
                <a:lnTo>
                  <a:pt x="1305" y="1738"/>
                </a:lnTo>
                <a:lnTo>
                  <a:pt x="1299" y="1723"/>
                </a:lnTo>
                <a:lnTo>
                  <a:pt x="1296" y="1716"/>
                </a:lnTo>
                <a:lnTo>
                  <a:pt x="1300" y="1715"/>
                </a:lnTo>
                <a:lnTo>
                  <a:pt x="1301" y="1717"/>
                </a:lnTo>
                <a:lnTo>
                  <a:pt x="1305" y="1716"/>
                </a:lnTo>
                <a:lnTo>
                  <a:pt x="1302" y="1708"/>
                </a:lnTo>
                <a:lnTo>
                  <a:pt x="1298" y="1710"/>
                </a:lnTo>
                <a:lnTo>
                  <a:pt x="1299" y="1712"/>
                </a:lnTo>
                <a:lnTo>
                  <a:pt x="1296" y="1714"/>
                </a:lnTo>
                <a:lnTo>
                  <a:pt x="1295" y="1711"/>
                </a:lnTo>
                <a:lnTo>
                  <a:pt x="1280" y="1687"/>
                </a:lnTo>
                <a:lnTo>
                  <a:pt x="1279" y="1685"/>
                </a:lnTo>
                <a:lnTo>
                  <a:pt x="1276" y="1685"/>
                </a:lnTo>
                <a:lnTo>
                  <a:pt x="1273" y="1686"/>
                </a:lnTo>
                <a:lnTo>
                  <a:pt x="1271" y="1689"/>
                </a:lnTo>
                <a:lnTo>
                  <a:pt x="1268" y="1773"/>
                </a:lnTo>
                <a:lnTo>
                  <a:pt x="1246" y="1779"/>
                </a:lnTo>
                <a:lnTo>
                  <a:pt x="1231" y="1729"/>
                </a:lnTo>
                <a:lnTo>
                  <a:pt x="1232" y="1728"/>
                </a:lnTo>
                <a:lnTo>
                  <a:pt x="1238" y="1748"/>
                </a:lnTo>
                <a:lnTo>
                  <a:pt x="1242" y="1746"/>
                </a:lnTo>
                <a:lnTo>
                  <a:pt x="1231" y="1710"/>
                </a:lnTo>
                <a:lnTo>
                  <a:pt x="1228" y="1712"/>
                </a:lnTo>
                <a:lnTo>
                  <a:pt x="1231" y="1721"/>
                </a:lnTo>
                <a:lnTo>
                  <a:pt x="1228" y="1722"/>
                </a:lnTo>
                <a:lnTo>
                  <a:pt x="1227" y="1717"/>
                </a:lnTo>
                <a:lnTo>
                  <a:pt x="1226" y="1707"/>
                </a:lnTo>
                <a:lnTo>
                  <a:pt x="1232" y="1513"/>
                </a:lnTo>
                <a:lnTo>
                  <a:pt x="1233" y="1513"/>
                </a:lnTo>
                <a:lnTo>
                  <a:pt x="1233" y="1525"/>
                </a:lnTo>
                <a:lnTo>
                  <a:pt x="1237" y="1525"/>
                </a:lnTo>
                <a:lnTo>
                  <a:pt x="1237" y="1500"/>
                </a:lnTo>
                <a:lnTo>
                  <a:pt x="1233" y="1500"/>
                </a:lnTo>
                <a:lnTo>
                  <a:pt x="1233" y="1508"/>
                </a:lnTo>
                <a:lnTo>
                  <a:pt x="1232" y="1508"/>
                </a:lnTo>
                <a:lnTo>
                  <a:pt x="1233" y="1473"/>
                </a:lnTo>
                <a:lnTo>
                  <a:pt x="1230" y="1473"/>
                </a:lnTo>
                <a:lnTo>
                  <a:pt x="1229" y="1461"/>
                </a:lnTo>
                <a:lnTo>
                  <a:pt x="1228" y="1448"/>
                </a:lnTo>
                <a:lnTo>
                  <a:pt x="1230" y="1367"/>
                </a:lnTo>
                <a:lnTo>
                  <a:pt x="1206" y="1366"/>
                </a:lnTo>
                <a:lnTo>
                  <a:pt x="1206" y="1339"/>
                </a:lnTo>
                <a:lnTo>
                  <a:pt x="1228" y="1340"/>
                </a:lnTo>
                <a:lnTo>
                  <a:pt x="1228" y="1333"/>
                </a:lnTo>
                <a:lnTo>
                  <a:pt x="1222" y="1333"/>
                </a:lnTo>
                <a:lnTo>
                  <a:pt x="1223" y="1319"/>
                </a:lnTo>
                <a:lnTo>
                  <a:pt x="1223" y="1316"/>
                </a:lnTo>
                <a:lnTo>
                  <a:pt x="1232" y="1307"/>
                </a:lnTo>
                <a:lnTo>
                  <a:pt x="1232" y="1302"/>
                </a:lnTo>
                <a:lnTo>
                  <a:pt x="1237" y="1304"/>
                </a:lnTo>
                <a:lnTo>
                  <a:pt x="1237" y="1299"/>
                </a:lnTo>
                <a:lnTo>
                  <a:pt x="1231" y="1297"/>
                </a:lnTo>
                <a:lnTo>
                  <a:pt x="1232" y="1278"/>
                </a:lnTo>
                <a:lnTo>
                  <a:pt x="1237" y="1275"/>
                </a:lnTo>
                <a:lnTo>
                  <a:pt x="1237" y="1266"/>
                </a:lnTo>
                <a:moveTo>
                  <a:pt x="1237" y="1266"/>
                </a:moveTo>
                <a:lnTo>
                  <a:pt x="1119" y="1263"/>
                </a:lnTo>
                <a:lnTo>
                  <a:pt x="1118" y="1259"/>
                </a:lnTo>
                <a:lnTo>
                  <a:pt x="1120" y="1200"/>
                </a:lnTo>
                <a:lnTo>
                  <a:pt x="1239" y="1203"/>
                </a:lnTo>
                <a:moveTo>
                  <a:pt x="1239" y="1203"/>
                </a:moveTo>
                <a:lnTo>
                  <a:pt x="1240" y="1192"/>
                </a:lnTo>
                <a:lnTo>
                  <a:pt x="1234" y="1192"/>
                </a:lnTo>
                <a:lnTo>
                  <a:pt x="1222" y="1191"/>
                </a:lnTo>
                <a:lnTo>
                  <a:pt x="1217" y="1183"/>
                </a:lnTo>
                <a:lnTo>
                  <a:pt x="1211" y="1170"/>
                </a:lnTo>
                <a:lnTo>
                  <a:pt x="1207" y="1158"/>
                </a:lnTo>
                <a:lnTo>
                  <a:pt x="1204" y="1147"/>
                </a:lnTo>
                <a:lnTo>
                  <a:pt x="1202" y="1137"/>
                </a:lnTo>
                <a:lnTo>
                  <a:pt x="1203" y="1128"/>
                </a:lnTo>
                <a:lnTo>
                  <a:pt x="1204" y="1124"/>
                </a:lnTo>
                <a:lnTo>
                  <a:pt x="1209" y="1116"/>
                </a:lnTo>
                <a:lnTo>
                  <a:pt x="1213" y="1112"/>
                </a:lnTo>
                <a:lnTo>
                  <a:pt x="1218" y="1109"/>
                </a:lnTo>
                <a:lnTo>
                  <a:pt x="1224" y="1107"/>
                </a:lnTo>
                <a:lnTo>
                  <a:pt x="1226" y="1105"/>
                </a:lnTo>
                <a:lnTo>
                  <a:pt x="1228" y="1103"/>
                </a:lnTo>
                <a:lnTo>
                  <a:pt x="1228" y="1100"/>
                </a:lnTo>
                <a:lnTo>
                  <a:pt x="1227" y="1100"/>
                </a:lnTo>
                <a:lnTo>
                  <a:pt x="1226" y="1099"/>
                </a:lnTo>
                <a:lnTo>
                  <a:pt x="1221" y="1100"/>
                </a:lnTo>
                <a:lnTo>
                  <a:pt x="1212" y="1103"/>
                </a:lnTo>
                <a:lnTo>
                  <a:pt x="1205" y="1105"/>
                </a:lnTo>
                <a:lnTo>
                  <a:pt x="1192" y="1107"/>
                </a:lnTo>
                <a:lnTo>
                  <a:pt x="1181" y="1107"/>
                </a:lnTo>
                <a:lnTo>
                  <a:pt x="1166" y="1106"/>
                </a:lnTo>
                <a:lnTo>
                  <a:pt x="1144" y="1104"/>
                </a:lnTo>
                <a:lnTo>
                  <a:pt x="1142" y="1104"/>
                </a:lnTo>
                <a:lnTo>
                  <a:pt x="1142" y="1116"/>
                </a:lnTo>
                <a:lnTo>
                  <a:pt x="1140" y="1141"/>
                </a:lnTo>
                <a:lnTo>
                  <a:pt x="1138" y="1151"/>
                </a:lnTo>
                <a:lnTo>
                  <a:pt x="1135" y="1158"/>
                </a:lnTo>
                <a:lnTo>
                  <a:pt x="1129" y="1163"/>
                </a:lnTo>
                <a:lnTo>
                  <a:pt x="1120" y="1165"/>
                </a:lnTo>
                <a:lnTo>
                  <a:pt x="1108" y="1166"/>
                </a:lnTo>
                <a:lnTo>
                  <a:pt x="1096" y="1166"/>
                </a:lnTo>
                <a:lnTo>
                  <a:pt x="1088" y="1169"/>
                </a:lnTo>
                <a:lnTo>
                  <a:pt x="1087" y="1171"/>
                </a:lnTo>
                <a:lnTo>
                  <a:pt x="1085" y="1175"/>
                </a:lnTo>
                <a:lnTo>
                  <a:pt x="1082" y="1200"/>
                </a:lnTo>
                <a:lnTo>
                  <a:pt x="1083" y="1213"/>
                </a:lnTo>
                <a:lnTo>
                  <a:pt x="1082" y="1232"/>
                </a:lnTo>
                <a:lnTo>
                  <a:pt x="1080" y="1242"/>
                </a:lnTo>
                <a:lnTo>
                  <a:pt x="1079" y="1252"/>
                </a:lnTo>
                <a:lnTo>
                  <a:pt x="1078" y="1258"/>
                </a:lnTo>
                <a:lnTo>
                  <a:pt x="1079" y="1262"/>
                </a:lnTo>
                <a:lnTo>
                  <a:pt x="1081" y="1265"/>
                </a:lnTo>
                <a:lnTo>
                  <a:pt x="1082" y="1268"/>
                </a:lnTo>
                <a:lnTo>
                  <a:pt x="1082" y="1272"/>
                </a:lnTo>
                <a:lnTo>
                  <a:pt x="1081" y="1289"/>
                </a:lnTo>
                <a:lnTo>
                  <a:pt x="1080" y="1297"/>
                </a:lnTo>
                <a:lnTo>
                  <a:pt x="1079" y="1301"/>
                </a:lnTo>
                <a:lnTo>
                  <a:pt x="1076" y="1304"/>
                </a:lnTo>
                <a:lnTo>
                  <a:pt x="1065" y="1307"/>
                </a:lnTo>
                <a:lnTo>
                  <a:pt x="1049" y="1310"/>
                </a:lnTo>
                <a:lnTo>
                  <a:pt x="1008" y="1315"/>
                </a:lnTo>
                <a:lnTo>
                  <a:pt x="982" y="1318"/>
                </a:lnTo>
                <a:lnTo>
                  <a:pt x="948" y="1324"/>
                </a:lnTo>
                <a:lnTo>
                  <a:pt x="912" y="1330"/>
                </a:lnTo>
                <a:lnTo>
                  <a:pt x="872" y="1332"/>
                </a:lnTo>
                <a:lnTo>
                  <a:pt x="861" y="1332"/>
                </a:lnTo>
                <a:lnTo>
                  <a:pt x="845" y="1329"/>
                </a:lnTo>
                <a:lnTo>
                  <a:pt x="827" y="1326"/>
                </a:lnTo>
                <a:lnTo>
                  <a:pt x="817" y="1324"/>
                </a:lnTo>
                <a:lnTo>
                  <a:pt x="811" y="1322"/>
                </a:lnTo>
                <a:lnTo>
                  <a:pt x="809" y="1318"/>
                </a:lnTo>
                <a:lnTo>
                  <a:pt x="807" y="1309"/>
                </a:lnTo>
                <a:lnTo>
                  <a:pt x="805" y="1292"/>
                </a:lnTo>
                <a:lnTo>
                  <a:pt x="804" y="1267"/>
                </a:lnTo>
                <a:lnTo>
                  <a:pt x="801" y="1238"/>
                </a:lnTo>
                <a:lnTo>
                  <a:pt x="800" y="1214"/>
                </a:lnTo>
                <a:lnTo>
                  <a:pt x="798" y="1181"/>
                </a:lnTo>
                <a:lnTo>
                  <a:pt x="797" y="1168"/>
                </a:lnTo>
                <a:lnTo>
                  <a:pt x="797" y="1160"/>
                </a:lnTo>
                <a:lnTo>
                  <a:pt x="799" y="1156"/>
                </a:lnTo>
                <a:lnTo>
                  <a:pt x="801" y="1154"/>
                </a:lnTo>
                <a:lnTo>
                  <a:pt x="812" y="1154"/>
                </a:lnTo>
                <a:lnTo>
                  <a:pt x="825" y="1155"/>
                </a:lnTo>
                <a:lnTo>
                  <a:pt x="835" y="1154"/>
                </a:lnTo>
                <a:lnTo>
                  <a:pt x="845" y="1154"/>
                </a:lnTo>
                <a:lnTo>
                  <a:pt x="856" y="1156"/>
                </a:lnTo>
                <a:lnTo>
                  <a:pt x="863" y="1157"/>
                </a:lnTo>
                <a:lnTo>
                  <a:pt x="871" y="1157"/>
                </a:lnTo>
                <a:lnTo>
                  <a:pt x="878" y="1156"/>
                </a:lnTo>
                <a:lnTo>
                  <a:pt x="885" y="1153"/>
                </a:lnTo>
                <a:lnTo>
                  <a:pt x="891" y="1151"/>
                </a:lnTo>
                <a:lnTo>
                  <a:pt x="897" y="1150"/>
                </a:lnTo>
                <a:lnTo>
                  <a:pt x="900" y="1147"/>
                </a:lnTo>
                <a:lnTo>
                  <a:pt x="903" y="1144"/>
                </a:lnTo>
                <a:lnTo>
                  <a:pt x="905" y="1140"/>
                </a:lnTo>
                <a:lnTo>
                  <a:pt x="908" y="1138"/>
                </a:lnTo>
                <a:lnTo>
                  <a:pt x="913" y="1136"/>
                </a:lnTo>
                <a:lnTo>
                  <a:pt x="917" y="1135"/>
                </a:lnTo>
                <a:lnTo>
                  <a:pt x="936" y="1139"/>
                </a:lnTo>
                <a:lnTo>
                  <a:pt x="944" y="1139"/>
                </a:lnTo>
                <a:lnTo>
                  <a:pt x="947" y="1138"/>
                </a:lnTo>
                <a:lnTo>
                  <a:pt x="948" y="1137"/>
                </a:lnTo>
                <a:lnTo>
                  <a:pt x="948" y="1135"/>
                </a:lnTo>
                <a:lnTo>
                  <a:pt x="948" y="1133"/>
                </a:lnTo>
                <a:lnTo>
                  <a:pt x="945" y="1132"/>
                </a:lnTo>
                <a:lnTo>
                  <a:pt x="939" y="1129"/>
                </a:lnTo>
                <a:lnTo>
                  <a:pt x="931" y="1129"/>
                </a:lnTo>
                <a:lnTo>
                  <a:pt x="926" y="1128"/>
                </a:lnTo>
                <a:lnTo>
                  <a:pt x="918" y="1126"/>
                </a:lnTo>
                <a:lnTo>
                  <a:pt x="910" y="1124"/>
                </a:lnTo>
                <a:lnTo>
                  <a:pt x="900" y="1122"/>
                </a:lnTo>
                <a:lnTo>
                  <a:pt x="888" y="1123"/>
                </a:lnTo>
                <a:lnTo>
                  <a:pt x="871" y="1124"/>
                </a:lnTo>
                <a:lnTo>
                  <a:pt x="856" y="1125"/>
                </a:lnTo>
                <a:lnTo>
                  <a:pt x="839" y="1126"/>
                </a:lnTo>
                <a:lnTo>
                  <a:pt x="832" y="1125"/>
                </a:lnTo>
                <a:lnTo>
                  <a:pt x="825" y="1122"/>
                </a:lnTo>
                <a:lnTo>
                  <a:pt x="818" y="1117"/>
                </a:lnTo>
                <a:lnTo>
                  <a:pt x="811" y="1110"/>
                </a:lnTo>
                <a:lnTo>
                  <a:pt x="808" y="1104"/>
                </a:lnTo>
                <a:lnTo>
                  <a:pt x="807" y="1099"/>
                </a:lnTo>
                <a:lnTo>
                  <a:pt x="806" y="1085"/>
                </a:lnTo>
                <a:lnTo>
                  <a:pt x="806" y="1076"/>
                </a:lnTo>
                <a:lnTo>
                  <a:pt x="804" y="1067"/>
                </a:lnTo>
                <a:lnTo>
                  <a:pt x="801" y="1059"/>
                </a:lnTo>
                <a:lnTo>
                  <a:pt x="797" y="1051"/>
                </a:lnTo>
                <a:lnTo>
                  <a:pt x="794" y="1045"/>
                </a:lnTo>
                <a:lnTo>
                  <a:pt x="791" y="1041"/>
                </a:lnTo>
                <a:lnTo>
                  <a:pt x="787" y="1037"/>
                </a:lnTo>
                <a:lnTo>
                  <a:pt x="784" y="1035"/>
                </a:lnTo>
                <a:lnTo>
                  <a:pt x="782" y="1033"/>
                </a:lnTo>
                <a:lnTo>
                  <a:pt x="780" y="1033"/>
                </a:lnTo>
                <a:lnTo>
                  <a:pt x="778" y="1033"/>
                </a:lnTo>
                <a:lnTo>
                  <a:pt x="775" y="1034"/>
                </a:lnTo>
                <a:lnTo>
                  <a:pt x="772" y="1034"/>
                </a:lnTo>
                <a:lnTo>
                  <a:pt x="771" y="1034"/>
                </a:lnTo>
                <a:lnTo>
                  <a:pt x="770" y="1033"/>
                </a:lnTo>
                <a:lnTo>
                  <a:pt x="770" y="1032"/>
                </a:lnTo>
                <a:lnTo>
                  <a:pt x="770" y="1027"/>
                </a:lnTo>
                <a:lnTo>
                  <a:pt x="769" y="1021"/>
                </a:lnTo>
                <a:lnTo>
                  <a:pt x="771" y="1013"/>
                </a:lnTo>
                <a:lnTo>
                  <a:pt x="773" y="1009"/>
                </a:lnTo>
                <a:lnTo>
                  <a:pt x="776" y="1004"/>
                </a:lnTo>
                <a:lnTo>
                  <a:pt x="782" y="999"/>
                </a:lnTo>
                <a:lnTo>
                  <a:pt x="789" y="995"/>
                </a:lnTo>
                <a:lnTo>
                  <a:pt x="795" y="993"/>
                </a:lnTo>
                <a:lnTo>
                  <a:pt x="801" y="992"/>
                </a:lnTo>
                <a:lnTo>
                  <a:pt x="803" y="990"/>
                </a:lnTo>
                <a:lnTo>
                  <a:pt x="804" y="989"/>
                </a:lnTo>
                <a:lnTo>
                  <a:pt x="804" y="987"/>
                </a:lnTo>
                <a:lnTo>
                  <a:pt x="803" y="986"/>
                </a:lnTo>
                <a:lnTo>
                  <a:pt x="802" y="986"/>
                </a:lnTo>
                <a:lnTo>
                  <a:pt x="800" y="986"/>
                </a:lnTo>
                <a:lnTo>
                  <a:pt x="794" y="987"/>
                </a:lnTo>
                <a:lnTo>
                  <a:pt x="785" y="988"/>
                </a:lnTo>
                <a:lnTo>
                  <a:pt x="777" y="990"/>
                </a:lnTo>
                <a:lnTo>
                  <a:pt x="772" y="992"/>
                </a:lnTo>
                <a:lnTo>
                  <a:pt x="768" y="995"/>
                </a:lnTo>
                <a:lnTo>
                  <a:pt x="764" y="1001"/>
                </a:lnTo>
                <a:lnTo>
                  <a:pt x="762" y="1005"/>
                </a:lnTo>
                <a:lnTo>
                  <a:pt x="761" y="1010"/>
                </a:lnTo>
                <a:lnTo>
                  <a:pt x="761" y="1015"/>
                </a:lnTo>
                <a:lnTo>
                  <a:pt x="762" y="1019"/>
                </a:lnTo>
                <a:lnTo>
                  <a:pt x="763" y="1024"/>
                </a:lnTo>
                <a:lnTo>
                  <a:pt x="764" y="1028"/>
                </a:lnTo>
                <a:lnTo>
                  <a:pt x="764" y="1033"/>
                </a:lnTo>
                <a:lnTo>
                  <a:pt x="764" y="1038"/>
                </a:lnTo>
                <a:lnTo>
                  <a:pt x="764" y="1046"/>
                </a:lnTo>
                <a:lnTo>
                  <a:pt x="764" y="1056"/>
                </a:lnTo>
                <a:lnTo>
                  <a:pt x="762" y="1073"/>
                </a:lnTo>
                <a:lnTo>
                  <a:pt x="763" y="1092"/>
                </a:lnTo>
                <a:lnTo>
                  <a:pt x="763" y="1104"/>
                </a:lnTo>
                <a:lnTo>
                  <a:pt x="763" y="1115"/>
                </a:lnTo>
                <a:lnTo>
                  <a:pt x="763" y="1124"/>
                </a:lnTo>
                <a:lnTo>
                  <a:pt x="762" y="1131"/>
                </a:lnTo>
                <a:lnTo>
                  <a:pt x="759" y="1138"/>
                </a:lnTo>
                <a:lnTo>
                  <a:pt x="757" y="1144"/>
                </a:lnTo>
                <a:lnTo>
                  <a:pt x="757" y="1150"/>
                </a:lnTo>
                <a:lnTo>
                  <a:pt x="758" y="1164"/>
                </a:lnTo>
                <a:lnTo>
                  <a:pt x="761" y="1184"/>
                </a:lnTo>
                <a:lnTo>
                  <a:pt x="763" y="1207"/>
                </a:lnTo>
                <a:lnTo>
                  <a:pt x="764" y="1227"/>
                </a:lnTo>
                <a:lnTo>
                  <a:pt x="764" y="1239"/>
                </a:lnTo>
                <a:lnTo>
                  <a:pt x="765" y="1263"/>
                </a:lnTo>
                <a:lnTo>
                  <a:pt x="766" y="1276"/>
                </a:lnTo>
                <a:lnTo>
                  <a:pt x="766" y="1292"/>
                </a:lnTo>
                <a:lnTo>
                  <a:pt x="764" y="1302"/>
                </a:lnTo>
                <a:lnTo>
                  <a:pt x="762" y="1306"/>
                </a:lnTo>
                <a:lnTo>
                  <a:pt x="758" y="1311"/>
                </a:lnTo>
                <a:lnTo>
                  <a:pt x="751" y="1316"/>
                </a:lnTo>
                <a:lnTo>
                  <a:pt x="738" y="1323"/>
                </a:lnTo>
                <a:lnTo>
                  <a:pt x="730" y="1328"/>
                </a:lnTo>
                <a:lnTo>
                  <a:pt x="718" y="1333"/>
                </a:lnTo>
                <a:lnTo>
                  <a:pt x="702" y="1341"/>
                </a:lnTo>
                <a:lnTo>
                  <a:pt x="692" y="1345"/>
                </a:lnTo>
                <a:lnTo>
                  <a:pt x="676" y="1354"/>
                </a:lnTo>
                <a:lnTo>
                  <a:pt x="656" y="1364"/>
                </a:lnTo>
                <a:lnTo>
                  <a:pt x="640" y="1380"/>
                </a:lnTo>
                <a:lnTo>
                  <a:pt x="629" y="1387"/>
                </a:lnTo>
                <a:lnTo>
                  <a:pt x="627" y="1393"/>
                </a:lnTo>
                <a:lnTo>
                  <a:pt x="622" y="1402"/>
                </a:lnTo>
                <a:lnTo>
                  <a:pt x="622" y="1408"/>
                </a:lnTo>
                <a:lnTo>
                  <a:pt x="622" y="1418"/>
                </a:lnTo>
                <a:lnTo>
                  <a:pt x="619" y="1428"/>
                </a:lnTo>
                <a:lnTo>
                  <a:pt x="603" y="1437"/>
                </a:lnTo>
                <a:lnTo>
                  <a:pt x="599" y="1445"/>
                </a:lnTo>
                <a:lnTo>
                  <a:pt x="592" y="1449"/>
                </a:lnTo>
                <a:lnTo>
                  <a:pt x="581" y="1453"/>
                </a:lnTo>
                <a:lnTo>
                  <a:pt x="573" y="1455"/>
                </a:lnTo>
                <a:lnTo>
                  <a:pt x="558" y="1458"/>
                </a:lnTo>
                <a:lnTo>
                  <a:pt x="546" y="1464"/>
                </a:lnTo>
                <a:lnTo>
                  <a:pt x="541" y="1470"/>
                </a:lnTo>
                <a:lnTo>
                  <a:pt x="533" y="1476"/>
                </a:lnTo>
                <a:lnTo>
                  <a:pt x="519" y="1483"/>
                </a:lnTo>
                <a:lnTo>
                  <a:pt x="499" y="1491"/>
                </a:lnTo>
                <a:lnTo>
                  <a:pt x="482" y="1499"/>
                </a:lnTo>
                <a:lnTo>
                  <a:pt x="471" y="1505"/>
                </a:lnTo>
                <a:lnTo>
                  <a:pt x="459" y="1514"/>
                </a:lnTo>
                <a:lnTo>
                  <a:pt x="453" y="1519"/>
                </a:lnTo>
                <a:lnTo>
                  <a:pt x="423" y="1522"/>
                </a:lnTo>
                <a:lnTo>
                  <a:pt x="391" y="1523"/>
                </a:lnTo>
                <a:lnTo>
                  <a:pt x="359" y="1527"/>
                </a:lnTo>
                <a:lnTo>
                  <a:pt x="323" y="1538"/>
                </a:lnTo>
                <a:lnTo>
                  <a:pt x="308" y="1534"/>
                </a:lnTo>
                <a:lnTo>
                  <a:pt x="293" y="1535"/>
                </a:lnTo>
                <a:lnTo>
                  <a:pt x="252" y="1535"/>
                </a:lnTo>
                <a:lnTo>
                  <a:pt x="231" y="1539"/>
                </a:lnTo>
                <a:lnTo>
                  <a:pt x="199" y="1534"/>
                </a:lnTo>
                <a:lnTo>
                  <a:pt x="192" y="1541"/>
                </a:lnTo>
                <a:lnTo>
                  <a:pt x="163" y="1540"/>
                </a:lnTo>
                <a:lnTo>
                  <a:pt x="138" y="1532"/>
                </a:lnTo>
                <a:lnTo>
                  <a:pt x="95" y="1519"/>
                </a:lnTo>
                <a:lnTo>
                  <a:pt x="80" y="1513"/>
                </a:lnTo>
                <a:lnTo>
                  <a:pt x="74" y="1505"/>
                </a:lnTo>
                <a:lnTo>
                  <a:pt x="68" y="1497"/>
                </a:lnTo>
                <a:lnTo>
                  <a:pt x="60" y="1484"/>
                </a:lnTo>
                <a:lnTo>
                  <a:pt x="59" y="1479"/>
                </a:lnTo>
                <a:lnTo>
                  <a:pt x="56" y="1469"/>
                </a:lnTo>
                <a:lnTo>
                  <a:pt x="54" y="1458"/>
                </a:lnTo>
                <a:lnTo>
                  <a:pt x="50" y="1450"/>
                </a:lnTo>
                <a:lnTo>
                  <a:pt x="45" y="1441"/>
                </a:lnTo>
                <a:lnTo>
                  <a:pt x="41" y="1436"/>
                </a:lnTo>
                <a:lnTo>
                  <a:pt x="38" y="1426"/>
                </a:lnTo>
                <a:lnTo>
                  <a:pt x="36" y="1414"/>
                </a:lnTo>
                <a:lnTo>
                  <a:pt x="37" y="1394"/>
                </a:lnTo>
                <a:lnTo>
                  <a:pt x="40" y="1379"/>
                </a:lnTo>
                <a:lnTo>
                  <a:pt x="42" y="1369"/>
                </a:lnTo>
                <a:lnTo>
                  <a:pt x="42" y="1362"/>
                </a:lnTo>
                <a:lnTo>
                  <a:pt x="41" y="1354"/>
                </a:lnTo>
                <a:lnTo>
                  <a:pt x="41" y="1347"/>
                </a:lnTo>
                <a:lnTo>
                  <a:pt x="41" y="1342"/>
                </a:lnTo>
                <a:lnTo>
                  <a:pt x="43" y="1335"/>
                </a:lnTo>
                <a:lnTo>
                  <a:pt x="47" y="1327"/>
                </a:lnTo>
                <a:lnTo>
                  <a:pt x="50" y="1318"/>
                </a:lnTo>
                <a:lnTo>
                  <a:pt x="51" y="1313"/>
                </a:lnTo>
                <a:lnTo>
                  <a:pt x="51" y="1303"/>
                </a:lnTo>
                <a:lnTo>
                  <a:pt x="45" y="1248"/>
                </a:lnTo>
                <a:lnTo>
                  <a:pt x="43" y="1232"/>
                </a:lnTo>
                <a:lnTo>
                  <a:pt x="39" y="1234"/>
                </a:lnTo>
                <a:lnTo>
                  <a:pt x="32" y="1237"/>
                </a:lnTo>
                <a:lnTo>
                  <a:pt x="24" y="1238"/>
                </a:lnTo>
                <a:lnTo>
                  <a:pt x="14" y="1238"/>
                </a:lnTo>
                <a:lnTo>
                  <a:pt x="7" y="1236"/>
                </a:lnTo>
                <a:lnTo>
                  <a:pt x="0" y="1235"/>
                </a:lnTo>
                <a:moveTo>
                  <a:pt x="3093" y="819"/>
                </a:moveTo>
                <a:lnTo>
                  <a:pt x="3087" y="774"/>
                </a:lnTo>
                <a:lnTo>
                  <a:pt x="3055" y="779"/>
                </a:lnTo>
                <a:moveTo>
                  <a:pt x="3055" y="779"/>
                </a:moveTo>
                <a:lnTo>
                  <a:pt x="3056" y="766"/>
                </a:lnTo>
                <a:lnTo>
                  <a:pt x="3055" y="765"/>
                </a:lnTo>
                <a:lnTo>
                  <a:pt x="3054" y="766"/>
                </a:lnTo>
                <a:lnTo>
                  <a:pt x="3051" y="777"/>
                </a:lnTo>
                <a:lnTo>
                  <a:pt x="3041" y="773"/>
                </a:lnTo>
                <a:lnTo>
                  <a:pt x="3037" y="771"/>
                </a:lnTo>
                <a:lnTo>
                  <a:pt x="3033" y="767"/>
                </a:lnTo>
                <a:lnTo>
                  <a:pt x="3037" y="755"/>
                </a:lnTo>
                <a:lnTo>
                  <a:pt x="3041" y="743"/>
                </a:lnTo>
                <a:lnTo>
                  <a:pt x="3039" y="735"/>
                </a:lnTo>
                <a:lnTo>
                  <a:pt x="3027" y="748"/>
                </a:lnTo>
                <a:lnTo>
                  <a:pt x="3017" y="765"/>
                </a:lnTo>
                <a:lnTo>
                  <a:pt x="3003" y="762"/>
                </a:lnTo>
                <a:lnTo>
                  <a:pt x="2992" y="770"/>
                </a:lnTo>
                <a:lnTo>
                  <a:pt x="2982" y="778"/>
                </a:lnTo>
                <a:lnTo>
                  <a:pt x="2979" y="772"/>
                </a:lnTo>
                <a:lnTo>
                  <a:pt x="2965" y="782"/>
                </a:lnTo>
                <a:lnTo>
                  <a:pt x="2969" y="812"/>
                </a:lnTo>
                <a:lnTo>
                  <a:pt x="2969" y="825"/>
                </a:lnTo>
                <a:lnTo>
                  <a:pt x="2972" y="842"/>
                </a:lnTo>
                <a:lnTo>
                  <a:pt x="2982" y="852"/>
                </a:lnTo>
                <a:lnTo>
                  <a:pt x="2984" y="857"/>
                </a:lnTo>
                <a:lnTo>
                  <a:pt x="2984" y="863"/>
                </a:lnTo>
                <a:lnTo>
                  <a:pt x="2980" y="871"/>
                </a:lnTo>
                <a:lnTo>
                  <a:pt x="2980" y="874"/>
                </a:lnTo>
                <a:lnTo>
                  <a:pt x="2982" y="877"/>
                </a:lnTo>
                <a:lnTo>
                  <a:pt x="2983" y="880"/>
                </a:lnTo>
                <a:lnTo>
                  <a:pt x="2985" y="884"/>
                </a:lnTo>
                <a:lnTo>
                  <a:pt x="2988" y="899"/>
                </a:lnTo>
                <a:lnTo>
                  <a:pt x="2929" y="1074"/>
                </a:lnTo>
                <a:lnTo>
                  <a:pt x="2922" y="1093"/>
                </a:lnTo>
                <a:lnTo>
                  <a:pt x="2919" y="1098"/>
                </a:lnTo>
                <a:lnTo>
                  <a:pt x="2867" y="1259"/>
                </a:lnTo>
                <a:lnTo>
                  <a:pt x="2865" y="1266"/>
                </a:lnTo>
                <a:lnTo>
                  <a:pt x="2824" y="1266"/>
                </a:lnTo>
                <a:lnTo>
                  <a:pt x="2698" y="1268"/>
                </a:lnTo>
                <a:lnTo>
                  <a:pt x="2640" y="1053"/>
                </a:lnTo>
                <a:lnTo>
                  <a:pt x="2636" y="1038"/>
                </a:lnTo>
                <a:lnTo>
                  <a:pt x="2623" y="1042"/>
                </a:lnTo>
                <a:lnTo>
                  <a:pt x="2618" y="1033"/>
                </a:lnTo>
                <a:lnTo>
                  <a:pt x="2625" y="1030"/>
                </a:lnTo>
                <a:lnTo>
                  <a:pt x="2621" y="1023"/>
                </a:lnTo>
                <a:lnTo>
                  <a:pt x="2628" y="1019"/>
                </a:lnTo>
                <a:lnTo>
                  <a:pt x="2625" y="1014"/>
                </a:lnTo>
                <a:lnTo>
                  <a:pt x="2555" y="1050"/>
                </a:lnTo>
                <a:lnTo>
                  <a:pt x="2608" y="1233"/>
                </a:lnTo>
                <a:lnTo>
                  <a:pt x="2658" y="1414"/>
                </a:lnTo>
                <a:lnTo>
                  <a:pt x="2661" y="1426"/>
                </a:lnTo>
                <a:lnTo>
                  <a:pt x="2663" y="1430"/>
                </a:lnTo>
                <a:lnTo>
                  <a:pt x="2665" y="1433"/>
                </a:lnTo>
                <a:lnTo>
                  <a:pt x="2666" y="1437"/>
                </a:lnTo>
                <a:lnTo>
                  <a:pt x="2668" y="1443"/>
                </a:lnTo>
                <a:lnTo>
                  <a:pt x="2669" y="1447"/>
                </a:lnTo>
                <a:lnTo>
                  <a:pt x="2670" y="1450"/>
                </a:lnTo>
                <a:lnTo>
                  <a:pt x="2670" y="1452"/>
                </a:lnTo>
                <a:lnTo>
                  <a:pt x="2671" y="1453"/>
                </a:lnTo>
                <a:lnTo>
                  <a:pt x="2672" y="1456"/>
                </a:lnTo>
                <a:lnTo>
                  <a:pt x="2674" y="1462"/>
                </a:lnTo>
                <a:lnTo>
                  <a:pt x="2677" y="1471"/>
                </a:lnTo>
                <a:lnTo>
                  <a:pt x="2655" y="1479"/>
                </a:lnTo>
                <a:lnTo>
                  <a:pt x="2508" y="1079"/>
                </a:lnTo>
                <a:lnTo>
                  <a:pt x="2485" y="1087"/>
                </a:lnTo>
                <a:lnTo>
                  <a:pt x="2487" y="1091"/>
                </a:lnTo>
                <a:lnTo>
                  <a:pt x="2505" y="1084"/>
                </a:lnTo>
                <a:lnTo>
                  <a:pt x="2512" y="1103"/>
                </a:lnTo>
                <a:lnTo>
                  <a:pt x="2488" y="1111"/>
                </a:lnTo>
                <a:lnTo>
                  <a:pt x="2308" y="1162"/>
                </a:lnTo>
                <a:lnTo>
                  <a:pt x="2303" y="1164"/>
                </a:lnTo>
                <a:lnTo>
                  <a:pt x="2299" y="1168"/>
                </a:lnTo>
                <a:lnTo>
                  <a:pt x="2297" y="1172"/>
                </a:lnTo>
                <a:lnTo>
                  <a:pt x="2296" y="1177"/>
                </a:lnTo>
                <a:lnTo>
                  <a:pt x="2318" y="1377"/>
                </a:lnTo>
                <a:lnTo>
                  <a:pt x="2321" y="1389"/>
                </a:lnTo>
                <a:lnTo>
                  <a:pt x="2324" y="1397"/>
                </a:lnTo>
                <a:lnTo>
                  <a:pt x="2327" y="1405"/>
                </a:lnTo>
                <a:lnTo>
                  <a:pt x="2331" y="1411"/>
                </a:lnTo>
                <a:lnTo>
                  <a:pt x="2336" y="1415"/>
                </a:lnTo>
                <a:lnTo>
                  <a:pt x="2402" y="1460"/>
                </a:lnTo>
                <a:lnTo>
                  <a:pt x="2406" y="1458"/>
                </a:lnTo>
                <a:lnTo>
                  <a:pt x="2410" y="1461"/>
                </a:lnTo>
                <a:lnTo>
                  <a:pt x="2411" y="1459"/>
                </a:lnTo>
                <a:lnTo>
                  <a:pt x="2418" y="1465"/>
                </a:lnTo>
                <a:lnTo>
                  <a:pt x="2414" y="1469"/>
                </a:lnTo>
                <a:lnTo>
                  <a:pt x="2492" y="1533"/>
                </a:lnTo>
                <a:lnTo>
                  <a:pt x="2502" y="1542"/>
                </a:lnTo>
                <a:lnTo>
                  <a:pt x="2508" y="1549"/>
                </a:lnTo>
                <a:lnTo>
                  <a:pt x="2515" y="1559"/>
                </a:lnTo>
                <a:lnTo>
                  <a:pt x="2521" y="1571"/>
                </a:lnTo>
                <a:lnTo>
                  <a:pt x="2526" y="1582"/>
                </a:lnTo>
                <a:lnTo>
                  <a:pt x="2528" y="1592"/>
                </a:lnTo>
                <a:lnTo>
                  <a:pt x="2529" y="1601"/>
                </a:lnTo>
                <a:lnTo>
                  <a:pt x="2527" y="1611"/>
                </a:lnTo>
                <a:lnTo>
                  <a:pt x="2525" y="1618"/>
                </a:lnTo>
                <a:lnTo>
                  <a:pt x="2500" y="1664"/>
                </a:lnTo>
                <a:lnTo>
                  <a:pt x="2499" y="1670"/>
                </a:lnTo>
                <a:lnTo>
                  <a:pt x="2494" y="1694"/>
                </a:lnTo>
                <a:lnTo>
                  <a:pt x="2495" y="1697"/>
                </a:lnTo>
                <a:lnTo>
                  <a:pt x="2489" y="1701"/>
                </a:lnTo>
                <a:lnTo>
                  <a:pt x="2488" y="1699"/>
                </a:lnTo>
                <a:lnTo>
                  <a:pt x="2485" y="1700"/>
                </a:lnTo>
                <a:lnTo>
                  <a:pt x="2361" y="1541"/>
                </a:lnTo>
                <a:lnTo>
                  <a:pt x="2362" y="1539"/>
                </a:lnTo>
                <a:lnTo>
                  <a:pt x="2321" y="1488"/>
                </a:lnTo>
                <a:lnTo>
                  <a:pt x="2319" y="1482"/>
                </a:lnTo>
                <a:lnTo>
                  <a:pt x="2318" y="1479"/>
                </a:lnTo>
                <a:lnTo>
                  <a:pt x="2319" y="1464"/>
                </a:lnTo>
                <a:lnTo>
                  <a:pt x="2320" y="1457"/>
                </a:lnTo>
                <a:lnTo>
                  <a:pt x="2319" y="1447"/>
                </a:lnTo>
                <a:lnTo>
                  <a:pt x="2316" y="1447"/>
                </a:lnTo>
                <a:lnTo>
                  <a:pt x="2316" y="1459"/>
                </a:lnTo>
                <a:lnTo>
                  <a:pt x="2314" y="1476"/>
                </a:lnTo>
                <a:lnTo>
                  <a:pt x="2310" y="1498"/>
                </a:lnTo>
                <a:lnTo>
                  <a:pt x="2304" y="1513"/>
                </a:lnTo>
                <a:lnTo>
                  <a:pt x="2301" y="1507"/>
                </a:lnTo>
                <a:lnTo>
                  <a:pt x="2287" y="1514"/>
                </a:lnTo>
                <a:lnTo>
                  <a:pt x="2291" y="1523"/>
                </a:lnTo>
                <a:lnTo>
                  <a:pt x="2282" y="1537"/>
                </a:lnTo>
                <a:lnTo>
                  <a:pt x="2279" y="1540"/>
                </a:lnTo>
                <a:lnTo>
                  <a:pt x="2276" y="1541"/>
                </a:lnTo>
                <a:lnTo>
                  <a:pt x="2272" y="1540"/>
                </a:lnTo>
                <a:lnTo>
                  <a:pt x="2270" y="1538"/>
                </a:lnTo>
                <a:lnTo>
                  <a:pt x="2260" y="1528"/>
                </a:lnTo>
                <a:lnTo>
                  <a:pt x="2257" y="1523"/>
                </a:lnTo>
                <a:lnTo>
                  <a:pt x="2267" y="1510"/>
                </a:lnTo>
                <a:lnTo>
                  <a:pt x="2272" y="1501"/>
                </a:lnTo>
                <a:lnTo>
                  <a:pt x="2276" y="1488"/>
                </a:lnTo>
                <a:lnTo>
                  <a:pt x="2279" y="1469"/>
                </a:lnTo>
                <a:lnTo>
                  <a:pt x="2279" y="1457"/>
                </a:lnTo>
                <a:lnTo>
                  <a:pt x="2278" y="1445"/>
                </a:lnTo>
                <a:lnTo>
                  <a:pt x="2276" y="1430"/>
                </a:lnTo>
                <a:lnTo>
                  <a:pt x="2272" y="1411"/>
                </a:lnTo>
                <a:lnTo>
                  <a:pt x="2264" y="1380"/>
                </a:lnTo>
                <a:lnTo>
                  <a:pt x="2249" y="1325"/>
                </a:lnTo>
                <a:lnTo>
                  <a:pt x="2218" y="1246"/>
                </a:lnTo>
                <a:lnTo>
                  <a:pt x="2199" y="1179"/>
                </a:lnTo>
                <a:lnTo>
                  <a:pt x="2192" y="1182"/>
                </a:lnTo>
                <a:lnTo>
                  <a:pt x="2189" y="1164"/>
                </a:lnTo>
                <a:lnTo>
                  <a:pt x="2183" y="1152"/>
                </a:lnTo>
                <a:lnTo>
                  <a:pt x="2174" y="1132"/>
                </a:lnTo>
                <a:lnTo>
                  <a:pt x="2169" y="1125"/>
                </a:lnTo>
                <a:lnTo>
                  <a:pt x="2164" y="1122"/>
                </a:lnTo>
                <a:lnTo>
                  <a:pt x="2159" y="1121"/>
                </a:lnTo>
                <a:lnTo>
                  <a:pt x="2148" y="1120"/>
                </a:lnTo>
                <a:lnTo>
                  <a:pt x="2128" y="1125"/>
                </a:lnTo>
                <a:lnTo>
                  <a:pt x="2096" y="1137"/>
                </a:lnTo>
                <a:lnTo>
                  <a:pt x="2078" y="1141"/>
                </a:lnTo>
                <a:lnTo>
                  <a:pt x="2068" y="1146"/>
                </a:lnTo>
                <a:lnTo>
                  <a:pt x="2063" y="1150"/>
                </a:lnTo>
                <a:lnTo>
                  <a:pt x="2057" y="1158"/>
                </a:lnTo>
                <a:lnTo>
                  <a:pt x="1919" y="1203"/>
                </a:lnTo>
                <a:lnTo>
                  <a:pt x="1860" y="1027"/>
                </a:lnTo>
                <a:lnTo>
                  <a:pt x="1864" y="1026"/>
                </a:lnTo>
                <a:lnTo>
                  <a:pt x="1862" y="1021"/>
                </a:lnTo>
                <a:lnTo>
                  <a:pt x="1802" y="1041"/>
                </a:lnTo>
                <a:lnTo>
                  <a:pt x="1793" y="1044"/>
                </a:lnTo>
                <a:lnTo>
                  <a:pt x="1764" y="960"/>
                </a:lnTo>
                <a:lnTo>
                  <a:pt x="1762" y="947"/>
                </a:lnTo>
                <a:lnTo>
                  <a:pt x="1765" y="763"/>
                </a:lnTo>
                <a:lnTo>
                  <a:pt x="1769" y="598"/>
                </a:lnTo>
                <a:lnTo>
                  <a:pt x="1717" y="597"/>
                </a:lnTo>
                <a:lnTo>
                  <a:pt x="1687" y="597"/>
                </a:lnTo>
                <a:lnTo>
                  <a:pt x="1648" y="595"/>
                </a:lnTo>
                <a:lnTo>
                  <a:pt x="1628" y="594"/>
                </a:lnTo>
                <a:lnTo>
                  <a:pt x="1608" y="594"/>
                </a:lnTo>
                <a:lnTo>
                  <a:pt x="1586" y="594"/>
                </a:lnTo>
                <a:moveTo>
                  <a:pt x="5240" y="10"/>
                </a:moveTo>
                <a:lnTo>
                  <a:pt x="5226" y="14"/>
                </a:lnTo>
                <a:lnTo>
                  <a:pt x="5188" y="16"/>
                </a:lnTo>
                <a:lnTo>
                  <a:pt x="5181" y="12"/>
                </a:lnTo>
                <a:lnTo>
                  <a:pt x="5175" y="0"/>
                </a:lnTo>
                <a:moveTo>
                  <a:pt x="4921" y="2"/>
                </a:moveTo>
                <a:lnTo>
                  <a:pt x="4910" y="22"/>
                </a:lnTo>
                <a:lnTo>
                  <a:pt x="4897" y="36"/>
                </a:lnTo>
                <a:lnTo>
                  <a:pt x="4853" y="98"/>
                </a:lnTo>
                <a:lnTo>
                  <a:pt x="4842" y="104"/>
                </a:lnTo>
                <a:lnTo>
                  <a:pt x="4809" y="106"/>
                </a:lnTo>
                <a:lnTo>
                  <a:pt x="4759" y="114"/>
                </a:lnTo>
                <a:lnTo>
                  <a:pt x="4711" y="125"/>
                </a:lnTo>
                <a:lnTo>
                  <a:pt x="4655" y="142"/>
                </a:lnTo>
                <a:lnTo>
                  <a:pt x="4589" y="168"/>
                </a:lnTo>
                <a:lnTo>
                  <a:pt x="4524" y="200"/>
                </a:lnTo>
                <a:lnTo>
                  <a:pt x="4268" y="341"/>
                </a:lnTo>
                <a:lnTo>
                  <a:pt x="4229" y="366"/>
                </a:lnTo>
                <a:lnTo>
                  <a:pt x="4200" y="384"/>
                </a:lnTo>
                <a:lnTo>
                  <a:pt x="4113" y="430"/>
                </a:lnTo>
                <a:lnTo>
                  <a:pt x="4030" y="467"/>
                </a:lnTo>
                <a:lnTo>
                  <a:pt x="3925" y="510"/>
                </a:lnTo>
                <a:lnTo>
                  <a:pt x="3789" y="560"/>
                </a:lnTo>
                <a:lnTo>
                  <a:pt x="3685" y="588"/>
                </a:lnTo>
                <a:lnTo>
                  <a:pt x="3556" y="631"/>
                </a:lnTo>
                <a:lnTo>
                  <a:pt x="3490" y="658"/>
                </a:lnTo>
                <a:lnTo>
                  <a:pt x="3444" y="685"/>
                </a:lnTo>
                <a:lnTo>
                  <a:pt x="3399" y="713"/>
                </a:lnTo>
                <a:lnTo>
                  <a:pt x="3380" y="729"/>
                </a:lnTo>
                <a:lnTo>
                  <a:pt x="3363" y="725"/>
                </a:lnTo>
                <a:lnTo>
                  <a:pt x="3354" y="728"/>
                </a:lnTo>
                <a:lnTo>
                  <a:pt x="3295" y="792"/>
                </a:lnTo>
                <a:lnTo>
                  <a:pt x="3266" y="832"/>
                </a:lnTo>
                <a:lnTo>
                  <a:pt x="3248" y="846"/>
                </a:lnTo>
                <a:lnTo>
                  <a:pt x="3230" y="849"/>
                </a:lnTo>
                <a:lnTo>
                  <a:pt x="3183" y="846"/>
                </a:lnTo>
                <a:lnTo>
                  <a:pt x="3174" y="840"/>
                </a:lnTo>
                <a:lnTo>
                  <a:pt x="3173" y="828"/>
                </a:lnTo>
                <a:lnTo>
                  <a:pt x="3154" y="838"/>
                </a:lnTo>
                <a:lnTo>
                  <a:pt x="3130" y="885"/>
                </a:lnTo>
                <a:lnTo>
                  <a:pt x="3098" y="837"/>
                </a:lnTo>
                <a:lnTo>
                  <a:pt x="3111" y="830"/>
                </a:lnTo>
                <a:lnTo>
                  <a:pt x="3143" y="811"/>
                </a:lnTo>
                <a:lnTo>
                  <a:pt x="3149" y="812"/>
                </a:lnTo>
                <a:lnTo>
                  <a:pt x="3139" y="822"/>
                </a:lnTo>
                <a:lnTo>
                  <a:pt x="3147" y="826"/>
                </a:lnTo>
                <a:lnTo>
                  <a:pt x="3162" y="800"/>
                </a:lnTo>
                <a:lnTo>
                  <a:pt x="3157" y="795"/>
                </a:lnTo>
                <a:lnTo>
                  <a:pt x="3153" y="794"/>
                </a:lnTo>
                <a:lnTo>
                  <a:pt x="3149" y="797"/>
                </a:lnTo>
                <a:lnTo>
                  <a:pt x="3135" y="806"/>
                </a:lnTo>
                <a:lnTo>
                  <a:pt x="3117" y="815"/>
                </a:lnTo>
                <a:lnTo>
                  <a:pt x="3093" y="819"/>
                </a:lnTo>
              </a:path>
            </a:pathLst>
          </a:custGeom>
          <a:noFill/>
          <a:ln w="16510">
            <a:solidFill>
              <a:srgbClr val="4FB3C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Freeform 12"/>
          <p:cNvSpPr/>
          <p:nvPr/>
        </p:nvSpPr>
        <p:spPr>
          <a:xfrm>
            <a:off x="7285939" y="2526487"/>
            <a:ext cx="2937967" cy="1782166"/>
          </a:xfrm>
          <a:custGeom>
            <a:avLst/>
            <a:gdLst/>
            <a:ahLst/>
            <a:cxnLst/>
            <a:rect l="l" t="t" r="r" b="b"/>
            <a:pathLst>
              <a:path w="3213" h="1949">
                <a:moveTo>
                  <a:pt x="135" y="850"/>
                </a:moveTo>
                <a:lnTo>
                  <a:pt x="136" y="845"/>
                </a:lnTo>
                <a:lnTo>
                  <a:pt x="140" y="837"/>
                </a:lnTo>
                <a:lnTo>
                  <a:pt x="126" y="874"/>
                </a:lnTo>
                <a:lnTo>
                  <a:pt x="128" y="872"/>
                </a:lnTo>
                <a:lnTo>
                  <a:pt x="128" y="869"/>
                </a:lnTo>
                <a:lnTo>
                  <a:pt x="133" y="855"/>
                </a:lnTo>
                <a:lnTo>
                  <a:pt x="135" y="850"/>
                </a:lnTo>
                <a:lnTo>
                  <a:pt x="101" y="865"/>
                </a:lnTo>
                <a:lnTo>
                  <a:pt x="120" y="872"/>
                </a:lnTo>
                <a:lnTo>
                  <a:pt x="123" y="872"/>
                </a:lnTo>
                <a:lnTo>
                  <a:pt x="123" y="873"/>
                </a:lnTo>
                <a:lnTo>
                  <a:pt x="124" y="873"/>
                </a:lnTo>
                <a:lnTo>
                  <a:pt x="125" y="874"/>
                </a:lnTo>
                <a:lnTo>
                  <a:pt x="125" y="874"/>
                </a:lnTo>
                <a:lnTo>
                  <a:pt x="126" y="874"/>
                </a:lnTo>
                <a:lnTo>
                  <a:pt x="101" y="868"/>
                </a:lnTo>
                <a:lnTo>
                  <a:pt x="101" y="865"/>
                </a:lnTo>
                <a:lnTo>
                  <a:pt x="101" y="865"/>
                </a:lnTo>
                <a:lnTo>
                  <a:pt x="99" y="871"/>
                </a:lnTo>
                <a:lnTo>
                  <a:pt x="101" y="868"/>
                </a:lnTo>
                <a:lnTo>
                  <a:pt x="60" y="942"/>
                </a:lnTo>
                <a:lnTo>
                  <a:pt x="59" y="934"/>
                </a:lnTo>
                <a:lnTo>
                  <a:pt x="60" y="919"/>
                </a:lnTo>
                <a:lnTo>
                  <a:pt x="62" y="907"/>
                </a:lnTo>
                <a:lnTo>
                  <a:pt x="63" y="900"/>
                </a:lnTo>
                <a:lnTo>
                  <a:pt x="63" y="897"/>
                </a:lnTo>
                <a:lnTo>
                  <a:pt x="64" y="893"/>
                </a:lnTo>
                <a:lnTo>
                  <a:pt x="64" y="891"/>
                </a:lnTo>
                <a:lnTo>
                  <a:pt x="64" y="889"/>
                </a:lnTo>
                <a:lnTo>
                  <a:pt x="65" y="889"/>
                </a:lnTo>
                <a:lnTo>
                  <a:pt x="66" y="888"/>
                </a:lnTo>
                <a:lnTo>
                  <a:pt x="67" y="888"/>
                </a:lnTo>
                <a:lnTo>
                  <a:pt x="68" y="887"/>
                </a:lnTo>
                <a:lnTo>
                  <a:pt x="75" y="887"/>
                </a:lnTo>
                <a:lnTo>
                  <a:pt x="81" y="884"/>
                </a:lnTo>
                <a:lnTo>
                  <a:pt x="84" y="882"/>
                </a:lnTo>
                <a:lnTo>
                  <a:pt x="86" y="880"/>
                </a:lnTo>
                <a:lnTo>
                  <a:pt x="87" y="879"/>
                </a:lnTo>
                <a:lnTo>
                  <a:pt x="93" y="874"/>
                </a:lnTo>
                <a:lnTo>
                  <a:pt x="99" y="871"/>
                </a:lnTo>
                <a:lnTo>
                  <a:pt x="4" y="973"/>
                </a:lnTo>
                <a:lnTo>
                  <a:pt x="34" y="961"/>
                </a:lnTo>
                <a:lnTo>
                  <a:pt x="60" y="942"/>
                </a:lnTo>
                <a:lnTo>
                  <a:pt x="2" y="988"/>
                </a:lnTo>
                <a:lnTo>
                  <a:pt x="4" y="973"/>
                </a:lnTo>
                <a:lnTo>
                  <a:pt x="0" y="1023"/>
                </a:lnTo>
                <a:lnTo>
                  <a:pt x="2" y="1001"/>
                </a:lnTo>
                <a:lnTo>
                  <a:pt x="2" y="998"/>
                </a:lnTo>
                <a:lnTo>
                  <a:pt x="2" y="988"/>
                </a:lnTo>
                <a:lnTo>
                  <a:pt x="0" y="1023"/>
                </a:lnTo>
                <a:lnTo>
                  <a:pt x="5" y="1018"/>
                </a:lnTo>
                <a:lnTo>
                  <a:pt x="10" y="1016"/>
                </a:lnTo>
                <a:lnTo>
                  <a:pt x="14" y="1015"/>
                </a:lnTo>
                <a:lnTo>
                  <a:pt x="42" y="1009"/>
                </a:lnTo>
                <a:lnTo>
                  <a:pt x="86" y="1000"/>
                </a:lnTo>
                <a:lnTo>
                  <a:pt x="77" y="1000"/>
                </a:lnTo>
                <a:lnTo>
                  <a:pt x="42" y="1009"/>
                </a:lnTo>
                <a:lnTo>
                  <a:pt x="86" y="1000"/>
                </a:lnTo>
                <a:lnTo>
                  <a:pt x="158" y="1003"/>
                </a:lnTo>
                <a:lnTo>
                  <a:pt x="156" y="994"/>
                </a:lnTo>
                <a:lnTo>
                  <a:pt x="158" y="1003"/>
                </a:lnTo>
                <a:lnTo>
                  <a:pt x="279" y="939"/>
                </a:lnTo>
                <a:lnTo>
                  <a:pt x="258" y="953"/>
                </a:lnTo>
                <a:lnTo>
                  <a:pt x="226" y="973"/>
                </a:lnTo>
                <a:lnTo>
                  <a:pt x="202" y="987"/>
                </a:lnTo>
                <a:lnTo>
                  <a:pt x="193" y="991"/>
                </a:lnTo>
                <a:lnTo>
                  <a:pt x="183" y="995"/>
                </a:lnTo>
                <a:lnTo>
                  <a:pt x="177" y="997"/>
                </a:lnTo>
                <a:lnTo>
                  <a:pt x="173" y="997"/>
                </a:lnTo>
                <a:lnTo>
                  <a:pt x="169" y="997"/>
                </a:lnTo>
                <a:lnTo>
                  <a:pt x="156" y="994"/>
                </a:lnTo>
                <a:lnTo>
                  <a:pt x="286" y="933"/>
                </a:lnTo>
                <a:lnTo>
                  <a:pt x="284" y="936"/>
                </a:lnTo>
                <a:lnTo>
                  <a:pt x="279" y="939"/>
                </a:lnTo>
                <a:lnTo>
                  <a:pt x="286" y="933"/>
                </a:lnTo>
                <a:lnTo>
                  <a:pt x="289" y="937"/>
                </a:lnTo>
                <a:lnTo>
                  <a:pt x="291" y="942"/>
                </a:lnTo>
                <a:lnTo>
                  <a:pt x="289" y="937"/>
                </a:lnTo>
                <a:lnTo>
                  <a:pt x="291" y="942"/>
                </a:lnTo>
                <a:lnTo>
                  <a:pt x="315" y="1009"/>
                </a:lnTo>
                <a:lnTo>
                  <a:pt x="346" y="1114"/>
                </a:lnTo>
                <a:lnTo>
                  <a:pt x="325" y="1042"/>
                </a:lnTo>
                <a:lnTo>
                  <a:pt x="315" y="1009"/>
                </a:lnTo>
                <a:lnTo>
                  <a:pt x="346" y="1114"/>
                </a:lnTo>
                <a:lnTo>
                  <a:pt x="372" y="1208"/>
                </a:lnTo>
                <a:lnTo>
                  <a:pt x="378" y="1216"/>
                </a:lnTo>
                <a:lnTo>
                  <a:pt x="383" y="1224"/>
                </a:lnTo>
                <a:lnTo>
                  <a:pt x="378" y="1216"/>
                </a:lnTo>
                <a:lnTo>
                  <a:pt x="383" y="1224"/>
                </a:lnTo>
                <a:lnTo>
                  <a:pt x="389" y="1221"/>
                </a:lnTo>
                <a:lnTo>
                  <a:pt x="395" y="1220"/>
                </a:lnTo>
                <a:lnTo>
                  <a:pt x="413" y="1234"/>
                </a:lnTo>
                <a:lnTo>
                  <a:pt x="407" y="1226"/>
                </a:lnTo>
                <a:lnTo>
                  <a:pt x="402" y="1222"/>
                </a:lnTo>
                <a:lnTo>
                  <a:pt x="395" y="1220"/>
                </a:lnTo>
                <a:lnTo>
                  <a:pt x="413" y="1234"/>
                </a:lnTo>
                <a:lnTo>
                  <a:pt x="414" y="1241"/>
                </a:lnTo>
                <a:lnTo>
                  <a:pt x="416" y="1249"/>
                </a:lnTo>
                <a:lnTo>
                  <a:pt x="419" y="1254"/>
                </a:lnTo>
                <a:lnTo>
                  <a:pt x="423" y="1258"/>
                </a:lnTo>
                <a:lnTo>
                  <a:pt x="429" y="1261"/>
                </a:lnTo>
                <a:lnTo>
                  <a:pt x="434" y="1263"/>
                </a:lnTo>
                <a:lnTo>
                  <a:pt x="438" y="1265"/>
                </a:lnTo>
                <a:lnTo>
                  <a:pt x="522" y="1261"/>
                </a:lnTo>
                <a:lnTo>
                  <a:pt x="545" y="1260"/>
                </a:lnTo>
                <a:lnTo>
                  <a:pt x="564" y="1258"/>
                </a:lnTo>
                <a:lnTo>
                  <a:pt x="585" y="1257"/>
                </a:lnTo>
                <a:lnTo>
                  <a:pt x="621" y="1257"/>
                </a:lnTo>
                <a:lnTo>
                  <a:pt x="585" y="1257"/>
                </a:lnTo>
                <a:lnTo>
                  <a:pt x="756" y="1262"/>
                </a:lnTo>
                <a:lnTo>
                  <a:pt x="710" y="1257"/>
                </a:lnTo>
                <a:lnTo>
                  <a:pt x="621" y="1257"/>
                </a:lnTo>
                <a:lnTo>
                  <a:pt x="764" y="1263"/>
                </a:lnTo>
                <a:lnTo>
                  <a:pt x="760" y="1262"/>
                </a:lnTo>
                <a:lnTo>
                  <a:pt x="756" y="1262"/>
                </a:lnTo>
                <a:lnTo>
                  <a:pt x="891" y="1287"/>
                </a:lnTo>
                <a:lnTo>
                  <a:pt x="838" y="1274"/>
                </a:lnTo>
                <a:lnTo>
                  <a:pt x="764" y="1263"/>
                </a:lnTo>
                <a:lnTo>
                  <a:pt x="947" y="1305"/>
                </a:lnTo>
                <a:lnTo>
                  <a:pt x="928" y="1299"/>
                </a:lnTo>
                <a:lnTo>
                  <a:pt x="891" y="1287"/>
                </a:lnTo>
                <a:lnTo>
                  <a:pt x="949" y="1306"/>
                </a:lnTo>
                <a:lnTo>
                  <a:pt x="947" y="1305"/>
                </a:lnTo>
                <a:lnTo>
                  <a:pt x="965" y="1311"/>
                </a:lnTo>
                <a:lnTo>
                  <a:pt x="960" y="1309"/>
                </a:lnTo>
                <a:lnTo>
                  <a:pt x="950" y="1306"/>
                </a:lnTo>
                <a:lnTo>
                  <a:pt x="949" y="1306"/>
                </a:lnTo>
                <a:lnTo>
                  <a:pt x="970" y="1312"/>
                </a:lnTo>
                <a:lnTo>
                  <a:pt x="965" y="1311"/>
                </a:lnTo>
                <a:lnTo>
                  <a:pt x="1062" y="1340"/>
                </a:lnTo>
                <a:lnTo>
                  <a:pt x="1022" y="1329"/>
                </a:lnTo>
                <a:lnTo>
                  <a:pt x="989" y="1318"/>
                </a:lnTo>
                <a:lnTo>
                  <a:pt x="970" y="1312"/>
                </a:lnTo>
                <a:lnTo>
                  <a:pt x="1069" y="1339"/>
                </a:lnTo>
                <a:lnTo>
                  <a:pt x="1062" y="1340"/>
                </a:lnTo>
                <a:lnTo>
                  <a:pt x="1132" y="1364"/>
                </a:lnTo>
                <a:lnTo>
                  <a:pt x="1110" y="1353"/>
                </a:lnTo>
                <a:lnTo>
                  <a:pt x="1069" y="1339"/>
                </a:lnTo>
                <a:lnTo>
                  <a:pt x="1132" y="1364"/>
                </a:lnTo>
                <a:lnTo>
                  <a:pt x="1140" y="1371"/>
                </a:lnTo>
                <a:lnTo>
                  <a:pt x="1175" y="1403"/>
                </a:lnTo>
                <a:lnTo>
                  <a:pt x="1331" y="1569"/>
                </a:lnTo>
                <a:lnTo>
                  <a:pt x="1351" y="1589"/>
                </a:lnTo>
                <a:lnTo>
                  <a:pt x="1365" y="1600"/>
                </a:lnTo>
                <a:lnTo>
                  <a:pt x="1371" y="1603"/>
                </a:lnTo>
                <a:lnTo>
                  <a:pt x="1397" y="1622"/>
                </a:lnTo>
                <a:lnTo>
                  <a:pt x="1400" y="1624"/>
                </a:lnTo>
                <a:lnTo>
                  <a:pt x="1458" y="1667"/>
                </a:lnTo>
                <a:lnTo>
                  <a:pt x="1429" y="1646"/>
                </a:lnTo>
                <a:lnTo>
                  <a:pt x="1404" y="1627"/>
                </a:lnTo>
                <a:lnTo>
                  <a:pt x="1400" y="1624"/>
                </a:lnTo>
                <a:lnTo>
                  <a:pt x="1458" y="1667"/>
                </a:lnTo>
                <a:lnTo>
                  <a:pt x="1472" y="1678"/>
                </a:lnTo>
                <a:lnTo>
                  <a:pt x="1487" y="1689"/>
                </a:lnTo>
                <a:lnTo>
                  <a:pt x="1533" y="1723"/>
                </a:lnTo>
                <a:lnTo>
                  <a:pt x="1554" y="1738"/>
                </a:lnTo>
                <a:lnTo>
                  <a:pt x="1584" y="1759"/>
                </a:lnTo>
                <a:lnTo>
                  <a:pt x="1596" y="1768"/>
                </a:lnTo>
                <a:lnTo>
                  <a:pt x="1606" y="1773"/>
                </a:lnTo>
                <a:lnTo>
                  <a:pt x="1611" y="1778"/>
                </a:lnTo>
                <a:lnTo>
                  <a:pt x="1632" y="1793"/>
                </a:lnTo>
                <a:lnTo>
                  <a:pt x="1650" y="1806"/>
                </a:lnTo>
                <a:lnTo>
                  <a:pt x="1661" y="1796"/>
                </a:lnTo>
                <a:lnTo>
                  <a:pt x="1659" y="1800"/>
                </a:lnTo>
                <a:lnTo>
                  <a:pt x="1658" y="1801"/>
                </a:lnTo>
                <a:lnTo>
                  <a:pt x="1657" y="1803"/>
                </a:lnTo>
                <a:lnTo>
                  <a:pt x="1656" y="1803"/>
                </a:lnTo>
                <a:lnTo>
                  <a:pt x="1654" y="1804"/>
                </a:lnTo>
                <a:lnTo>
                  <a:pt x="1650" y="1806"/>
                </a:lnTo>
                <a:lnTo>
                  <a:pt x="1661" y="1786"/>
                </a:lnTo>
                <a:lnTo>
                  <a:pt x="1661" y="1791"/>
                </a:lnTo>
                <a:lnTo>
                  <a:pt x="1661" y="1796"/>
                </a:lnTo>
                <a:lnTo>
                  <a:pt x="1667" y="1721"/>
                </a:lnTo>
                <a:lnTo>
                  <a:pt x="1666" y="1736"/>
                </a:lnTo>
                <a:lnTo>
                  <a:pt x="1664" y="1751"/>
                </a:lnTo>
                <a:lnTo>
                  <a:pt x="1661" y="1778"/>
                </a:lnTo>
                <a:lnTo>
                  <a:pt x="1661" y="1782"/>
                </a:lnTo>
                <a:lnTo>
                  <a:pt x="1661" y="1786"/>
                </a:lnTo>
                <a:lnTo>
                  <a:pt x="1826" y="1741"/>
                </a:lnTo>
                <a:lnTo>
                  <a:pt x="1820" y="1741"/>
                </a:lnTo>
                <a:lnTo>
                  <a:pt x="1801" y="1738"/>
                </a:lnTo>
                <a:lnTo>
                  <a:pt x="1780" y="1737"/>
                </a:lnTo>
                <a:lnTo>
                  <a:pt x="1717" y="1729"/>
                </a:lnTo>
                <a:lnTo>
                  <a:pt x="1688" y="1724"/>
                </a:lnTo>
                <a:lnTo>
                  <a:pt x="1667" y="1721"/>
                </a:lnTo>
                <a:lnTo>
                  <a:pt x="1873" y="1751"/>
                </a:lnTo>
                <a:lnTo>
                  <a:pt x="1868" y="1751"/>
                </a:lnTo>
                <a:lnTo>
                  <a:pt x="1826" y="1741"/>
                </a:lnTo>
                <a:lnTo>
                  <a:pt x="1896" y="1754"/>
                </a:lnTo>
                <a:lnTo>
                  <a:pt x="1873" y="1751"/>
                </a:lnTo>
                <a:lnTo>
                  <a:pt x="1916" y="1757"/>
                </a:lnTo>
                <a:lnTo>
                  <a:pt x="1896" y="1754"/>
                </a:lnTo>
                <a:lnTo>
                  <a:pt x="1941" y="1762"/>
                </a:lnTo>
                <a:lnTo>
                  <a:pt x="1936" y="1761"/>
                </a:lnTo>
                <a:lnTo>
                  <a:pt x="1916" y="1757"/>
                </a:lnTo>
                <a:lnTo>
                  <a:pt x="2058" y="1783"/>
                </a:lnTo>
                <a:lnTo>
                  <a:pt x="2046" y="1781"/>
                </a:lnTo>
                <a:lnTo>
                  <a:pt x="2040" y="1779"/>
                </a:lnTo>
                <a:lnTo>
                  <a:pt x="2032" y="1777"/>
                </a:lnTo>
                <a:lnTo>
                  <a:pt x="2025" y="1775"/>
                </a:lnTo>
                <a:lnTo>
                  <a:pt x="2008" y="1773"/>
                </a:lnTo>
                <a:lnTo>
                  <a:pt x="1983" y="1771"/>
                </a:lnTo>
                <a:lnTo>
                  <a:pt x="1974" y="1769"/>
                </a:lnTo>
                <a:lnTo>
                  <a:pt x="1964" y="1768"/>
                </a:lnTo>
                <a:lnTo>
                  <a:pt x="1941" y="1762"/>
                </a:lnTo>
                <a:lnTo>
                  <a:pt x="2056" y="1820"/>
                </a:lnTo>
                <a:lnTo>
                  <a:pt x="2058" y="1798"/>
                </a:lnTo>
                <a:lnTo>
                  <a:pt x="2060" y="1787"/>
                </a:lnTo>
                <a:lnTo>
                  <a:pt x="2059" y="1786"/>
                </a:lnTo>
                <a:lnTo>
                  <a:pt x="2059" y="1784"/>
                </a:lnTo>
                <a:lnTo>
                  <a:pt x="2058" y="1783"/>
                </a:lnTo>
                <a:lnTo>
                  <a:pt x="2092" y="1830"/>
                </a:lnTo>
                <a:lnTo>
                  <a:pt x="2078" y="1825"/>
                </a:lnTo>
                <a:lnTo>
                  <a:pt x="2056" y="1820"/>
                </a:lnTo>
                <a:lnTo>
                  <a:pt x="2126" y="1843"/>
                </a:lnTo>
                <a:lnTo>
                  <a:pt x="2092" y="1830"/>
                </a:lnTo>
                <a:lnTo>
                  <a:pt x="2131" y="1845"/>
                </a:lnTo>
                <a:lnTo>
                  <a:pt x="2126" y="1843"/>
                </a:lnTo>
                <a:lnTo>
                  <a:pt x="2211" y="1869"/>
                </a:lnTo>
                <a:lnTo>
                  <a:pt x="2198" y="1866"/>
                </a:lnTo>
                <a:lnTo>
                  <a:pt x="2153" y="1853"/>
                </a:lnTo>
                <a:lnTo>
                  <a:pt x="2131" y="1845"/>
                </a:lnTo>
                <a:lnTo>
                  <a:pt x="2246" y="1879"/>
                </a:lnTo>
                <a:lnTo>
                  <a:pt x="2233" y="1875"/>
                </a:lnTo>
                <a:lnTo>
                  <a:pt x="2217" y="1870"/>
                </a:lnTo>
                <a:lnTo>
                  <a:pt x="2211" y="1869"/>
                </a:lnTo>
                <a:lnTo>
                  <a:pt x="2299" y="1894"/>
                </a:lnTo>
                <a:lnTo>
                  <a:pt x="2286" y="1892"/>
                </a:lnTo>
                <a:lnTo>
                  <a:pt x="2273" y="1889"/>
                </a:lnTo>
                <a:lnTo>
                  <a:pt x="2246" y="1879"/>
                </a:lnTo>
                <a:lnTo>
                  <a:pt x="2304" y="1895"/>
                </a:lnTo>
                <a:lnTo>
                  <a:pt x="2299" y="1894"/>
                </a:lnTo>
                <a:lnTo>
                  <a:pt x="2311" y="1896"/>
                </a:lnTo>
                <a:lnTo>
                  <a:pt x="2304" y="1895"/>
                </a:lnTo>
                <a:lnTo>
                  <a:pt x="2311" y="1896"/>
                </a:lnTo>
                <a:lnTo>
                  <a:pt x="2336" y="1902"/>
                </a:lnTo>
                <a:lnTo>
                  <a:pt x="2380" y="1913"/>
                </a:lnTo>
                <a:lnTo>
                  <a:pt x="2351" y="1905"/>
                </a:lnTo>
                <a:lnTo>
                  <a:pt x="2336" y="1902"/>
                </a:lnTo>
                <a:lnTo>
                  <a:pt x="2380" y="1913"/>
                </a:lnTo>
                <a:lnTo>
                  <a:pt x="2411" y="1921"/>
                </a:lnTo>
                <a:lnTo>
                  <a:pt x="2434" y="1928"/>
                </a:lnTo>
                <a:lnTo>
                  <a:pt x="2475" y="1939"/>
                </a:lnTo>
                <a:lnTo>
                  <a:pt x="2511" y="1949"/>
                </a:lnTo>
                <a:lnTo>
                  <a:pt x="2500" y="1946"/>
                </a:lnTo>
                <a:lnTo>
                  <a:pt x="2475" y="1939"/>
                </a:lnTo>
                <a:lnTo>
                  <a:pt x="2511" y="1949"/>
                </a:lnTo>
                <a:lnTo>
                  <a:pt x="2554" y="1798"/>
                </a:lnTo>
                <a:lnTo>
                  <a:pt x="2623" y="1552"/>
                </a:lnTo>
                <a:lnTo>
                  <a:pt x="2614" y="1580"/>
                </a:lnTo>
                <a:lnTo>
                  <a:pt x="2605" y="1618"/>
                </a:lnTo>
                <a:lnTo>
                  <a:pt x="2587" y="1681"/>
                </a:lnTo>
                <a:lnTo>
                  <a:pt x="2575" y="1727"/>
                </a:lnTo>
                <a:lnTo>
                  <a:pt x="2554" y="1798"/>
                </a:lnTo>
                <a:lnTo>
                  <a:pt x="2627" y="1541"/>
                </a:lnTo>
                <a:lnTo>
                  <a:pt x="2623" y="1552"/>
                </a:lnTo>
                <a:lnTo>
                  <a:pt x="2623" y="1480"/>
                </a:lnTo>
                <a:lnTo>
                  <a:pt x="2629" y="1487"/>
                </a:lnTo>
                <a:lnTo>
                  <a:pt x="2631" y="1490"/>
                </a:lnTo>
                <a:lnTo>
                  <a:pt x="2634" y="1495"/>
                </a:lnTo>
                <a:lnTo>
                  <a:pt x="2635" y="1500"/>
                </a:lnTo>
                <a:lnTo>
                  <a:pt x="2636" y="1505"/>
                </a:lnTo>
                <a:lnTo>
                  <a:pt x="2634" y="1512"/>
                </a:lnTo>
                <a:lnTo>
                  <a:pt x="2633" y="1516"/>
                </a:lnTo>
                <a:lnTo>
                  <a:pt x="2629" y="1534"/>
                </a:lnTo>
                <a:lnTo>
                  <a:pt x="2627" y="1541"/>
                </a:lnTo>
                <a:lnTo>
                  <a:pt x="2641" y="1454"/>
                </a:lnTo>
                <a:lnTo>
                  <a:pt x="2637" y="1460"/>
                </a:lnTo>
                <a:lnTo>
                  <a:pt x="2634" y="1464"/>
                </a:lnTo>
                <a:lnTo>
                  <a:pt x="2632" y="1467"/>
                </a:lnTo>
                <a:lnTo>
                  <a:pt x="2630" y="1470"/>
                </a:lnTo>
                <a:lnTo>
                  <a:pt x="2629" y="1471"/>
                </a:lnTo>
                <a:lnTo>
                  <a:pt x="2625" y="1477"/>
                </a:lnTo>
                <a:lnTo>
                  <a:pt x="2623" y="1480"/>
                </a:lnTo>
                <a:lnTo>
                  <a:pt x="2646" y="1458"/>
                </a:lnTo>
                <a:lnTo>
                  <a:pt x="2641" y="1454"/>
                </a:lnTo>
                <a:lnTo>
                  <a:pt x="2721" y="1524"/>
                </a:lnTo>
                <a:lnTo>
                  <a:pt x="2646" y="1458"/>
                </a:lnTo>
                <a:lnTo>
                  <a:pt x="2751" y="1551"/>
                </a:lnTo>
                <a:lnTo>
                  <a:pt x="2744" y="1545"/>
                </a:lnTo>
                <a:lnTo>
                  <a:pt x="2721" y="1524"/>
                </a:lnTo>
                <a:lnTo>
                  <a:pt x="2961" y="1738"/>
                </a:lnTo>
                <a:lnTo>
                  <a:pt x="2922" y="1704"/>
                </a:lnTo>
                <a:lnTo>
                  <a:pt x="2882" y="1667"/>
                </a:lnTo>
                <a:lnTo>
                  <a:pt x="2867" y="1652"/>
                </a:lnTo>
                <a:lnTo>
                  <a:pt x="2863" y="1650"/>
                </a:lnTo>
                <a:lnTo>
                  <a:pt x="2856" y="1644"/>
                </a:lnTo>
                <a:lnTo>
                  <a:pt x="2838" y="1628"/>
                </a:lnTo>
                <a:lnTo>
                  <a:pt x="2817" y="1608"/>
                </a:lnTo>
                <a:lnTo>
                  <a:pt x="2803" y="1596"/>
                </a:lnTo>
                <a:lnTo>
                  <a:pt x="2787" y="1583"/>
                </a:lnTo>
                <a:lnTo>
                  <a:pt x="2760" y="1558"/>
                </a:lnTo>
                <a:lnTo>
                  <a:pt x="2751" y="1551"/>
                </a:lnTo>
                <a:lnTo>
                  <a:pt x="2989" y="1669"/>
                </a:lnTo>
                <a:lnTo>
                  <a:pt x="2966" y="1726"/>
                </a:lnTo>
                <a:lnTo>
                  <a:pt x="2962" y="1735"/>
                </a:lnTo>
                <a:lnTo>
                  <a:pt x="2961" y="1738"/>
                </a:lnTo>
                <a:lnTo>
                  <a:pt x="3007" y="1624"/>
                </a:lnTo>
                <a:lnTo>
                  <a:pt x="2992" y="1660"/>
                </a:lnTo>
                <a:lnTo>
                  <a:pt x="2989" y="1669"/>
                </a:lnTo>
                <a:lnTo>
                  <a:pt x="3012" y="1609"/>
                </a:lnTo>
                <a:lnTo>
                  <a:pt x="3007" y="1624"/>
                </a:lnTo>
                <a:lnTo>
                  <a:pt x="3018" y="1595"/>
                </a:lnTo>
                <a:lnTo>
                  <a:pt x="3012" y="1609"/>
                </a:lnTo>
                <a:lnTo>
                  <a:pt x="3019" y="1593"/>
                </a:lnTo>
                <a:lnTo>
                  <a:pt x="3018" y="1595"/>
                </a:lnTo>
                <a:lnTo>
                  <a:pt x="3025" y="1578"/>
                </a:lnTo>
                <a:lnTo>
                  <a:pt x="3019" y="1593"/>
                </a:lnTo>
                <a:lnTo>
                  <a:pt x="3026" y="1576"/>
                </a:lnTo>
                <a:lnTo>
                  <a:pt x="3025" y="1578"/>
                </a:lnTo>
                <a:lnTo>
                  <a:pt x="3042" y="1533"/>
                </a:lnTo>
                <a:lnTo>
                  <a:pt x="3032" y="1559"/>
                </a:lnTo>
                <a:lnTo>
                  <a:pt x="3026" y="1576"/>
                </a:lnTo>
                <a:lnTo>
                  <a:pt x="3071" y="1477"/>
                </a:lnTo>
                <a:lnTo>
                  <a:pt x="3042" y="1533"/>
                </a:lnTo>
                <a:lnTo>
                  <a:pt x="3055" y="1461"/>
                </a:lnTo>
                <a:lnTo>
                  <a:pt x="3056" y="1463"/>
                </a:lnTo>
                <a:lnTo>
                  <a:pt x="3057" y="1465"/>
                </a:lnTo>
                <a:lnTo>
                  <a:pt x="3071" y="1477"/>
                </a:lnTo>
                <a:lnTo>
                  <a:pt x="3073" y="1411"/>
                </a:lnTo>
                <a:lnTo>
                  <a:pt x="3072" y="1420"/>
                </a:lnTo>
                <a:lnTo>
                  <a:pt x="3055" y="1461"/>
                </a:lnTo>
                <a:lnTo>
                  <a:pt x="3075" y="1386"/>
                </a:lnTo>
                <a:lnTo>
                  <a:pt x="3073" y="1411"/>
                </a:lnTo>
                <a:lnTo>
                  <a:pt x="3084" y="1361"/>
                </a:lnTo>
                <a:lnTo>
                  <a:pt x="3075" y="1386"/>
                </a:lnTo>
                <a:lnTo>
                  <a:pt x="3096" y="1326"/>
                </a:lnTo>
                <a:lnTo>
                  <a:pt x="3084" y="1361"/>
                </a:lnTo>
                <a:lnTo>
                  <a:pt x="3108" y="1271"/>
                </a:lnTo>
                <a:lnTo>
                  <a:pt x="3096" y="1326"/>
                </a:lnTo>
                <a:lnTo>
                  <a:pt x="3110" y="1243"/>
                </a:lnTo>
                <a:lnTo>
                  <a:pt x="3108" y="1271"/>
                </a:lnTo>
                <a:lnTo>
                  <a:pt x="3116" y="1190"/>
                </a:lnTo>
                <a:lnTo>
                  <a:pt x="3110" y="1243"/>
                </a:lnTo>
                <a:lnTo>
                  <a:pt x="3118" y="1173"/>
                </a:lnTo>
                <a:lnTo>
                  <a:pt x="3116" y="1190"/>
                </a:lnTo>
                <a:lnTo>
                  <a:pt x="3126" y="1116"/>
                </a:lnTo>
                <a:lnTo>
                  <a:pt x="3118" y="1173"/>
                </a:lnTo>
                <a:lnTo>
                  <a:pt x="3137" y="1040"/>
                </a:lnTo>
                <a:lnTo>
                  <a:pt x="3136" y="1052"/>
                </a:lnTo>
                <a:lnTo>
                  <a:pt x="3126" y="1116"/>
                </a:lnTo>
                <a:lnTo>
                  <a:pt x="3137" y="945"/>
                </a:lnTo>
                <a:lnTo>
                  <a:pt x="3137" y="1000"/>
                </a:lnTo>
                <a:lnTo>
                  <a:pt x="3137" y="1040"/>
                </a:lnTo>
                <a:lnTo>
                  <a:pt x="3137" y="927"/>
                </a:lnTo>
                <a:lnTo>
                  <a:pt x="3137" y="945"/>
                </a:lnTo>
                <a:lnTo>
                  <a:pt x="3137" y="832"/>
                </a:lnTo>
                <a:lnTo>
                  <a:pt x="3137" y="860"/>
                </a:lnTo>
                <a:lnTo>
                  <a:pt x="3137" y="868"/>
                </a:lnTo>
                <a:lnTo>
                  <a:pt x="3137" y="875"/>
                </a:lnTo>
                <a:lnTo>
                  <a:pt x="3137" y="896"/>
                </a:lnTo>
                <a:lnTo>
                  <a:pt x="3137" y="927"/>
                </a:lnTo>
                <a:lnTo>
                  <a:pt x="3137" y="788"/>
                </a:lnTo>
                <a:lnTo>
                  <a:pt x="3137" y="808"/>
                </a:lnTo>
                <a:lnTo>
                  <a:pt x="3137" y="832"/>
                </a:lnTo>
                <a:lnTo>
                  <a:pt x="3137" y="761"/>
                </a:lnTo>
                <a:lnTo>
                  <a:pt x="3137" y="776"/>
                </a:lnTo>
                <a:lnTo>
                  <a:pt x="3137" y="788"/>
                </a:lnTo>
                <a:lnTo>
                  <a:pt x="3135" y="711"/>
                </a:lnTo>
                <a:lnTo>
                  <a:pt x="3135" y="715"/>
                </a:lnTo>
                <a:lnTo>
                  <a:pt x="3137" y="729"/>
                </a:lnTo>
                <a:lnTo>
                  <a:pt x="3137" y="741"/>
                </a:lnTo>
                <a:lnTo>
                  <a:pt x="3138" y="747"/>
                </a:lnTo>
                <a:lnTo>
                  <a:pt x="3138" y="752"/>
                </a:lnTo>
                <a:lnTo>
                  <a:pt x="3137" y="761"/>
                </a:lnTo>
                <a:lnTo>
                  <a:pt x="3131" y="654"/>
                </a:lnTo>
                <a:lnTo>
                  <a:pt x="3132" y="668"/>
                </a:lnTo>
                <a:lnTo>
                  <a:pt x="3132" y="677"/>
                </a:lnTo>
                <a:lnTo>
                  <a:pt x="3133" y="682"/>
                </a:lnTo>
                <a:lnTo>
                  <a:pt x="3133" y="689"/>
                </a:lnTo>
                <a:lnTo>
                  <a:pt x="3135" y="711"/>
                </a:lnTo>
                <a:lnTo>
                  <a:pt x="3127" y="565"/>
                </a:lnTo>
                <a:lnTo>
                  <a:pt x="3127" y="590"/>
                </a:lnTo>
                <a:lnTo>
                  <a:pt x="3128" y="600"/>
                </a:lnTo>
                <a:lnTo>
                  <a:pt x="3129" y="628"/>
                </a:lnTo>
                <a:lnTo>
                  <a:pt x="3131" y="654"/>
                </a:lnTo>
                <a:lnTo>
                  <a:pt x="3119" y="514"/>
                </a:lnTo>
                <a:lnTo>
                  <a:pt x="3122" y="524"/>
                </a:lnTo>
                <a:lnTo>
                  <a:pt x="3125" y="537"/>
                </a:lnTo>
                <a:lnTo>
                  <a:pt x="3127" y="565"/>
                </a:lnTo>
                <a:lnTo>
                  <a:pt x="3103" y="451"/>
                </a:lnTo>
                <a:lnTo>
                  <a:pt x="3115" y="501"/>
                </a:lnTo>
                <a:lnTo>
                  <a:pt x="3119" y="514"/>
                </a:lnTo>
                <a:lnTo>
                  <a:pt x="3100" y="442"/>
                </a:lnTo>
                <a:lnTo>
                  <a:pt x="3103" y="451"/>
                </a:lnTo>
                <a:lnTo>
                  <a:pt x="3084" y="377"/>
                </a:lnTo>
                <a:lnTo>
                  <a:pt x="3094" y="418"/>
                </a:lnTo>
                <a:lnTo>
                  <a:pt x="3100" y="442"/>
                </a:lnTo>
                <a:lnTo>
                  <a:pt x="3055" y="252"/>
                </a:lnTo>
                <a:lnTo>
                  <a:pt x="3060" y="280"/>
                </a:lnTo>
                <a:lnTo>
                  <a:pt x="3067" y="314"/>
                </a:lnTo>
                <a:lnTo>
                  <a:pt x="3074" y="337"/>
                </a:lnTo>
                <a:lnTo>
                  <a:pt x="3079" y="358"/>
                </a:lnTo>
                <a:lnTo>
                  <a:pt x="3082" y="368"/>
                </a:lnTo>
                <a:lnTo>
                  <a:pt x="3084" y="377"/>
                </a:lnTo>
                <a:lnTo>
                  <a:pt x="2855" y="269"/>
                </a:lnTo>
                <a:lnTo>
                  <a:pt x="2924" y="264"/>
                </a:lnTo>
                <a:lnTo>
                  <a:pt x="2939" y="263"/>
                </a:lnTo>
                <a:lnTo>
                  <a:pt x="3013" y="257"/>
                </a:lnTo>
                <a:lnTo>
                  <a:pt x="3055" y="252"/>
                </a:lnTo>
                <a:lnTo>
                  <a:pt x="2855" y="266"/>
                </a:lnTo>
                <a:lnTo>
                  <a:pt x="2855" y="269"/>
                </a:lnTo>
                <a:lnTo>
                  <a:pt x="2855" y="266"/>
                </a:lnTo>
                <a:lnTo>
                  <a:pt x="2966" y="255"/>
                </a:lnTo>
                <a:lnTo>
                  <a:pt x="2993" y="252"/>
                </a:lnTo>
                <a:lnTo>
                  <a:pt x="3036" y="248"/>
                </a:lnTo>
                <a:lnTo>
                  <a:pt x="3058" y="246"/>
                </a:lnTo>
                <a:lnTo>
                  <a:pt x="3079" y="244"/>
                </a:lnTo>
                <a:lnTo>
                  <a:pt x="3092" y="241"/>
                </a:lnTo>
                <a:lnTo>
                  <a:pt x="3106" y="238"/>
                </a:lnTo>
                <a:lnTo>
                  <a:pt x="3195" y="217"/>
                </a:lnTo>
                <a:lnTo>
                  <a:pt x="3206" y="214"/>
                </a:lnTo>
                <a:lnTo>
                  <a:pt x="3210" y="207"/>
                </a:lnTo>
                <a:lnTo>
                  <a:pt x="3205" y="209"/>
                </a:lnTo>
                <a:lnTo>
                  <a:pt x="3206" y="214"/>
                </a:lnTo>
                <a:lnTo>
                  <a:pt x="3210" y="151"/>
                </a:lnTo>
                <a:lnTo>
                  <a:pt x="3210" y="166"/>
                </a:lnTo>
                <a:lnTo>
                  <a:pt x="3211" y="183"/>
                </a:lnTo>
                <a:lnTo>
                  <a:pt x="3210" y="204"/>
                </a:lnTo>
                <a:lnTo>
                  <a:pt x="3210" y="205"/>
                </a:lnTo>
                <a:lnTo>
                  <a:pt x="3210" y="207"/>
                </a:lnTo>
                <a:lnTo>
                  <a:pt x="3151" y="130"/>
                </a:lnTo>
                <a:lnTo>
                  <a:pt x="3147" y="134"/>
                </a:lnTo>
                <a:lnTo>
                  <a:pt x="3142" y="138"/>
                </a:lnTo>
                <a:lnTo>
                  <a:pt x="3140" y="139"/>
                </a:lnTo>
                <a:lnTo>
                  <a:pt x="3139" y="140"/>
                </a:lnTo>
                <a:lnTo>
                  <a:pt x="3139" y="142"/>
                </a:lnTo>
                <a:lnTo>
                  <a:pt x="3139" y="144"/>
                </a:lnTo>
                <a:lnTo>
                  <a:pt x="3137" y="158"/>
                </a:lnTo>
                <a:lnTo>
                  <a:pt x="3144" y="157"/>
                </a:lnTo>
                <a:lnTo>
                  <a:pt x="3151" y="156"/>
                </a:lnTo>
                <a:lnTo>
                  <a:pt x="3161" y="154"/>
                </a:lnTo>
                <a:lnTo>
                  <a:pt x="3169" y="153"/>
                </a:lnTo>
                <a:lnTo>
                  <a:pt x="3191" y="151"/>
                </a:lnTo>
                <a:lnTo>
                  <a:pt x="3210" y="151"/>
                </a:lnTo>
                <a:lnTo>
                  <a:pt x="3139" y="103"/>
                </a:lnTo>
                <a:lnTo>
                  <a:pt x="3139" y="111"/>
                </a:lnTo>
                <a:lnTo>
                  <a:pt x="3139" y="115"/>
                </a:lnTo>
                <a:lnTo>
                  <a:pt x="3139" y="118"/>
                </a:lnTo>
                <a:lnTo>
                  <a:pt x="3140" y="120"/>
                </a:lnTo>
                <a:lnTo>
                  <a:pt x="3141" y="121"/>
                </a:lnTo>
                <a:lnTo>
                  <a:pt x="3143" y="124"/>
                </a:lnTo>
                <a:lnTo>
                  <a:pt x="3144" y="126"/>
                </a:lnTo>
                <a:lnTo>
                  <a:pt x="3145" y="126"/>
                </a:lnTo>
                <a:lnTo>
                  <a:pt x="3147" y="128"/>
                </a:lnTo>
                <a:lnTo>
                  <a:pt x="3151" y="130"/>
                </a:lnTo>
                <a:lnTo>
                  <a:pt x="3212" y="72"/>
                </a:lnTo>
                <a:lnTo>
                  <a:pt x="3203" y="71"/>
                </a:lnTo>
                <a:lnTo>
                  <a:pt x="3177" y="72"/>
                </a:lnTo>
                <a:lnTo>
                  <a:pt x="3171" y="73"/>
                </a:lnTo>
                <a:lnTo>
                  <a:pt x="3150" y="78"/>
                </a:lnTo>
                <a:lnTo>
                  <a:pt x="3147" y="79"/>
                </a:lnTo>
                <a:lnTo>
                  <a:pt x="3146" y="79"/>
                </a:lnTo>
                <a:lnTo>
                  <a:pt x="3145" y="80"/>
                </a:lnTo>
                <a:lnTo>
                  <a:pt x="3144" y="82"/>
                </a:lnTo>
                <a:lnTo>
                  <a:pt x="3144" y="83"/>
                </a:lnTo>
                <a:lnTo>
                  <a:pt x="3143" y="85"/>
                </a:lnTo>
                <a:lnTo>
                  <a:pt x="3142" y="90"/>
                </a:lnTo>
                <a:lnTo>
                  <a:pt x="3140" y="94"/>
                </a:lnTo>
                <a:lnTo>
                  <a:pt x="3139" y="99"/>
                </a:lnTo>
                <a:lnTo>
                  <a:pt x="3139" y="103"/>
                </a:lnTo>
                <a:lnTo>
                  <a:pt x="3212" y="42"/>
                </a:lnTo>
                <a:lnTo>
                  <a:pt x="3212" y="69"/>
                </a:lnTo>
                <a:lnTo>
                  <a:pt x="3212" y="72"/>
                </a:lnTo>
                <a:lnTo>
                  <a:pt x="3212" y="8"/>
                </a:lnTo>
                <a:lnTo>
                  <a:pt x="3213" y="16"/>
                </a:lnTo>
                <a:lnTo>
                  <a:pt x="3213" y="26"/>
                </a:lnTo>
                <a:lnTo>
                  <a:pt x="3213" y="32"/>
                </a:lnTo>
                <a:lnTo>
                  <a:pt x="3212" y="42"/>
                </a:lnTo>
                <a:lnTo>
                  <a:pt x="3212" y="0"/>
                </a:lnTo>
                <a:lnTo>
                  <a:pt x="3212" y="8"/>
                </a:lnTo>
              </a:path>
            </a:pathLst>
          </a:custGeom>
          <a:noFill/>
          <a:ln w="57150">
            <a:solidFill>
              <a:srgbClr val="0B1F2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Freeform 13"/>
          <p:cNvSpPr/>
          <p:nvPr/>
        </p:nvSpPr>
        <p:spPr>
          <a:xfrm>
            <a:off x="7285939" y="2526487"/>
            <a:ext cx="2937967" cy="1782166"/>
          </a:xfrm>
          <a:custGeom>
            <a:avLst/>
            <a:gdLst/>
            <a:ahLst/>
            <a:cxnLst/>
            <a:rect l="l" t="t" r="r" b="b"/>
            <a:pathLst>
              <a:path w="3213" h="1949">
                <a:moveTo>
                  <a:pt x="135" y="850"/>
                </a:moveTo>
                <a:lnTo>
                  <a:pt x="136" y="845"/>
                </a:lnTo>
                <a:lnTo>
                  <a:pt x="140" y="837"/>
                </a:lnTo>
                <a:lnTo>
                  <a:pt x="126" y="874"/>
                </a:lnTo>
                <a:lnTo>
                  <a:pt x="128" y="872"/>
                </a:lnTo>
                <a:lnTo>
                  <a:pt x="128" y="869"/>
                </a:lnTo>
                <a:lnTo>
                  <a:pt x="133" y="855"/>
                </a:lnTo>
                <a:lnTo>
                  <a:pt x="135" y="850"/>
                </a:lnTo>
                <a:lnTo>
                  <a:pt x="101" y="865"/>
                </a:lnTo>
                <a:lnTo>
                  <a:pt x="120" y="872"/>
                </a:lnTo>
                <a:lnTo>
                  <a:pt x="123" y="872"/>
                </a:lnTo>
                <a:lnTo>
                  <a:pt x="123" y="873"/>
                </a:lnTo>
                <a:lnTo>
                  <a:pt x="124" y="873"/>
                </a:lnTo>
                <a:lnTo>
                  <a:pt x="125" y="874"/>
                </a:lnTo>
                <a:lnTo>
                  <a:pt x="125" y="874"/>
                </a:lnTo>
                <a:lnTo>
                  <a:pt x="126" y="874"/>
                </a:lnTo>
                <a:lnTo>
                  <a:pt x="101" y="868"/>
                </a:lnTo>
                <a:lnTo>
                  <a:pt x="101" y="865"/>
                </a:lnTo>
                <a:lnTo>
                  <a:pt x="101" y="865"/>
                </a:lnTo>
                <a:lnTo>
                  <a:pt x="99" y="871"/>
                </a:lnTo>
                <a:lnTo>
                  <a:pt x="101" y="868"/>
                </a:lnTo>
                <a:lnTo>
                  <a:pt x="60" y="942"/>
                </a:lnTo>
                <a:lnTo>
                  <a:pt x="59" y="934"/>
                </a:lnTo>
                <a:lnTo>
                  <a:pt x="60" y="919"/>
                </a:lnTo>
                <a:lnTo>
                  <a:pt x="62" y="907"/>
                </a:lnTo>
                <a:lnTo>
                  <a:pt x="63" y="900"/>
                </a:lnTo>
                <a:lnTo>
                  <a:pt x="63" y="897"/>
                </a:lnTo>
                <a:lnTo>
                  <a:pt x="64" y="893"/>
                </a:lnTo>
                <a:lnTo>
                  <a:pt x="64" y="891"/>
                </a:lnTo>
                <a:lnTo>
                  <a:pt x="64" y="889"/>
                </a:lnTo>
                <a:lnTo>
                  <a:pt x="65" y="889"/>
                </a:lnTo>
                <a:lnTo>
                  <a:pt x="66" y="888"/>
                </a:lnTo>
                <a:lnTo>
                  <a:pt x="67" y="888"/>
                </a:lnTo>
                <a:lnTo>
                  <a:pt x="68" y="887"/>
                </a:lnTo>
                <a:lnTo>
                  <a:pt x="75" y="887"/>
                </a:lnTo>
                <a:lnTo>
                  <a:pt x="81" y="884"/>
                </a:lnTo>
                <a:lnTo>
                  <a:pt x="84" y="882"/>
                </a:lnTo>
                <a:lnTo>
                  <a:pt x="86" y="880"/>
                </a:lnTo>
                <a:lnTo>
                  <a:pt x="87" y="879"/>
                </a:lnTo>
                <a:lnTo>
                  <a:pt x="93" y="874"/>
                </a:lnTo>
                <a:lnTo>
                  <a:pt x="99" y="871"/>
                </a:lnTo>
                <a:lnTo>
                  <a:pt x="4" y="973"/>
                </a:lnTo>
                <a:lnTo>
                  <a:pt x="34" y="961"/>
                </a:lnTo>
                <a:lnTo>
                  <a:pt x="60" y="942"/>
                </a:lnTo>
                <a:lnTo>
                  <a:pt x="2" y="988"/>
                </a:lnTo>
                <a:lnTo>
                  <a:pt x="4" y="973"/>
                </a:lnTo>
                <a:lnTo>
                  <a:pt x="0" y="1023"/>
                </a:lnTo>
                <a:lnTo>
                  <a:pt x="2" y="1001"/>
                </a:lnTo>
                <a:lnTo>
                  <a:pt x="2" y="998"/>
                </a:lnTo>
                <a:lnTo>
                  <a:pt x="2" y="988"/>
                </a:lnTo>
                <a:lnTo>
                  <a:pt x="0" y="1023"/>
                </a:lnTo>
                <a:lnTo>
                  <a:pt x="5" y="1018"/>
                </a:lnTo>
                <a:lnTo>
                  <a:pt x="10" y="1016"/>
                </a:lnTo>
                <a:lnTo>
                  <a:pt x="14" y="1015"/>
                </a:lnTo>
                <a:lnTo>
                  <a:pt x="42" y="1009"/>
                </a:lnTo>
                <a:lnTo>
                  <a:pt x="86" y="1000"/>
                </a:lnTo>
                <a:lnTo>
                  <a:pt x="77" y="1000"/>
                </a:lnTo>
                <a:lnTo>
                  <a:pt x="42" y="1009"/>
                </a:lnTo>
                <a:lnTo>
                  <a:pt x="86" y="1000"/>
                </a:lnTo>
                <a:lnTo>
                  <a:pt x="158" y="1003"/>
                </a:lnTo>
                <a:lnTo>
                  <a:pt x="156" y="994"/>
                </a:lnTo>
                <a:lnTo>
                  <a:pt x="158" y="1003"/>
                </a:lnTo>
                <a:lnTo>
                  <a:pt x="279" y="939"/>
                </a:lnTo>
                <a:lnTo>
                  <a:pt x="258" y="953"/>
                </a:lnTo>
                <a:lnTo>
                  <a:pt x="226" y="973"/>
                </a:lnTo>
                <a:lnTo>
                  <a:pt x="202" y="987"/>
                </a:lnTo>
                <a:lnTo>
                  <a:pt x="193" y="991"/>
                </a:lnTo>
                <a:lnTo>
                  <a:pt x="183" y="995"/>
                </a:lnTo>
                <a:lnTo>
                  <a:pt x="177" y="997"/>
                </a:lnTo>
                <a:lnTo>
                  <a:pt x="173" y="997"/>
                </a:lnTo>
                <a:lnTo>
                  <a:pt x="169" y="997"/>
                </a:lnTo>
                <a:lnTo>
                  <a:pt x="156" y="994"/>
                </a:lnTo>
                <a:lnTo>
                  <a:pt x="286" y="933"/>
                </a:lnTo>
                <a:lnTo>
                  <a:pt x="284" y="936"/>
                </a:lnTo>
                <a:lnTo>
                  <a:pt x="279" y="939"/>
                </a:lnTo>
                <a:lnTo>
                  <a:pt x="286" y="933"/>
                </a:lnTo>
                <a:lnTo>
                  <a:pt x="289" y="937"/>
                </a:lnTo>
                <a:lnTo>
                  <a:pt x="291" y="942"/>
                </a:lnTo>
                <a:lnTo>
                  <a:pt x="289" y="937"/>
                </a:lnTo>
                <a:lnTo>
                  <a:pt x="291" y="942"/>
                </a:lnTo>
                <a:lnTo>
                  <a:pt x="315" y="1009"/>
                </a:lnTo>
                <a:lnTo>
                  <a:pt x="346" y="1114"/>
                </a:lnTo>
                <a:lnTo>
                  <a:pt x="325" y="1042"/>
                </a:lnTo>
                <a:lnTo>
                  <a:pt x="315" y="1009"/>
                </a:lnTo>
                <a:lnTo>
                  <a:pt x="346" y="1114"/>
                </a:lnTo>
                <a:lnTo>
                  <a:pt x="372" y="1208"/>
                </a:lnTo>
                <a:lnTo>
                  <a:pt x="378" y="1216"/>
                </a:lnTo>
                <a:lnTo>
                  <a:pt x="383" y="1224"/>
                </a:lnTo>
                <a:lnTo>
                  <a:pt x="378" y="1216"/>
                </a:lnTo>
                <a:lnTo>
                  <a:pt x="383" y="1224"/>
                </a:lnTo>
                <a:lnTo>
                  <a:pt x="389" y="1221"/>
                </a:lnTo>
                <a:lnTo>
                  <a:pt x="395" y="1220"/>
                </a:lnTo>
                <a:lnTo>
                  <a:pt x="413" y="1234"/>
                </a:lnTo>
                <a:lnTo>
                  <a:pt x="407" y="1226"/>
                </a:lnTo>
                <a:lnTo>
                  <a:pt x="402" y="1222"/>
                </a:lnTo>
                <a:lnTo>
                  <a:pt x="395" y="1220"/>
                </a:lnTo>
                <a:lnTo>
                  <a:pt x="413" y="1234"/>
                </a:lnTo>
                <a:lnTo>
                  <a:pt x="414" y="1241"/>
                </a:lnTo>
                <a:lnTo>
                  <a:pt x="416" y="1249"/>
                </a:lnTo>
                <a:lnTo>
                  <a:pt x="419" y="1254"/>
                </a:lnTo>
                <a:lnTo>
                  <a:pt x="423" y="1258"/>
                </a:lnTo>
                <a:lnTo>
                  <a:pt x="429" y="1261"/>
                </a:lnTo>
                <a:lnTo>
                  <a:pt x="434" y="1263"/>
                </a:lnTo>
                <a:lnTo>
                  <a:pt x="438" y="1265"/>
                </a:lnTo>
                <a:lnTo>
                  <a:pt x="522" y="1261"/>
                </a:lnTo>
                <a:lnTo>
                  <a:pt x="545" y="1260"/>
                </a:lnTo>
                <a:lnTo>
                  <a:pt x="564" y="1258"/>
                </a:lnTo>
                <a:lnTo>
                  <a:pt x="585" y="1257"/>
                </a:lnTo>
                <a:lnTo>
                  <a:pt x="621" y="1257"/>
                </a:lnTo>
                <a:lnTo>
                  <a:pt x="585" y="1257"/>
                </a:lnTo>
                <a:lnTo>
                  <a:pt x="756" y="1262"/>
                </a:lnTo>
                <a:lnTo>
                  <a:pt x="710" y="1257"/>
                </a:lnTo>
                <a:lnTo>
                  <a:pt x="621" y="1257"/>
                </a:lnTo>
                <a:lnTo>
                  <a:pt x="764" y="1263"/>
                </a:lnTo>
                <a:lnTo>
                  <a:pt x="760" y="1262"/>
                </a:lnTo>
                <a:lnTo>
                  <a:pt x="756" y="1262"/>
                </a:lnTo>
                <a:lnTo>
                  <a:pt x="891" y="1287"/>
                </a:lnTo>
                <a:lnTo>
                  <a:pt x="838" y="1274"/>
                </a:lnTo>
                <a:lnTo>
                  <a:pt x="764" y="1263"/>
                </a:lnTo>
                <a:lnTo>
                  <a:pt x="947" y="1305"/>
                </a:lnTo>
                <a:lnTo>
                  <a:pt x="928" y="1299"/>
                </a:lnTo>
                <a:lnTo>
                  <a:pt x="891" y="1287"/>
                </a:lnTo>
                <a:lnTo>
                  <a:pt x="949" y="1306"/>
                </a:lnTo>
                <a:lnTo>
                  <a:pt x="947" y="1305"/>
                </a:lnTo>
                <a:lnTo>
                  <a:pt x="965" y="1311"/>
                </a:lnTo>
                <a:lnTo>
                  <a:pt x="960" y="1309"/>
                </a:lnTo>
                <a:lnTo>
                  <a:pt x="950" y="1306"/>
                </a:lnTo>
                <a:lnTo>
                  <a:pt x="949" y="1306"/>
                </a:lnTo>
                <a:lnTo>
                  <a:pt x="970" y="1312"/>
                </a:lnTo>
                <a:lnTo>
                  <a:pt x="965" y="1311"/>
                </a:lnTo>
                <a:lnTo>
                  <a:pt x="1062" y="1340"/>
                </a:lnTo>
                <a:lnTo>
                  <a:pt x="1022" y="1329"/>
                </a:lnTo>
                <a:lnTo>
                  <a:pt x="989" y="1318"/>
                </a:lnTo>
                <a:lnTo>
                  <a:pt x="970" y="1312"/>
                </a:lnTo>
                <a:lnTo>
                  <a:pt x="1069" y="1339"/>
                </a:lnTo>
                <a:lnTo>
                  <a:pt x="1062" y="1340"/>
                </a:lnTo>
                <a:lnTo>
                  <a:pt x="1132" y="1364"/>
                </a:lnTo>
                <a:lnTo>
                  <a:pt x="1110" y="1353"/>
                </a:lnTo>
                <a:lnTo>
                  <a:pt x="1069" y="1339"/>
                </a:lnTo>
                <a:lnTo>
                  <a:pt x="1132" y="1364"/>
                </a:lnTo>
                <a:lnTo>
                  <a:pt x="1140" y="1371"/>
                </a:lnTo>
                <a:lnTo>
                  <a:pt x="1175" y="1403"/>
                </a:lnTo>
                <a:lnTo>
                  <a:pt x="1331" y="1569"/>
                </a:lnTo>
                <a:lnTo>
                  <a:pt x="1351" y="1589"/>
                </a:lnTo>
                <a:lnTo>
                  <a:pt x="1365" y="1600"/>
                </a:lnTo>
                <a:lnTo>
                  <a:pt x="1371" y="1603"/>
                </a:lnTo>
                <a:lnTo>
                  <a:pt x="1397" y="1622"/>
                </a:lnTo>
                <a:lnTo>
                  <a:pt x="1400" y="1624"/>
                </a:lnTo>
                <a:lnTo>
                  <a:pt x="1458" y="1667"/>
                </a:lnTo>
                <a:lnTo>
                  <a:pt x="1429" y="1646"/>
                </a:lnTo>
                <a:lnTo>
                  <a:pt x="1404" y="1627"/>
                </a:lnTo>
                <a:lnTo>
                  <a:pt x="1400" y="1624"/>
                </a:lnTo>
                <a:lnTo>
                  <a:pt x="1458" y="1667"/>
                </a:lnTo>
                <a:lnTo>
                  <a:pt x="1472" y="1678"/>
                </a:lnTo>
                <a:lnTo>
                  <a:pt x="1487" y="1689"/>
                </a:lnTo>
                <a:lnTo>
                  <a:pt x="1533" y="1723"/>
                </a:lnTo>
                <a:lnTo>
                  <a:pt x="1554" y="1738"/>
                </a:lnTo>
                <a:lnTo>
                  <a:pt x="1584" y="1759"/>
                </a:lnTo>
                <a:lnTo>
                  <a:pt x="1596" y="1768"/>
                </a:lnTo>
                <a:lnTo>
                  <a:pt x="1606" y="1773"/>
                </a:lnTo>
                <a:lnTo>
                  <a:pt x="1611" y="1778"/>
                </a:lnTo>
                <a:lnTo>
                  <a:pt x="1632" y="1793"/>
                </a:lnTo>
                <a:lnTo>
                  <a:pt x="1650" y="1806"/>
                </a:lnTo>
                <a:lnTo>
                  <a:pt x="1661" y="1796"/>
                </a:lnTo>
                <a:lnTo>
                  <a:pt x="1659" y="1800"/>
                </a:lnTo>
                <a:lnTo>
                  <a:pt x="1658" y="1801"/>
                </a:lnTo>
                <a:lnTo>
                  <a:pt x="1657" y="1803"/>
                </a:lnTo>
                <a:lnTo>
                  <a:pt x="1656" y="1803"/>
                </a:lnTo>
                <a:lnTo>
                  <a:pt x="1654" y="1804"/>
                </a:lnTo>
                <a:lnTo>
                  <a:pt x="1650" y="1806"/>
                </a:lnTo>
                <a:lnTo>
                  <a:pt x="1661" y="1786"/>
                </a:lnTo>
                <a:lnTo>
                  <a:pt x="1661" y="1791"/>
                </a:lnTo>
                <a:lnTo>
                  <a:pt x="1661" y="1796"/>
                </a:lnTo>
                <a:lnTo>
                  <a:pt x="1667" y="1721"/>
                </a:lnTo>
                <a:lnTo>
                  <a:pt x="1666" y="1736"/>
                </a:lnTo>
                <a:lnTo>
                  <a:pt x="1664" y="1751"/>
                </a:lnTo>
                <a:lnTo>
                  <a:pt x="1661" y="1778"/>
                </a:lnTo>
                <a:lnTo>
                  <a:pt x="1661" y="1782"/>
                </a:lnTo>
                <a:lnTo>
                  <a:pt x="1661" y="1786"/>
                </a:lnTo>
                <a:lnTo>
                  <a:pt x="1826" y="1741"/>
                </a:lnTo>
                <a:lnTo>
                  <a:pt x="1820" y="1741"/>
                </a:lnTo>
                <a:lnTo>
                  <a:pt x="1801" y="1738"/>
                </a:lnTo>
                <a:lnTo>
                  <a:pt x="1780" y="1737"/>
                </a:lnTo>
                <a:lnTo>
                  <a:pt x="1717" y="1729"/>
                </a:lnTo>
                <a:lnTo>
                  <a:pt x="1688" y="1724"/>
                </a:lnTo>
                <a:lnTo>
                  <a:pt x="1667" y="1721"/>
                </a:lnTo>
                <a:lnTo>
                  <a:pt x="1873" y="1751"/>
                </a:lnTo>
                <a:lnTo>
                  <a:pt x="1868" y="1751"/>
                </a:lnTo>
                <a:lnTo>
                  <a:pt x="1826" y="1741"/>
                </a:lnTo>
                <a:lnTo>
                  <a:pt x="1896" y="1754"/>
                </a:lnTo>
                <a:lnTo>
                  <a:pt x="1873" y="1751"/>
                </a:lnTo>
                <a:lnTo>
                  <a:pt x="1916" y="1757"/>
                </a:lnTo>
                <a:lnTo>
                  <a:pt x="1896" y="1754"/>
                </a:lnTo>
                <a:lnTo>
                  <a:pt x="1941" y="1762"/>
                </a:lnTo>
                <a:lnTo>
                  <a:pt x="1936" y="1761"/>
                </a:lnTo>
                <a:lnTo>
                  <a:pt x="1916" y="1757"/>
                </a:lnTo>
                <a:lnTo>
                  <a:pt x="2058" y="1783"/>
                </a:lnTo>
                <a:lnTo>
                  <a:pt x="2046" y="1781"/>
                </a:lnTo>
                <a:lnTo>
                  <a:pt x="2040" y="1779"/>
                </a:lnTo>
                <a:lnTo>
                  <a:pt x="2032" y="1777"/>
                </a:lnTo>
                <a:lnTo>
                  <a:pt x="2025" y="1775"/>
                </a:lnTo>
                <a:lnTo>
                  <a:pt x="2008" y="1773"/>
                </a:lnTo>
                <a:lnTo>
                  <a:pt x="1983" y="1771"/>
                </a:lnTo>
                <a:lnTo>
                  <a:pt x="1974" y="1769"/>
                </a:lnTo>
                <a:lnTo>
                  <a:pt x="1964" y="1768"/>
                </a:lnTo>
                <a:lnTo>
                  <a:pt x="1941" y="1762"/>
                </a:lnTo>
                <a:lnTo>
                  <a:pt x="2056" y="1820"/>
                </a:lnTo>
                <a:lnTo>
                  <a:pt x="2058" y="1798"/>
                </a:lnTo>
                <a:lnTo>
                  <a:pt x="2060" y="1787"/>
                </a:lnTo>
                <a:lnTo>
                  <a:pt x="2059" y="1786"/>
                </a:lnTo>
                <a:lnTo>
                  <a:pt x="2059" y="1784"/>
                </a:lnTo>
                <a:lnTo>
                  <a:pt x="2058" y="1783"/>
                </a:lnTo>
                <a:lnTo>
                  <a:pt x="2092" y="1830"/>
                </a:lnTo>
                <a:lnTo>
                  <a:pt x="2078" y="1825"/>
                </a:lnTo>
                <a:lnTo>
                  <a:pt x="2056" y="1820"/>
                </a:lnTo>
                <a:lnTo>
                  <a:pt x="2126" y="1843"/>
                </a:lnTo>
                <a:lnTo>
                  <a:pt x="2092" y="1830"/>
                </a:lnTo>
                <a:lnTo>
                  <a:pt x="2131" y="1845"/>
                </a:lnTo>
                <a:lnTo>
                  <a:pt x="2126" y="1843"/>
                </a:lnTo>
                <a:lnTo>
                  <a:pt x="2211" y="1869"/>
                </a:lnTo>
                <a:lnTo>
                  <a:pt x="2198" y="1866"/>
                </a:lnTo>
                <a:lnTo>
                  <a:pt x="2153" y="1853"/>
                </a:lnTo>
                <a:lnTo>
                  <a:pt x="2131" y="1845"/>
                </a:lnTo>
                <a:lnTo>
                  <a:pt x="2246" y="1879"/>
                </a:lnTo>
                <a:lnTo>
                  <a:pt x="2233" y="1875"/>
                </a:lnTo>
                <a:lnTo>
                  <a:pt x="2217" y="1870"/>
                </a:lnTo>
                <a:lnTo>
                  <a:pt x="2211" y="1869"/>
                </a:lnTo>
                <a:lnTo>
                  <a:pt x="2299" y="1894"/>
                </a:lnTo>
                <a:lnTo>
                  <a:pt x="2286" y="1892"/>
                </a:lnTo>
                <a:lnTo>
                  <a:pt x="2273" y="1889"/>
                </a:lnTo>
                <a:lnTo>
                  <a:pt x="2246" y="1879"/>
                </a:lnTo>
                <a:lnTo>
                  <a:pt x="2304" y="1895"/>
                </a:lnTo>
                <a:lnTo>
                  <a:pt x="2299" y="1894"/>
                </a:lnTo>
                <a:lnTo>
                  <a:pt x="2311" y="1896"/>
                </a:lnTo>
                <a:lnTo>
                  <a:pt x="2304" y="1895"/>
                </a:lnTo>
                <a:lnTo>
                  <a:pt x="2311" y="1896"/>
                </a:lnTo>
                <a:lnTo>
                  <a:pt x="2336" y="1902"/>
                </a:lnTo>
                <a:lnTo>
                  <a:pt x="2380" y="1913"/>
                </a:lnTo>
                <a:lnTo>
                  <a:pt x="2351" y="1905"/>
                </a:lnTo>
                <a:lnTo>
                  <a:pt x="2336" y="1902"/>
                </a:lnTo>
                <a:lnTo>
                  <a:pt x="2380" y="1913"/>
                </a:lnTo>
                <a:lnTo>
                  <a:pt x="2411" y="1921"/>
                </a:lnTo>
                <a:lnTo>
                  <a:pt x="2434" y="1928"/>
                </a:lnTo>
                <a:lnTo>
                  <a:pt x="2475" y="1939"/>
                </a:lnTo>
                <a:lnTo>
                  <a:pt x="2511" y="1949"/>
                </a:lnTo>
                <a:lnTo>
                  <a:pt x="2500" y="1946"/>
                </a:lnTo>
                <a:lnTo>
                  <a:pt x="2475" y="1939"/>
                </a:lnTo>
                <a:lnTo>
                  <a:pt x="2511" y="1949"/>
                </a:lnTo>
                <a:lnTo>
                  <a:pt x="2554" y="1798"/>
                </a:lnTo>
                <a:lnTo>
                  <a:pt x="2623" y="1552"/>
                </a:lnTo>
                <a:lnTo>
                  <a:pt x="2614" y="1580"/>
                </a:lnTo>
                <a:lnTo>
                  <a:pt x="2605" y="1618"/>
                </a:lnTo>
                <a:lnTo>
                  <a:pt x="2587" y="1681"/>
                </a:lnTo>
                <a:lnTo>
                  <a:pt x="2575" y="1727"/>
                </a:lnTo>
                <a:lnTo>
                  <a:pt x="2554" y="1798"/>
                </a:lnTo>
                <a:lnTo>
                  <a:pt x="2627" y="1541"/>
                </a:lnTo>
                <a:lnTo>
                  <a:pt x="2623" y="1552"/>
                </a:lnTo>
                <a:lnTo>
                  <a:pt x="2623" y="1480"/>
                </a:lnTo>
                <a:lnTo>
                  <a:pt x="2629" y="1487"/>
                </a:lnTo>
                <a:lnTo>
                  <a:pt x="2631" y="1490"/>
                </a:lnTo>
                <a:lnTo>
                  <a:pt x="2634" y="1495"/>
                </a:lnTo>
                <a:lnTo>
                  <a:pt x="2635" y="1500"/>
                </a:lnTo>
                <a:lnTo>
                  <a:pt x="2636" y="1505"/>
                </a:lnTo>
                <a:lnTo>
                  <a:pt x="2634" y="1512"/>
                </a:lnTo>
                <a:lnTo>
                  <a:pt x="2633" y="1516"/>
                </a:lnTo>
                <a:lnTo>
                  <a:pt x="2629" y="1534"/>
                </a:lnTo>
                <a:lnTo>
                  <a:pt x="2627" y="1541"/>
                </a:lnTo>
                <a:lnTo>
                  <a:pt x="2641" y="1454"/>
                </a:lnTo>
                <a:lnTo>
                  <a:pt x="2637" y="1460"/>
                </a:lnTo>
                <a:lnTo>
                  <a:pt x="2634" y="1464"/>
                </a:lnTo>
                <a:lnTo>
                  <a:pt x="2632" y="1467"/>
                </a:lnTo>
                <a:lnTo>
                  <a:pt x="2630" y="1470"/>
                </a:lnTo>
                <a:lnTo>
                  <a:pt x="2629" y="1471"/>
                </a:lnTo>
                <a:lnTo>
                  <a:pt x="2625" y="1477"/>
                </a:lnTo>
                <a:lnTo>
                  <a:pt x="2623" y="1480"/>
                </a:lnTo>
                <a:lnTo>
                  <a:pt x="2646" y="1458"/>
                </a:lnTo>
                <a:lnTo>
                  <a:pt x="2641" y="1454"/>
                </a:lnTo>
                <a:lnTo>
                  <a:pt x="2721" y="1524"/>
                </a:lnTo>
                <a:lnTo>
                  <a:pt x="2646" y="1458"/>
                </a:lnTo>
                <a:lnTo>
                  <a:pt x="2751" y="1551"/>
                </a:lnTo>
                <a:lnTo>
                  <a:pt x="2744" y="1545"/>
                </a:lnTo>
                <a:lnTo>
                  <a:pt x="2721" y="1524"/>
                </a:lnTo>
                <a:lnTo>
                  <a:pt x="2961" y="1738"/>
                </a:lnTo>
                <a:lnTo>
                  <a:pt x="2922" y="1704"/>
                </a:lnTo>
                <a:lnTo>
                  <a:pt x="2882" y="1667"/>
                </a:lnTo>
                <a:lnTo>
                  <a:pt x="2867" y="1652"/>
                </a:lnTo>
                <a:lnTo>
                  <a:pt x="2863" y="1650"/>
                </a:lnTo>
                <a:lnTo>
                  <a:pt x="2856" y="1644"/>
                </a:lnTo>
                <a:lnTo>
                  <a:pt x="2838" y="1628"/>
                </a:lnTo>
                <a:lnTo>
                  <a:pt x="2817" y="1608"/>
                </a:lnTo>
                <a:lnTo>
                  <a:pt x="2803" y="1596"/>
                </a:lnTo>
                <a:lnTo>
                  <a:pt x="2787" y="1583"/>
                </a:lnTo>
                <a:lnTo>
                  <a:pt x="2760" y="1558"/>
                </a:lnTo>
                <a:lnTo>
                  <a:pt x="2751" y="1551"/>
                </a:lnTo>
                <a:lnTo>
                  <a:pt x="2989" y="1669"/>
                </a:lnTo>
                <a:lnTo>
                  <a:pt x="2966" y="1726"/>
                </a:lnTo>
                <a:lnTo>
                  <a:pt x="2962" y="1735"/>
                </a:lnTo>
                <a:lnTo>
                  <a:pt x="2961" y="1738"/>
                </a:lnTo>
                <a:lnTo>
                  <a:pt x="3007" y="1624"/>
                </a:lnTo>
                <a:lnTo>
                  <a:pt x="2992" y="1660"/>
                </a:lnTo>
                <a:lnTo>
                  <a:pt x="2989" y="1669"/>
                </a:lnTo>
                <a:lnTo>
                  <a:pt x="3012" y="1609"/>
                </a:lnTo>
                <a:lnTo>
                  <a:pt x="3007" y="1624"/>
                </a:lnTo>
                <a:lnTo>
                  <a:pt x="3018" y="1595"/>
                </a:lnTo>
                <a:lnTo>
                  <a:pt x="3012" y="1609"/>
                </a:lnTo>
                <a:lnTo>
                  <a:pt x="3019" y="1593"/>
                </a:lnTo>
                <a:lnTo>
                  <a:pt x="3018" y="1595"/>
                </a:lnTo>
                <a:lnTo>
                  <a:pt x="3025" y="1578"/>
                </a:lnTo>
                <a:lnTo>
                  <a:pt x="3019" y="1593"/>
                </a:lnTo>
                <a:lnTo>
                  <a:pt x="3026" y="1576"/>
                </a:lnTo>
                <a:lnTo>
                  <a:pt x="3025" y="1578"/>
                </a:lnTo>
                <a:lnTo>
                  <a:pt x="3042" y="1533"/>
                </a:lnTo>
                <a:lnTo>
                  <a:pt x="3032" y="1559"/>
                </a:lnTo>
                <a:lnTo>
                  <a:pt x="3026" y="1576"/>
                </a:lnTo>
                <a:lnTo>
                  <a:pt x="3071" y="1477"/>
                </a:lnTo>
                <a:lnTo>
                  <a:pt x="3042" y="1533"/>
                </a:lnTo>
                <a:lnTo>
                  <a:pt x="3055" y="1461"/>
                </a:lnTo>
                <a:lnTo>
                  <a:pt x="3056" y="1463"/>
                </a:lnTo>
                <a:lnTo>
                  <a:pt x="3057" y="1465"/>
                </a:lnTo>
                <a:lnTo>
                  <a:pt x="3071" y="1477"/>
                </a:lnTo>
                <a:lnTo>
                  <a:pt x="3073" y="1411"/>
                </a:lnTo>
                <a:lnTo>
                  <a:pt x="3072" y="1420"/>
                </a:lnTo>
                <a:lnTo>
                  <a:pt x="3055" y="1461"/>
                </a:lnTo>
                <a:lnTo>
                  <a:pt x="3075" y="1386"/>
                </a:lnTo>
                <a:lnTo>
                  <a:pt x="3073" y="1411"/>
                </a:lnTo>
                <a:lnTo>
                  <a:pt x="3084" y="1361"/>
                </a:lnTo>
                <a:lnTo>
                  <a:pt x="3075" y="1386"/>
                </a:lnTo>
                <a:lnTo>
                  <a:pt x="3096" y="1326"/>
                </a:lnTo>
                <a:lnTo>
                  <a:pt x="3084" y="1361"/>
                </a:lnTo>
                <a:lnTo>
                  <a:pt x="3108" y="1271"/>
                </a:lnTo>
                <a:lnTo>
                  <a:pt x="3096" y="1326"/>
                </a:lnTo>
                <a:lnTo>
                  <a:pt x="3110" y="1243"/>
                </a:lnTo>
                <a:lnTo>
                  <a:pt x="3108" y="1271"/>
                </a:lnTo>
                <a:lnTo>
                  <a:pt x="3116" y="1190"/>
                </a:lnTo>
                <a:lnTo>
                  <a:pt x="3110" y="1243"/>
                </a:lnTo>
                <a:lnTo>
                  <a:pt x="3118" y="1173"/>
                </a:lnTo>
                <a:lnTo>
                  <a:pt x="3116" y="1190"/>
                </a:lnTo>
                <a:lnTo>
                  <a:pt x="3126" y="1116"/>
                </a:lnTo>
                <a:lnTo>
                  <a:pt x="3118" y="1173"/>
                </a:lnTo>
                <a:lnTo>
                  <a:pt x="3137" y="1040"/>
                </a:lnTo>
                <a:lnTo>
                  <a:pt x="3136" y="1052"/>
                </a:lnTo>
                <a:lnTo>
                  <a:pt x="3126" y="1116"/>
                </a:lnTo>
                <a:lnTo>
                  <a:pt x="3137" y="945"/>
                </a:lnTo>
                <a:lnTo>
                  <a:pt x="3137" y="1000"/>
                </a:lnTo>
                <a:lnTo>
                  <a:pt x="3137" y="1040"/>
                </a:lnTo>
                <a:lnTo>
                  <a:pt x="3137" y="927"/>
                </a:lnTo>
                <a:lnTo>
                  <a:pt x="3137" y="945"/>
                </a:lnTo>
                <a:lnTo>
                  <a:pt x="3137" y="832"/>
                </a:lnTo>
                <a:lnTo>
                  <a:pt x="3137" y="860"/>
                </a:lnTo>
                <a:lnTo>
                  <a:pt x="3137" y="868"/>
                </a:lnTo>
                <a:lnTo>
                  <a:pt x="3137" y="875"/>
                </a:lnTo>
                <a:lnTo>
                  <a:pt x="3137" y="896"/>
                </a:lnTo>
                <a:lnTo>
                  <a:pt x="3137" y="927"/>
                </a:lnTo>
                <a:lnTo>
                  <a:pt x="3137" y="788"/>
                </a:lnTo>
                <a:lnTo>
                  <a:pt x="3137" y="808"/>
                </a:lnTo>
                <a:lnTo>
                  <a:pt x="3137" y="832"/>
                </a:lnTo>
                <a:lnTo>
                  <a:pt x="3137" y="761"/>
                </a:lnTo>
                <a:lnTo>
                  <a:pt x="3137" y="776"/>
                </a:lnTo>
                <a:lnTo>
                  <a:pt x="3137" y="788"/>
                </a:lnTo>
                <a:lnTo>
                  <a:pt x="3135" y="711"/>
                </a:lnTo>
                <a:lnTo>
                  <a:pt x="3135" y="715"/>
                </a:lnTo>
                <a:lnTo>
                  <a:pt x="3137" y="729"/>
                </a:lnTo>
                <a:lnTo>
                  <a:pt x="3137" y="741"/>
                </a:lnTo>
                <a:lnTo>
                  <a:pt x="3138" y="747"/>
                </a:lnTo>
                <a:lnTo>
                  <a:pt x="3138" y="752"/>
                </a:lnTo>
                <a:lnTo>
                  <a:pt x="3137" y="761"/>
                </a:lnTo>
                <a:lnTo>
                  <a:pt x="3131" y="654"/>
                </a:lnTo>
                <a:lnTo>
                  <a:pt x="3132" y="668"/>
                </a:lnTo>
                <a:lnTo>
                  <a:pt x="3132" y="677"/>
                </a:lnTo>
                <a:lnTo>
                  <a:pt x="3133" y="682"/>
                </a:lnTo>
                <a:lnTo>
                  <a:pt x="3133" y="689"/>
                </a:lnTo>
                <a:lnTo>
                  <a:pt x="3135" y="711"/>
                </a:lnTo>
                <a:lnTo>
                  <a:pt x="3127" y="565"/>
                </a:lnTo>
                <a:lnTo>
                  <a:pt x="3127" y="590"/>
                </a:lnTo>
                <a:lnTo>
                  <a:pt x="3128" y="600"/>
                </a:lnTo>
                <a:lnTo>
                  <a:pt x="3129" y="628"/>
                </a:lnTo>
                <a:lnTo>
                  <a:pt x="3131" y="654"/>
                </a:lnTo>
                <a:lnTo>
                  <a:pt x="3119" y="514"/>
                </a:lnTo>
                <a:lnTo>
                  <a:pt x="3122" y="524"/>
                </a:lnTo>
                <a:lnTo>
                  <a:pt x="3125" y="537"/>
                </a:lnTo>
                <a:lnTo>
                  <a:pt x="3127" y="565"/>
                </a:lnTo>
                <a:lnTo>
                  <a:pt x="3103" y="451"/>
                </a:lnTo>
                <a:lnTo>
                  <a:pt x="3115" y="501"/>
                </a:lnTo>
                <a:lnTo>
                  <a:pt x="3119" y="514"/>
                </a:lnTo>
                <a:lnTo>
                  <a:pt x="3100" y="442"/>
                </a:lnTo>
                <a:lnTo>
                  <a:pt x="3103" y="451"/>
                </a:lnTo>
                <a:lnTo>
                  <a:pt x="3084" y="377"/>
                </a:lnTo>
                <a:lnTo>
                  <a:pt x="3094" y="418"/>
                </a:lnTo>
                <a:lnTo>
                  <a:pt x="3100" y="442"/>
                </a:lnTo>
                <a:lnTo>
                  <a:pt x="3055" y="252"/>
                </a:lnTo>
                <a:lnTo>
                  <a:pt x="3060" y="280"/>
                </a:lnTo>
                <a:lnTo>
                  <a:pt x="3067" y="314"/>
                </a:lnTo>
                <a:lnTo>
                  <a:pt x="3074" y="337"/>
                </a:lnTo>
                <a:lnTo>
                  <a:pt x="3079" y="358"/>
                </a:lnTo>
                <a:lnTo>
                  <a:pt x="3082" y="368"/>
                </a:lnTo>
                <a:lnTo>
                  <a:pt x="3084" y="377"/>
                </a:lnTo>
                <a:lnTo>
                  <a:pt x="2855" y="269"/>
                </a:lnTo>
                <a:lnTo>
                  <a:pt x="2924" y="264"/>
                </a:lnTo>
                <a:lnTo>
                  <a:pt x="2939" y="263"/>
                </a:lnTo>
                <a:lnTo>
                  <a:pt x="3013" y="257"/>
                </a:lnTo>
                <a:lnTo>
                  <a:pt x="3055" y="252"/>
                </a:lnTo>
                <a:lnTo>
                  <a:pt x="2855" y="266"/>
                </a:lnTo>
                <a:lnTo>
                  <a:pt x="2855" y="269"/>
                </a:lnTo>
                <a:lnTo>
                  <a:pt x="2855" y="266"/>
                </a:lnTo>
                <a:lnTo>
                  <a:pt x="2966" y="255"/>
                </a:lnTo>
                <a:lnTo>
                  <a:pt x="2993" y="252"/>
                </a:lnTo>
                <a:lnTo>
                  <a:pt x="3036" y="248"/>
                </a:lnTo>
                <a:lnTo>
                  <a:pt x="3058" y="246"/>
                </a:lnTo>
                <a:lnTo>
                  <a:pt x="3079" y="244"/>
                </a:lnTo>
                <a:lnTo>
                  <a:pt x="3092" y="241"/>
                </a:lnTo>
                <a:lnTo>
                  <a:pt x="3106" y="238"/>
                </a:lnTo>
                <a:lnTo>
                  <a:pt x="3195" y="217"/>
                </a:lnTo>
                <a:lnTo>
                  <a:pt x="3206" y="214"/>
                </a:lnTo>
                <a:lnTo>
                  <a:pt x="3210" y="207"/>
                </a:lnTo>
                <a:lnTo>
                  <a:pt x="3205" y="209"/>
                </a:lnTo>
                <a:lnTo>
                  <a:pt x="3206" y="214"/>
                </a:lnTo>
                <a:lnTo>
                  <a:pt x="3210" y="151"/>
                </a:lnTo>
                <a:lnTo>
                  <a:pt x="3210" y="166"/>
                </a:lnTo>
                <a:lnTo>
                  <a:pt x="3211" y="183"/>
                </a:lnTo>
                <a:lnTo>
                  <a:pt x="3210" y="204"/>
                </a:lnTo>
                <a:lnTo>
                  <a:pt x="3210" y="205"/>
                </a:lnTo>
                <a:lnTo>
                  <a:pt x="3210" y="207"/>
                </a:lnTo>
                <a:lnTo>
                  <a:pt x="3151" y="130"/>
                </a:lnTo>
                <a:lnTo>
                  <a:pt x="3147" y="134"/>
                </a:lnTo>
                <a:lnTo>
                  <a:pt x="3142" y="138"/>
                </a:lnTo>
                <a:lnTo>
                  <a:pt x="3140" y="139"/>
                </a:lnTo>
                <a:lnTo>
                  <a:pt x="3139" y="140"/>
                </a:lnTo>
                <a:lnTo>
                  <a:pt x="3139" y="142"/>
                </a:lnTo>
                <a:lnTo>
                  <a:pt x="3139" y="144"/>
                </a:lnTo>
                <a:lnTo>
                  <a:pt x="3137" y="158"/>
                </a:lnTo>
                <a:lnTo>
                  <a:pt x="3144" y="157"/>
                </a:lnTo>
                <a:lnTo>
                  <a:pt x="3151" y="156"/>
                </a:lnTo>
                <a:lnTo>
                  <a:pt x="3161" y="154"/>
                </a:lnTo>
                <a:lnTo>
                  <a:pt x="3169" y="153"/>
                </a:lnTo>
                <a:lnTo>
                  <a:pt x="3191" y="151"/>
                </a:lnTo>
                <a:lnTo>
                  <a:pt x="3210" y="151"/>
                </a:lnTo>
                <a:lnTo>
                  <a:pt x="3139" y="103"/>
                </a:lnTo>
                <a:lnTo>
                  <a:pt x="3139" y="111"/>
                </a:lnTo>
                <a:lnTo>
                  <a:pt x="3139" y="115"/>
                </a:lnTo>
                <a:lnTo>
                  <a:pt x="3139" y="118"/>
                </a:lnTo>
                <a:lnTo>
                  <a:pt x="3140" y="120"/>
                </a:lnTo>
                <a:lnTo>
                  <a:pt x="3141" y="121"/>
                </a:lnTo>
                <a:lnTo>
                  <a:pt x="3143" y="124"/>
                </a:lnTo>
                <a:lnTo>
                  <a:pt x="3144" y="126"/>
                </a:lnTo>
                <a:lnTo>
                  <a:pt x="3145" y="126"/>
                </a:lnTo>
                <a:lnTo>
                  <a:pt x="3147" y="128"/>
                </a:lnTo>
                <a:lnTo>
                  <a:pt x="3151" y="130"/>
                </a:lnTo>
                <a:lnTo>
                  <a:pt x="3212" y="72"/>
                </a:lnTo>
                <a:lnTo>
                  <a:pt x="3203" y="71"/>
                </a:lnTo>
                <a:lnTo>
                  <a:pt x="3177" y="72"/>
                </a:lnTo>
                <a:lnTo>
                  <a:pt x="3171" y="73"/>
                </a:lnTo>
                <a:lnTo>
                  <a:pt x="3150" y="78"/>
                </a:lnTo>
                <a:lnTo>
                  <a:pt x="3147" y="79"/>
                </a:lnTo>
                <a:lnTo>
                  <a:pt x="3146" y="79"/>
                </a:lnTo>
                <a:lnTo>
                  <a:pt x="3145" y="80"/>
                </a:lnTo>
                <a:lnTo>
                  <a:pt x="3144" y="82"/>
                </a:lnTo>
                <a:lnTo>
                  <a:pt x="3144" y="83"/>
                </a:lnTo>
                <a:lnTo>
                  <a:pt x="3143" y="85"/>
                </a:lnTo>
                <a:lnTo>
                  <a:pt x="3142" y="90"/>
                </a:lnTo>
                <a:lnTo>
                  <a:pt x="3140" y="94"/>
                </a:lnTo>
                <a:lnTo>
                  <a:pt x="3139" y="99"/>
                </a:lnTo>
                <a:lnTo>
                  <a:pt x="3139" y="103"/>
                </a:lnTo>
                <a:lnTo>
                  <a:pt x="3212" y="42"/>
                </a:lnTo>
                <a:lnTo>
                  <a:pt x="3212" y="69"/>
                </a:lnTo>
                <a:lnTo>
                  <a:pt x="3212" y="72"/>
                </a:lnTo>
                <a:lnTo>
                  <a:pt x="3212" y="8"/>
                </a:lnTo>
                <a:lnTo>
                  <a:pt x="3213" y="16"/>
                </a:lnTo>
                <a:lnTo>
                  <a:pt x="3213" y="26"/>
                </a:lnTo>
                <a:lnTo>
                  <a:pt x="3213" y="32"/>
                </a:lnTo>
                <a:lnTo>
                  <a:pt x="3212" y="42"/>
                </a:lnTo>
                <a:lnTo>
                  <a:pt x="3212" y="0"/>
                </a:lnTo>
                <a:lnTo>
                  <a:pt x="3212" y="8"/>
                </a:lnTo>
              </a:path>
            </a:pathLst>
          </a:custGeom>
          <a:noFill/>
          <a:ln w="33020">
            <a:solidFill>
              <a:srgbClr val="FFB02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888736" y="1078992"/>
            <a:ext cx="2011680" cy="22860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4FB3C4"/>
                </a:solidFill>
                <a:latin typeface="Arial"/>
              </a:rPr>
              <a:t>LAUT JAWA</a:t>
            </a:r>
          </a:p>
        </p:txBody>
      </p:sp>
      <p:sp>
        <p:nvSpPr>
          <p:cNvPr id="16" name="Oval 15"/>
          <p:cNvSpPr/>
          <p:nvPr/>
        </p:nvSpPr>
        <p:spPr>
          <a:xfrm>
            <a:off x="7377418" y="3233501"/>
            <a:ext cx="109728" cy="109728"/>
          </a:xfrm>
          <a:prstGeom prst="ellipse">
            <a:avLst/>
          </a:prstGeom>
          <a:solidFill>
            <a:srgbClr val="FFB02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929362" y="3416381"/>
            <a:ext cx="1280160" cy="246888"/>
          </a:xfrm>
          <a:prstGeom prst="rect">
            <a:avLst/>
          </a:prstGeom>
          <a:noFill/>
          <a:effectLst/>
        </p:spPr>
        <p:txBody>
          <a:bodyPr wrap="square" lIns="0" rIns="0" tIns="0" bIns="0">
            <a:spAutoFit/>
          </a:bodyPr>
          <a:lstStyle/>
          <a:p>
            <a:pPr>
              <a:lnSpc>
                <a:spcPct val="105000"/>
              </a:lnSpc>
              <a:spcBef>
                <a:spcPts val="0"/>
              </a:spcBef>
              <a:spcAft>
                <a:spcPts val="400"/>
              </a:spcAft>
            </a:pPr>
            <a:r>
              <a:rPr sz="1200" b="1">
                <a:solidFill>
                  <a:srgbClr val="E8F1F4"/>
                </a:solidFill>
                <a:latin typeface="Arial"/>
              </a:rPr>
              <a:t>TAWANG</a:t>
            </a:r>
          </a:p>
        </p:txBody>
      </p:sp>
      <p:sp>
        <p:nvSpPr>
          <p:cNvPr id="18" name="Oval 17"/>
          <p:cNvSpPr/>
          <p:nvPr/>
        </p:nvSpPr>
        <p:spPr>
          <a:xfrm>
            <a:off x="10084341" y="2225351"/>
            <a:ext cx="109728" cy="109728"/>
          </a:xfrm>
          <a:prstGeom prst="ellipse">
            <a:avLst/>
          </a:prstGeom>
          <a:solidFill>
            <a:srgbClr val="FFB02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9627141" y="1932743"/>
            <a:ext cx="1371600" cy="246888"/>
          </a:xfrm>
          <a:prstGeom prst="rect">
            <a:avLst/>
          </a:prstGeom>
          <a:noFill/>
          <a:effectLst/>
        </p:spPr>
        <p:txBody>
          <a:bodyPr wrap="square" lIns="0" rIns="0" tIns="0" bIns="0">
            <a:spAutoFit/>
          </a:bodyPr>
          <a:lstStyle/>
          <a:p>
            <a:pPr>
              <a:lnSpc>
                <a:spcPct val="105000"/>
              </a:lnSpc>
              <a:spcBef>
                <a:spcPts val="0"/>
              </a:spcBef>
              <a:spcAft>
                <a:spcPts val="400"/>
              </a:spcAft>
            </a:pPr>
            <a:r>
              <a:rPr sz="1200" b="1">
                <a:solidFill>
                  <a:srgbClr val="E8F1F4"/>
                </a:solidFill>
                <a:latin typeface="Arial"/>
              </a:rPr>
              <a:t>TERBOYO</a:t>
            </a:r>
          </a:p>
        </p:txBody>
      </p:sp>
      <p:sp>
        <p:nvSpPr>
          <p:cNvPr id="20" name="Oval 19"/>
          <p:cNvSpPr/>
          <p:nvPr/>
        </p:nvSpPr>
        <p:spPr>
          <a:xfrm>
            <a:off x="6801794" y="2312564"/>
            <a:ext cx="109728" cy="109728"/>
          </a:xfrm>
          <a:prstGeom prst="ellipse">
            <a:avLst/>
          </a:prstGeom>
          <a:solidFill>
            <a:srgbClr val="FFB02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628058" y="2001668"/>
            <a:ext cx="1828800" cy="246888"/>
          </a:xfrm>
          <a:prstGeom prst="rect">
            <a:avLst/>
          </a:prstGeom>
          <a:noFill/>
          <a:effectLst/>
        </p:spPr>
        <p:txBody>
          <a:bodyPr wrap="square" lIns="0" rIns="0" tIns="0" bIns="0">
            <a:spAutoFit/>
          </a:bodyPr>
          <a:lstStyle/>
          <a:p>
            <a:pPr>
              <a:lnSpc>
                <a:spcPct val="105000"/>
              </a:lnSpc>
              <a:spcBef>
                <a:spcPts val="0"/>
              </a:spcBef>
              <a:spcAft>
                <a:spcPts val="400"/>
              </a:spcAft>
            </a:pPr>
            <a:r>
              <a:rPr sz="1200" b="1">
                <a:solidFill>
                  <a:srgbClr val="E8F1F4"/>
                </a:solidFill>
                <a:latin typeface="Arial"/>
              </a:rPr>
              <a:t>TANJUNG EMAS</a:t>
            </a:r>
          </a:p>
        </p:txBody>
      </p:sp>
      <p:sp>
        <p:nvSpPr>
          <p:cNvPr id="22" name="TextBox 21"/>
          <p:cNvSpPr txBox="1"/>
          <p:nvPr/>
        </p:nvSpPr>
        <p:spPr>
          <a:xfrm>
            <a:off x="9491472" y="4809744"/>
            <a:ext cx="2011680" cy="256032"/>
          </a:xfrm>
          <a:prstGeom prst="rect">
            <a:avLst/>
          </a:prstGeom>
          <a:noFill/>
          <a:effectLst/>
        </p:spPr>
        <p:txBody>
          <a:bodyPr wrap="square" lIns="0" rIns="0" tIns="0" bIns="0">
            <a:spAutoFit/>
          </a:bodyPr>
          <a:lstStyle/>
          <a:p>
            <a:pPr>
              <a:lnSpc>
                <a:spcPct val="105000"/>
              </a:lnSpc>
              <a:spcBef>
                <a:spcPts val="0"/>
              </a:spcBef>
              <a:spcAft>
                <a:spcPts val="400"/>
              </a:spcAft>
            </a:pPr>
            <a:r>
              <a:rPr sz="1300" b="1">
                <a:solidFill>
                  <a:srgbClr val="4FB3C4"/>
                </a:solidFill>
                <a:latin typeface="Arial"/>
              </a:rPr>
              <a:t>SEMARANG</a:t>
            </a:r>
          </a:p>
        </p:txBody>
      </p:sp>
      <p:sp>
        <p:nvSpPr>
          <p:cNvPr id="23" name="TextBox 22"/>
          <p:cNvSpPr txBox="1"/>
          <p:nvPr/>
        </p:nvSpPr>
        <p:spPr>
          <a:xfrm>
            <a:off x="11228832" y="1078992"/>
            <a:ext cx="365760" cy="274320"/>
          </a:xfrm>
          <a:prstGeom prst="rect">
            <a:avLst/>
          </a:prstGeom>
          <a:noFill/>
          <a:effectLst/>
        </p:spPr>
        <p:txBody>
          <a:bodyPr wrap="square" lIns="0" rIns="0" tIns="0" bIns="0">
            <a:spAutoFit/>
          </a:bodyPr>
          <a:lstStyle/>
          <a:p>
            <a:pPr>
              <a:lnSpc>
                <a:spcPct val="105000"/>
              </a:lnSpc>
              <a:spcBef>
                <a:spcPts val="0"/>
              </a:spcBef>
              <a:spcAft>
                <a:spcPts val="400"/>
              </a:spcAft>
            </a:pPr>
            <a:r>
              <a:rPr sz="1200" b="0">
                <a:solidFill>
                  <a:srgbClr val="E8F1F4"/>
                </a:solidFill>
                <a:latin typeface="Arial"/>
              </a:rPr>
              <a:t>U ↑</a:t>
            </a:r>
          </a:p>
        </p:txBody>
      </p:sp>
      <p:sp>
        <p:nvSpPr>
          <p:cNvPr id="24" name="TextBox 23"/>
          <p:cNvSpPr txBox="1"/>
          <p:nvPr/>
        </p:nvSpPr>
        <p:spPr>
          <a:xfrm>
            <a:off x="5852160" y="5440680"/>
            <a:ext cx="557784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4FB3C4"/>
                </a:solidFill>
                <a:latin typeface="Arial"/>
              </a:rPr>
              <a:t>PROTOTIPE BERBASIS INDEKS KERENTANAN ROB</a:t>
            </a:r>
          </a:p>
        </p:txBody>
      </p:sp>
      <p:sp>
        <p:nvSpPr>
          <p:cNvPr id="25" name="TextBox 24"/>
          <p:cNvSpPr txBox="1"/>
          <p:nvPr/>
        </p:nvSpPr>
        <p:spPr>
          <a:xfrm>
            <a:off x="585216" y="5486400"/>
            <a:ext cx="4846320" cy="320040"/>
          </a:xfrm>
          <a:prstGeom prst="rect">
            <a:avLst/>
          </a:prstGeom>
          <a:noFill/>
          <a:effectLst/>
        </p:spPr>
        <p:txBody>
          <a:bodyPr wrap="square" lIns="0" rIns="0" tIns="0" bIns="0">
            <a:spAutoFit/>
          </a:bodyPr>
          <a:lstStyle/>
          <a:p>
            <a:pPr>
              <a:lnSpc>
                <a:spcPct val="105000"/>
              </a:lnSpc>
              <a:spcBef>
                <a:spcPts val="0"/>
              </a:spcBef>
              <a:spcAft>
                <a:spcPts val="400"/>
              </a:spcAft>
            </a:pPr>
            <a:r>
              <a:rPr sz="1600" b="1">
                <a:solidFill>
                  <a:srgbClr val="E8F1F4"/>
                </a:solidFill>
                <a:latin typeface="Arial"/>
              </a:rPr>
              <a:t>trio la albiceleste | ITS Surabaya</a:t>
            </a:r>
          </a:p>
        </p:txBody>
      </p:sp>
      <p:sp>
        <p:nvSpPr>
          <p:cNvPr id="26" name="TextBox 25"/>
          <p:cNvSpPr txBox="1"/>
          <p:nvPr/>
        </p:nvSpPr>
        <p:spPr>
          <a:xfrm>
            <a:off x="585216" y="5907024"/>
            <a:ext cx="9875520" cy="448056"/>
          </a:xfrm>
          <a:prstGeom prst="rect">
            <a:avLst/>
          </a:prstGeom>
          <a:noFill/>
          <a:effectLst/>
        </p:spPr>
        <p:txBody>
          <a:bodyPr wrap="square" lIns="0" rIns="0" tIns="0" bIns="0">
            <a:spAutoFit/>
          </a:bodyPr>
          <a:lstStyle/>
          <a:p>
            <a:pPr>
              <a:lnSpc>
                <a:spcPct val="105000"/>
              </a:lnSpc>
              <a:spcBef>
                <a:spcPts val="0"/>
              </a:spcBef>
              <a:spcAft>
                <a:spcPts val="400"/>
              </a:spcAft>
            </a:pPr>
            <a:r>
              <a:rPr sz="1200" b="0">
                <a:solidFill>
                  <a:srgbClr val="ABC0CA"/>
                </a:solidFill>
                <a:latin typeface="Arial"/>
              </a:rPr>
              <a:t>Muhammad Dzaky Ahnaf · Daffa Rajendra Priyatama</a:t>
            </a:r>
          </a:p>
          <a:p>
            <a:pPr>
              <a:lnSpc>
                <a:spcPct val="105000"/>
              </a:lnSpc>
              <a:spcBef>
                <a:spcPts val="0"/>
              </a:spcBef>
              <a:spcAft>
                <a:spcPts val="400"/>
              </a:spcAft>
            </a:pPr>
            <a:r>
              <a:rPr sz="1200" b="0">
                <a:solidFill>
                  <a:srgbClr val="ABC0CA"/>
                </a:solidFill>
                <a:latin typeface="Arial"/>
              </a:rPr>
              <a:t>Naufal Syafi' Hakim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5F6"/>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PERSOALAN PENGGUNA</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0B1F2A"/>
                </a:solidFill>
                <a:latin typeface="Arial Narrow"/>
              </a:rPr>
              <a:t>Dari Tawang ke Terboyo, apa yang perlu diputuskan?</a:t>
            </a:r>
          </a:p>
        </p:txBody>
      </p:sp>
      <p:sp>
        <p:nvSpPr>
          <p:cNvPr id="4" name="TextBox 3"/>
          <p:cNvSpPr txBox="1"/>
          <p:nvPr/>
        </p:nvSpPr>
        <p:spPr>
          <a:xfrm>
            <a:off x="539496" y="1499616"/>
            <a:ext cx="11018520" cy="457200"/>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46626F"/>
                </a:solidFill>
                <a:latin typeface="Arial"/>
              </a:rPr>
              <a:t>Ilustrasi kebutuhan pengendara motor menuju kawasan industri. Belum hasil wawancara pengguna.</a:t>
            </a:r>
          </a:p>
        </p:txBody>
      </p:sp>
      <p:sp>
        <p:nvSpPr>
          <p:cNvPr id="5" name="Rectangle 4"/>
          <p:cNvSpPr/>
          <p:nvPr/>
        </p:nvSpPr>
        <p:spPr>
          <a:xfrm>
            <a:off x="502920" y="6455664"/>
            <a:ext cx="11183112" cy="1463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a:hlinkClick r:id="rId2"/>
          </p:cNvPr>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46626F"/>
                </a:solidFill>
                <a:latin typeface="Arial"/>
              </a:rPr>
              <a:t>Konteks penanganan rob: BBWS Pemali Juana, 15 Februari 2026. Lokasi: OpenStreetMap.</a:t>
            </a:r>
          </a:p>
        </p:txBody>
      </p:sp>
      <p:sp>
        <p:nvSpPr>
          <p:cNvPr id="7" name="TextBox 6"/>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46626F"/>
                </a:solidFill>
                <a:latin typeface="Arial"/>
              </a:rPr>
              <a:t>02</a:t>
            </a:r>
          </a:p>
        </p:txBody>
      </p:sp>
      <p:sp>
        <p:nvSpPr>
          <p:cNvPr id="8" name="Rectangle 7"/>
          <p:cNvSpPr/>
          <p:nvPr/>
        </p:nvSpPr>
        <p:spPr>
          <a:xfrm>
            <a:off x="548640" y="2139696"/>
            <a:ext cx="5852160" cy="3383280"/>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Freeform 8"/>
          <p:cNvSpPr/>
          <p:nvPr/>
        </p:nvSpPr>
        <p:spPr>
          <a:xfrm>
            <a:off x="548640" y="2988259"/>
            <a:ext cx="5842102" cy="2533802"/>
          </a:xfrm>
          <a:custGeom>
            <a:avLst/>
            <a:gdLst/>
            <a:ahLst/>
            <a:cxnLst/>
            <a:rect l="l" t="t" r="r" b="b"/>
            <a:pathLst>
              <a:path w="6389" h="2771">
                <a:moveTo>
                  <a:pt x="1487" y="2747"/>
                </a:moveTo>
                <a:lnTo>
                  <a:pt x="1469" y="2748"/>
                </a:lnTo>
                <a:lnTo>
                  <a:pt x="1445" y="2746"/>
                </a:lnTo>
                <a:lnTo>
                  <a:pt x="1439" y="2746"/>
                </a:lnTo>
                <a:lnTo>
                  <a:pt x="1343" y="2738"/>
                </a:lnTo>
                <a:moveTo>
                  <a:pt x="1487" y="2747"/>
                </a:moveTo>
                <a:lnTo>
                  <a:pt x="1487" y="2745"/>
                </a:lnTo>
                <a:lnTo>
                  <a:pt x="1485" y="2735"/>
                </a:lnTo>
                <a:lnTo>
                  <a:pt x="1485" y="2734"/>
                </a:lnTo>
                <a:moveTo>
                  <a:pt x="1487" y="2747"/>
                </a:moveTo>
                <a:lnTo>
                  <a:pt x="1557" y="2743"/>
                </a:lnTo>
                <a:moveTo>
                  <a:pt x="1485" y="2734"/>
                </a:moveTo>
                <a:lnTo>
                  <a:pt x="1541" y="2732"/>
                </a:lnTo>
                <a:moveTo>
                  <a:pt x="1485" y="2734"/>
                </a:moveTo>
                <a:lnTo>
                  <a:pt x="1477" y="2693"/>
                </a:lnTo>
                <a:lnTo>
                  <a:pt x="1474" y="2679"/>
                </a:lnTo>
                <a:lnTo>
                  <a:pt x="1469" y="2652"/>
                </a:lnTo>
                <a:lnTo>
                  <a:pt x="1464" y="2629"/>
                </a:lnTo>
                <a:moveTo>
                  <a:pt x="1485" y="2734"/>
                </a:moveTo>
                <a:lnTo>
                  <a:pt x="1424" y="2730"/>
                </a:lnTo>
                <a:moveTo>
                  <a:pt x="1411" y="2350"/>
                </a:moveTo>
                <a:lnTo>
                  <a:pt x="1407" y="2326"/>
                </a:lnTo>
                <a:lnTo>
                  <a:pt x="1406" y="2322"/>
                </a:lnTo>
                <a:moveTo>
                  <a:pt x="1411" y="2350"/>
                </a:moveTo>
                <a:lnTo>
                  <a:pt x="1412" y="2352"/>
                </a:lnTo>
                <a:lnTo>
                  <a:pt x="1414" y="2363"/>
                </a:lnTo>
                <a:lnTo>
                  <a:pt x="1414" y="2364"/>
                </a:lnTo>
                <a:moveTo>
                  <a:pt x="1585" y="2265"/>
                </a:moveTo>
                <a:lnTo>
                  <a:pt x="1565" y="2254"/>
                </a:lnTo>
                <a:moveTo>
                  <a:pt x="1585" y="2265"/>
                </a:moveTo>
                <a:lnTo>
                  <a:pt x="1596" y="2260"/>
                </a:lnTo>
                <a:lnTo>
                  <a:pt x="1608" y="2254"/>
                </a:lnTo>
                <a:moveTo>
                  <a:pt x="1709" y="2219"/>
                </a:moveTo>
                <a:lnTo>
                  <a:pt x="1708" y="2219"/>
                </a:lnTo>
                <a:lnTo>
                  <a:pt x="1707" y="2220"/>
                </a:lnTo>
                <a:lnTo>
                  <a:pt x="1695" y="2221"/>
                </a:lnTo>
                <a:lnTo>
                  <a:pt x="1692" y="2222"/>
                </a:lnTo>
                <a:lnTo>
                  <a:pt x="1686" y="2223"/>
                </a:lnTo>
                <a:lnTo>
                  <a:pt x="1681" y="2223"/>
                </a:lnTo>
                <a:lnTo>
                  <a:pt x="1674" y="2226"/>
                </a:lnTo>
                <a:moveTo>
                  <a:pt x="1674" y="2226"/>
                </a:moveTo>
                <a:lnTo>
                  <a:pt x="1669" y="2228"/>
                </a:lnTo>
                <a:lnTo>
                  <a:pt x="1615" y="2251"/>
                </a:lnTo>
                <a:moveTo>
                  <a:pt x="1674" y="2226"/>
                </a:moveTo>
                <a:lnTo>
                  <a:pt x="1672" y="2212"/>
                </a:lnTo>
                <a:moveTo>
                  <a:pt x="1617" y="2727"/>
                </a:moveTo>
                <a:lnTo>
                  <a:pt x="1643" y="2725"/>
                </a:lnTo>
                <a:moveTo>
                  <a:pt x="1617" y="2727"/>
                </a:moveTo>
                <a:lnTo>
                  <a:pt x="1577" y="2729"/>
                </a:lnTo>
                <a:moveTo>
                  <a:pt x="2079" y="1206"/>
                </a:moveTo>
                <a:lnTo>
                  <a:pt x="2079" y="1218"/>
                </a:lnTo>
                <a:moveTo>
                  <a:pt x="2079" y="1224"/>
                </a:moveTo>
                <a:lnTo>
                  <a:pt x="2079" y="1218"/>
                </a:lnTo>
                <a:moveTo>
                  <a:pt x="2079" y="1218"/>
                </a:moveTo>
                <a:lnTo>
                  <a:pt x="2104" y="1214"/>
                </a:lnTo>
                <a:moveTo>
                  <a:pt x="2079" y="1218"/>
                </a:moveTo>
                <a:lnTo>
                  <a:pt x="2072" y="1220"/>
                </a:lnTo>
                <a:lnTo>
                  <a:pt x="2065" y="1223"/>
                </a:lnTo>
                <a:lnTo>
                  <a:pt x="2056" y="1229"/>
                </a:lnTo>
                <a:moveTo>
                  <a:pt x="2673" y="963"/>
                </a:moveTo>
                <a:lnTo>
                  <a:pt x="2674" y="968"/>
                </a:lnTo>
                <a:moveTo>
                  <a:pt x="2673" y="963"/>
                </a:moveTo>
                <a:lnTo>
                  <a:pt x="2682" y="968"/>
                </a:lnTo>
                <a:moveTo>
                  <a:pt x="2673" y="963"/>
                </a:moveTo>
                <a:lnTo>
                  <a:pt x="2670" y="961"/>
                </a:lnTo>
                <a:lnTo>
                  <a:pt x="2644" y="939"/>
                </a:lnTo>
                <a:lnTo>
                  <a:pt x="2637" y="934"/>
                </a:lnTo>
                <a:lnTo>
                  <a:pt x="2631" y="931"/>
                </a:lnTo>
                <a:lnTo>
                  <a:pt x="2625" y="930"/>
                </a:lnTo>
                <a:lnTo>
                  <a:pt x="2620" y="929"/>
                </a:lnTo>
                <a:lnTo>
                  <a:pt x="2614" y="929"/>
                </a:lnTo>
                <a:moveTo>
                  <a:pt x="2675" y="1061"/>
                </a:moveTo>
                <a:lnTo>
                  <a:pt x="2662" y="1068"/>
                </a:lnTo>
                <a:moveTo>
                  <a:pt x="2675" y="1061"/>
                </a:moveTo>
                <a:lnTo>
                  <a:pt x="2685" y="1052"/>
                </a:lnTo>
                <a:lnTo>
                  <a:pt x="2689" y="1047"/>
                </a:lnTo>
                <a:lnTo>
                  <a:pt x="2691" y="1043"/>
                </a:lnTo>
                <a:lnTo>
                  <a:pt x="2693" y="1040"/>
                </a:lnTo>
                <a:lnTo>
                  <a:pt x="2695" y="1031"/>
                </a:lnTo>
                <a:lnTo>
                  <a:pt x="2696" y="1022"/>
                </a:lnTo>
                <a:moveTo>
                  <a:pt x="2085" y="1447"/>
                </a:moveTo>
                <a:lnTo>
                  <a:pt x="2085" y="1443"/>
                </a:lnTo>
                <a:lnTo>
                  <a:pt x="2085" y="1421"/>
                </a:lnTo>
                <a:moveTo>
                  <a:pt x="2085" y="1421"/>
                </a:moveTo>
                <a:lnTo>
                  <a:pt x="2083" y="1335"/>
                </a:lnTo>
                <a:lnTo>
                  <a:pt x="2082" y="1314"/>
                </a:lnTo>
                <a:lnTo>
                  <a:pt x="2079" y="1224"/>
                </a:lnTo>
                <a:moveTo>
                  <a:pt x="2085" y="1421"/>
                </a:moveTo>
                <a:lnTo>
                  <a:pt x="2083" y="1422"/>
                </a:lnTo>
                <a:lnTo>
                  <a:pt x="2079" y="1428"/>
                </a:lnTo>
                <a:lnTo>
                  <a:pt x="2076" y="1430"/>
                </a:lnTo>
                <a:lnTo>
                  <a:pt x="2072" y="1431"/>
                </a:lnTo>
                <a:lnTo>
                  <a:pt x="2030" y="1455"/>
                </a:lnTo>
                <a:lnTo>
                  <a:pt x="2022" y="1460"/>
                </a:lnTo>
                <a:moveTo>
                  <a:pt x="2085" y="1421"/>
                </a:moveTo>
                <a:lnTo>
                  <a:pt x="2094" y="1419"/>
                </a:lnTo>
                <a:lnTo>
                  <a:pt x="2130" y="1398"/>
                </a:lnTo>
                <a:lnTo>
                  <a:pt x="2141" y="1392"/>
                </a:lnTo>
                <a:lnTo>
                  <a:pt x="2172" y="1373"/>
                </a:lnTo>
                <a:moveTo>
                  <a:pt x="2088" y="1579"/>
                </a:moveTo>
                <a:lnTo>
                  <a:pt x="2090" y="1586"/>
                </a:lnTo>
                <a:lnTo>
                  <a:pt x="2091" y="1593"/>
                </a:lnTo>
                <a:lnTo>
                  <a:pt x="2095" y="1598"/>
                </a:lnTo>
                <a:lnTo>
                  <a:pt x="2098" y="1602"/>
                </a:lnTo>
                <a:lnTo>
                  <a:pt x="2104" y="1605"/>
                </a:lnTo>
                <a:lnTo>
                  <a:pt x="2109" y="1607"/>
                </a:lnTo>
                <a:lnTo>
                  <a:pt x="2113" y="1609"/>
                </a:lnTo>
                <a:lnTo>
                  <a:pt x="2195" y="1605"/>
                </a:lnTo>
                <a:lnTo>
                  <a:pt x="2218" y="1604"/>
                </a:lnTo>
                <a:lnTo>
                  <a:pt x="2237" y="1602"/>
                </a:lnTo>
                <a:lnTo>
                  <a:pt x="2258" y="1602"/>
                </a:lnTo>
                <a:moveTo>
                  <a:pt x="2088" y="1579"/>
                </a:moveTo>
                <a:lnTo>
                  <a:pt x="2082" y="1571"/>
                </a:lnTo>
                <a:lnTo>
                  <a:pt x="2077" y="1567"/>
                </a:lnTo>
                <a:lnTo>
                  <a:pt x="2070" y="1565"/>
                </a:lnTo>
                <a:moveTo>
                  <a:pt x="2088" y="1579"/>
                </a:moveTo>
                <a:lnTo>
                  <a:pt x="2088" y="1563"/>
                </a:lnTo>
                <a:moveTo>
                  <a:pt x="2059" y="1569"/>
                </a:moveTo>
                <a:lnTo>
                  <a:pt x="2065" y="1566"/>
                </a:lnTo>
                <a:lnTo>
                  <a:pt x="2070" y="1565"/>
                </a:lnTo>
                <a:moveTo>
                  <a:pt x="2059" y="1569"/>
                </a:moveTo>
                <a:lnTo>
                  <a:pt x="2054" y="1574"/>
                </a:lnTo>
                <a:lnTo>
                  <a:pt x="2051" y="1580"/>
                </a:lnTo>
                <a:moveTo>
                  <a:pt x="2059" y="1569"/>
                </a:moveTo>
                <a:lnTo>
                  <a:pt x="2054" y="1561"/>
                </a:lnTo>
                <a:moveTo>
                  <a:pt x="2070" y="1565"/>
                </a:moveTo>
                <a:lnTo>
                  <a:pt x="2075" y="1561"/>
                </a:lnTo>
                <a:lnTo>
                  <a:pt x="2079" y="1555"/>
                </a:lnTo>
                <a:lnTo>
                  <a:pt x="2084" y="1546"/>
                </a:lnTo>
                <a:lnTo>
                  <a:pt x="2087" y="1538"/>
                </a:lnTo>
                <a:moveTo>
                  <a:pt x="2086" y="1488"/>
                </a:moveTo>
                <a:lnTo>
                  <a:pt x="2087" y="1538"/>
                </a:lnTo>
                <a:moveTo>
                  <a:pt x="2087" y="1538"/>
                </a:moveTo>
                <a:lnTo>
                  <a:pt x="2088" y="1563"/>
                </a:lnTo>
                <a:moveTo>
                  <a:pt x="2022" y="1460"/>
                </a:moveTo>
                <a:lnTo>
                  <a:pt x="2048" y="1553"/>
                </a:lnTo>
                <a:lnTo>
                  <a:pt x="2054" y="1561"/>
                </a:lnTo>
                <a:moveTo>
                  <a:pt x="2022" y="1460"/>
                </a:moveTo>
                <a:lnTo>
                  <a:pt x="2017" y="1462"/>
                </a:lnTo>
                <a:lnTo>
                  <a:pt x="1986" y="1479"/>
                </a:lnTo>
                <a:lnTo>
                  <a:pt x="1978" y="1482"/>
                </a:lnTo>
                <a:moveTo>
                  <a:pt x="2022" y="1460"/>
                </a:moveTo>
                <a:lnTo>
                  <a:pt x="2001" y="1389"/>
                </a:lnTo>
                <a:lnTo>
                  <a:pt x="1992" y="1357"/>
                </a:lnTo>
                <a:moveTo>
                  <a:pt x="1963" y="1282"/>
                </a:moveTo>
                <a:lnTo>
                  <a:pt x="1983" y="1274"/>
                </a:lnTo>
                <a:moveTo>
                  <a:pt x="1963" y="1282"/>
                </a:moveTo>
                <a:lnTo>
                  <a:pt x="1966" y="1286"/>
                </a:lnTo>
                <a:moveTo>
                  <a:pt x="2104" y="1214"/>
                </a:moveTo>
                <a:lnTo>
                  <a:pt x="2138" y="1197"/>
                </a:lnTo>
                <a:moveTo>
                  <a:pt x="1684" y="1336"/>
                </a:moveTo>
                <a:lnTo>
                  <a:pt x="1684" y="1346"/>
                </a:lnTo>
                <a:lnTo>
                  <a:pt x="1683" y="1349"/>
                </a:lnTo>
                <a:lnTo>
                  <a:pt x="1682" y="1371"/>
                </a:lnTo>
                <a:moveTo>
                  <a:pt x="1682" y="1371"/>
                </a:moveTo>
                <a:lnTo>
                  <a:pt x="1686" y="1366"/>
                </a:lnTo>
                <a:lnTo>
                  <a:pt x="1692" y="1364"/>
                </a:lnTo>
                <a:lnTo>
                  <a:pt x="1695" y="1364"/>
                </a:lnTo>
                <a:lnTo>
                  <a:pt x="1723" y="1357"/>
                </a:lnTo>
                <a:moveTo>
                  <a:pt x="1682" y="1371"/>
                </a:moveTo>
                <a:lnTo>
                  <a:pt x="1680" y="1400"/>
                </a:lnTo>
                <a:lnTo>
                  <a:pt x="1679" y="1411"/>
                </a:lnTo>
                <a:moveTo>
                  <a:pt x="2129" y="2712"/>
                </a:moveTo>
                <a:lnTo>
                  <a:pt x="2122" y="2713"/>
                </a:lnTo>
                <a:moveTo>
                  <a:pt x="2129" y="2712"/>
                </a:moveTo>
                <a:lnTo>
                  <a:pt x="2129" y="2705"/>
                </a:lnTo>
                <a:lnTo>
                  <a:pt x="2128" y="2701"/>
                </a:lnTo>
                <a:moveTo>
                  <a:pt x="2129" y="2712"/>
                </a:moveTo>
                <a:lnTo>
                  <a:pt x="2129" y="2716"/>
                </a:lnTo>
                <a:lnTo>
                  <a:pt x="2130" y="2730"/>
                </a:lnTo>
                <a:moveTo>
                  <a:pt x="2129" y="2712"/>
                </a:moveTo>
                <a:lnTo>
                  <a:pt x="2134" y="2712"/>
                </a:lnTo>
                <a:moveTo>
                  <a:pt x="2128" y="2701"/>
                </a:moveTo>
                <a:lnTo>
                  <a:pt x="2133" y="2701"/>
                </a:lnTo>
                <a:moveTo>
                  <a:pt x="2128" y="2701"/>
                </a:moveTo>
                <a:lnTo>
                  <a:pt x="2128" y="2690"/>
                </a:lnTo>
                <a:moveTo>
                  <a:pt x="2128" y="2701"/>
                </a:moveTo>
                <a:lnTo>
                  <a:pt x="2107" y="2702"/>
                </a:lnTo>
                <a:moveTo>
                  <a:pt x="2120" y="2429"/>
                </a:moveTo>
                <a:lnTo>
                  <a:pt x="2120" y="2423"/>
                </a:lnTo>
                <a:moveTo>
                  <a:pt x="2120" y="2429"/>
                </a:moveTo>
                <a:lnTo>
                  <a:pt x="2120" y="2433"/>
                </a:lnTo>
                <a:moveTo>
                  <a:pt x="2116" y="2345"/>
                </a:moveTo>
                <a:lnTo>
                  <a:pt x="2115" y="2322"/>
                </a:lnTo>
                <a:lnTo>
                  <a:pt x="2115" y="2315"/>
                </a:lnTo>
                <a:moveTo>
                  <a:pt x="2116" y="2345"/>
                </a:moveTo>
                <a:lnTo>
                  <a:pt x="2116" y="2349"/>
                </a:lnTo>
                <a:moveTo>
                  <a:pt x="2109" y="2199"/>
                </a:moveTo>
                <a:lnTo>
                  <a:pt x="2109" y="2195"/>
                </a:lnTo>
                <a:moveTo>
                  <a:pt x="2109" y="2199"/>
                </a:moveTo>
                <a:lnTo>
                  <a:pt x="2110" y="2211"/>
                </a:lnTo>
                <a:moveTo>
                  <a:pt x="2101" y="1937"/>
                </a:moveTo>
                <a:lnTo>
                  <a:pt x="2101" y="1911"/>
                </a:lnTo>
                <a:moveTo>
                  <a:pt x="2101" y="1937"/>
                </a:moveTo>
                <a:lnTo>
                  <a:pt x="2100" y="1971"/>
                </a:lnTo>
                <a:moveTo>
                  <a:pt x="2096" y="1785"/>
                </a:moveTo>
                <a:lnTo>
                  <a:pt x="2096" y="1781"/>
                </a:lnTo>
                <a:moveTo>
                  <a:pt x="2096" y="1785"/>
                </a:moveTo>
                <a:lnTo>
                  <a:pt x="2097" y="1797"/>
                </a:lnTo>
                <a:moveTo>
                  <a:pt x="2092" y="1676"/>
                </a:moveTo>
                <a:lnTo>
                  <a:pt x="2091" y="1670"/>
                </a:lnTo>
                <a:lnTo>
                  <a:pt x="2090" y="1659"/>
                </a:lnTo>
                <a:lnTo>
                  <a:pt x="2089" y="1654"/>
                </a:lnTo>
                <a:lnTo>
                  <a:pt x="2088" y="1640"/>
                </a:lnTo>
                <a:lnTo>
                  <a:pt x="2088" y="1636"/>
                </a:lnTo>
                <a:moveTo>
                  <a:pt x="2092" y="1676"/>
                </a:moveTo>
                <a:lnTo>
                  <a:pt x="2093" y="1696"/>
                </a:lnTo>
                <a:moveTo>
                  <a:pt x="1890" y="1818"/>
                </a:moveTo>
                <a:lnTo>
                  <a:pt x="1891" y="1826"/>
                </a:lnTo>
                <a:lnTo>
                  <a:pt x="1896" y="1851"/>
                </a:lnTo>
                <a:moveTo>
                  <a:pt x="1890" y="1818"/>
                </a:moveTo>
                <a:lnTo>
                  <a:pt x="1889" y="1811"/>
                </a:lnTo>
                <a:lnTo>
                  <a:pt x="1884" y="1785"/>
                </a:lnTo>
                <a:lnTo>
                  <a:pt x="1878" y="1758"/>
                </a:lnTo>
                <a:moveTo>
                  <a:pt x="1896" y="1859"/>
                </a:moveTo>
                <a:lnTo>
                  <a:pt x="1900" y="1902"/>
                </a:lnTo>
                <a:moveTo>
                  <a:pt x="1896" y="1859"/>
                </a:moveTo>
                <a:lnTo>
                  <a:pt x="1896" y="1851"/>
                </a:lnTo>
                <a:moveTo>
                  <a:pt x="1901" y="1933"/>
                </a:moveTo>
                <a:lnTo>
                  <a:pt x="1901" y="1923"/>
                </a:lnTo>
                <a:moveTo>
                  <a:pt x="1898" y="1947"/>
                </a:moveTo>
                <a:lnTo>
                  <a:pt x="1898" y="1953"/>
                </a:lnTo>
                <a:lnTo>
                  <a:pt x="1898" y="1959"/>
                </a:lnTo>
                <a:moveTo>
                  <a:pt x="1893" y="2007"/>
                </a:moveTo>
                <a:lnTo>
                  <a:pt x="1886" y="2074"/>
                </a:lnTo>
                <a:lnTo>
                  <a:pt x="1884" y="2092"/>
                </a:lnTo>
                <a:lnTo>
                  <a:pt x="1882" y="2099"/>
                </a:lnTo>
                <a:lnTo>
                  <a:pt x="1881" y="2105"/>
                </a:lnTo>
                <a:lnTo>
                  <a:pt x="1873" y="2118"/>
                </a:lnTo>
                <a:moveTo>
                  <a:pt x="1893" y="2007"/>
                </a:moveTo>
                <a:lnTo>
                  <a:pt x="1898" y="1959"/>
                </a:lnTo>
                <a:moveTo>
                  <a:pt x="1768" y="2191"/>
                </a:moveTo>
                <a:lnTo>
                  <a:pt x="1777" y="2206"/>
                </a:lnTo>
                <a:moveTo>
                  <a:pt x="1765" y="2193"/>
                </a:moveTo>
                <a:lnTo>
                  <a:pt x="1768" y="2191"/>
                </a:lnTo>
                <a:moveTo>
                  <a:pt x="1768" y="2191"/>
                </a:moveTo>
                <a:lnTo>
                  <a:pt x="1795" y="2179"/>
                </a:lnTo>
                <a:moveTo>
                  <a:pt x="1782" y="2215"/>
                </a:moveTo>
                <a:lnTo>
                  <a:pt x="1782" y="2217"/>
                </a:lnTo>
                <a:lnTo>
                  <a:pt x="1787" y="2228"/>
                </a:lnTo>
                <a:moveTo>
                  <a:pt x="1782" y="2215"/>
                </a:moveTo>
                <a:lnTo>
                  <a:pt x="1781" y="2214"/>
                </a:lnTo>
                <a:lnTo>
                  <a:pt x="1777" y="2207"/>
                </a:lnTo>
                <a:lnTo>
                  <a:pt x="1777" y="2206"/>
                </a:lnTo>
                <a:moveTo>
                  <a:pt x="1862" y="2259"/>
                </a:moveTo>
                <a:lnTo>
                  <a:pt x="1894" y="2252"/>
                </a:lnTo>
                <a:lnTo>
                  <a:pt x="1938" y="2242"/>
                </a:lnTo>
                <a:moveTo>
                  <a:pt x="1862" y="2259"/>
                </a:moveTo>
                <a:lnTo>
                  <a:pt x="1833" y="2266"/>
                </a:lnTo>
                <a:lnTo>
                  <a:pt x="1831" y="2267"/>
                </a:lnTo>
                <a:moveTo>
                  <a:pt x="1873" y="2118"/>
                </a:moveTo>
                <a:lnTo>
                  <a:pt x="1851" y="2142"/>
                </a:lnTo>
                <a:lnTo>
                  <a:pt x="1838" y="2156"/>
                </a:lnTo>
                <a:moveTo>
                  <a:pt x="1916" y="2735"/>
                </a:moveTo>
                <a:lnTo>
                  <a:pt x="1907" y="2724"/>
                </a:lnTo>
                <a:moveTo>
                  <a:pt x="1916" y="2735"/>
                </a:moveTo>
                <a:lnTo>
                  <a:pt x="1923" y="2729"/>
                </a:lnTo>
                <a:lnTo>
                  <a:pt x="1928" y="2729"/>
                </a:lnTo>
                <a:moveTo>
                  <a:pt x="1916" y="2735"/>
                </a:moveTo>
                <a:lnTo>
                  <a:pt x="1915" y="2739"/>
                </a:lnTo>
                <a:moveTo>
                  <a:pt x="1907" y="2724"/>
                </a:moveTo>
                <a:lnTo>
                  <a:pt x="1778" y="2729"/>
                </a:lnTo>
                <a:moveTo>
                  <a:pt x="1907" y="2724"/>
                </a:moveTo>
                <a:lnTo>
                  <a:pt x="1928" y="2723"/>
                </a:lnTo>
                <a:moveTo>
                  <a:pt x="1770" y="2718"/>
                </a:moveTo>
                <a:lnTo>
                  <a:pt x="1777" y="2718"/>
                </a:lnTo>
                <a:moveTo>
                  <a:pt x="1770" y="2718"/>
                </a:moveTo>
                <a:lnTo>
                  <a:pt x="1675" y="2723"/>
                </a:lnTo>
                <a:moveTo>
                  <a:pt x="1896" y="2711"/>
                </a:moveTo>
                <a:lnTo>
                  <a:pt x="1929" y="2710"/>
                </a:lnTo>
                <a:lnTo>
                  <a:pt x="1945" y="2709"/>
                </a:lnTo>
                <a:moveTo>
                  <a:pt x="1896" y="2711"/>
                </a:moveTo>
                <a:lnTo>
                  <a:pt x="1777" y="2718"/>
                </a:lnTo>
                <a:moveTo>
                  <a:pt x="1945" y="2709"/>
                </a:moveTo>
                <a:lnTo>
                  <a:pt x="2018" y="2706"/>
                </a:lnTo>
                <a:moveTo>
                  <a:pt x="2019" y="2718"/>
                </a:moveTo>
                <a:lnTo>
                  <a:pt x="2002" y="2720"/>
                </a:lnTo>
                <a:moveTo>
                  <a:pt x="2019" y="2718"/>
                </a:moveTo>
                <a:lnTo>
                  <a:pt x="2122" y="2713"/>
                </a:lnTo>
                <a:moveTo>
                  <a:pt x="1951" y="2722"/>
                </a:moveTo>
                <a:lnTo>
                  <a:pt x="1928" y="2723"/>
                </a:lnTo>
                <a:moveTo>
                  <a:pt x="1951" y="2722"/>
                </a:moveTo>
                <a:lnTo>
                  <a:pt x="1947" y="2728"/>
                </a:lnTo>
                <a:lnTo>
                  <a:pt x="1946" y="2741"/>
                </a:lnTo>
                <a:moveTo>
                  <a:pt x="1951" y="2722"/>
                </a:moveTo>
                <a:lnTo>
                  <a:pt x="1970" y="2721"/>
                </a:lnTo>
                <a:lnTo>
                  <a:pt x="1978" y="2720"/>
                </a:lnTo>
                <a:lnTo>
                  <a:pt x="2002" y="2720"/>
                </a:lnTo>
                <a:moveTo>
                  <a:pt x="570" y="2637"/>
                </a:moveTo>
                <a:lnTo>
                  <a:pt x="545" y="2624"/>
                </a:lnTo>
                <a:moveTo>
                  <a:pt x="570" y="2637"/>
                </a:moveTo>
                <a:lnTo>
                  <a:pt x="566" y="2631"/>
                </a:lnTo>
                <a:lnTo>
                  <a:pt x="562" y="2627"/>
                </a:lnTo>
                <a:lnTo>
                  <a:pt x="559" y="2621"/>
                </a:lnTo>
                <a:lnTo>
                  <a:pt x="558" y="2615"/>
                </a:lnTo>
                <a:lnTo>
                  <a:pt x="558" y="2608"/>
                </a:lnTo>
                <a:lnTo>
                  <a:pt x="559" y="2602"/>
                </a:lnTo>
                <a:lnTo>
                  <a:pt x="561" y="2598"/>
                </a:lnTo>
                <a:lnTo>
                  <a:pt x="561" y="2596"/>
                </a:lnTo>
                <a:lnTo>
                  <a:pt x="565" y="2591"/>
                </a:lnTo>
                <a:lnTo>
                  <a:pt x="569" y="2586"/>
                </a:lnTo>
                <a:moveTo>
                  <a:pt x="570" y="2637"/>
                </a:moveTo>
                <a:lnTo>
                  <a:pt x="576" y="2640"/>
                </a:lnTo>
                <a:lnTo>
                  <a:pt x="582" y="2643"/>
                </a:lnTo>
                <a:lnTo>
                  <a:pt x="588" y="2644"/>
                </a:lnTo>
                <a:lnTo>
                  <a:pt x="590" y="2644"/>
                </a:lnTo>
                <a:lnTo>
                  <a:pt x="595" y="2645"/>
                </a:lnTo>
                <a:lnTo>
                  <a:pt x="601" y="2643"/>
                </a:lnTo>
                <a:lnTo>
                  <a:pt x="607" y="2640"/>
                </a:lnTo>
                <a:lnTo>
                  <a:pt x="613" y="2637"/>
                </a:lnTo>
                <a:lnTo>
                  <a:pt x="618" y="2632"/>
                </a:lnTo>
                <a:lnTo>
                  <a:pt x="622" y="2625"/>
                </a:lnTo>
                <a:moveTo>
                  <a:pt x="570" y="2637"/>
                </a:moveTo>
                <a:lnTo>
                  <a:pt x="579" y="2645"/>
                </a:lnTo>
                <a:lnTo>
                  <a:pt x="588" y="2654"/>
                </a:lnTo>
                <a:moveTo>
                  <a:pt x="33" y="2399"/>
                </a:moveTo>
                <a:lnTo>
                  <a:pt x="29" y="2399"/>
                </a:lnTo>
                <a:lnTo>
                  <a:pt x="26" y="2399"/>
                </a:lnTo>
                <a:lnTo>
                  <a:pt x="19" y="2401"/>
                </a:lnTo>
                <a:lnTo>
                  <a:pt x="11" y="2409"/>
                </a:lnTo>
                <a:lnTo>
                  <a:pt x="4" y="2414"/>
                </a:lnTo>
                <a:lnTo>
                  <a:pt x="0" y="2415"/>
                </a:lnTo>
                <a:moveTo>
                  <a:pt x="33" y="2399"/>
                </a:moveTo>
                <a:lnTo>
                  <a:pt x="26" y="2410"/>
                </a:lnTo>
                <a:lnTo>
                  <a:pt x="24" y="2413"/>
                </a:lnTo>
                <a:lnTo>
                  <a:pt x="24" y="2417"/>
                </a:lnTo>
                <a:lnTo>
                  <a:pt x="24" y="2419"/>
                </a:lnTo>
                <a:lnTo>
                  <a:pt x="24" y="2422"/>
                </a:lnTo>
                <a:lnTo>
                  <a:pt x="27" y="2428"/>
                </a:lnTo>
                <a:lnTo>
                  <a:pt x="32" y="2436"/>
                </a:lnTo>
                <a:lnTo>
                  <a:pt x="33" y="2444"/>
                </a:lnTo>
                <a:lnTo>
                  <a:pt x="38" y="2510"/>
                </a:lnTo>
                <a:moveTo>
                  <a:pt x="33" y="2399"/>
                </a:moveTo>
                <a:lnTo>
                  <a:pt x="86" y="2412"/>
                </a:lnTo>
                <a:lnTo>
                  <a:pt x="86" y="2412"/>
                </a:lnTo>
                <a:moveTo>
                  <a:pt x="7" y="2419"/>
                </a:moveTo>
                <a:lnTo>
                  <a:pt x="15" y="2422"/>
                </a:lnTo>
                <a:lnTo>
                  <a:pt x="21" y="2427"/>
                </a:lnTo>
                <a:lnTo>
                  <a:pt x="24" y="2434"/>
                </a:lnTo>
                <a:lnTo>
                  <a:pt x="24" y="2448"/>
                </a:lnTo>
                <a:lnTo>
                  <a:pt x="24" y="2449"/>
                </a:lnTo>
                <a:lnTo>
                  <a:pt x="25" y="2471"/>
                </a:lnTo>
                <a:moveTo>
                  <a:pt x="1766" y="1523"/>
                </a:moveTo>
                <a:lnTo>
                  <a:pt x="1688" y="1535"/>
                </a:lnTo>
                <a:moveTo>
                  <a:pt x="1766" y="1523"/>
                </a:moveTo>
                <a:lnTo>
                  <a:pt x="1775" y="1520"/>
                </a:lnTo>
                <a:lnTo>
                  <a:pt x="1821" y="1514"/>
                </a:lnTo>
                <a:moveTo>
                  <a:pt x="1830" y="1513"/>
                </a:moveTo>
                <a:lnTo>
                  <a:pt x="1821" y="1514"/>
                </a:lnTo>
                <a:moveTo>
                  <a:pt x="1830" y="1513"/>
                </a:moveTo>
                <a:lnTo>
                  <a:pt x="1846" y="1513"/>
                </a:lnTo>
                <a:lnTo>
                  <a:pt x="1852" y="1512"/>
                </a:lnTo>
                <a:lnTo>
                  <a:pt x="1861" y="1510"/>
                </a:lnTo>
                <a:lnTo>
                  <a:pt x="1882" y="1508"/>
                </a:lnTo>
                <a:lnTo>
                  <a:pt x="1892" y="1506"/>
                </a:lnTo>
                <a:lnTo>
                  <a:pt x="1903" y="1508"/>
                </a:lnTo>
                <a:moveTo>
                  <a:pt x="1679" y="1519"/>
                </a:moveTo>
                <a:lnTo>
                  <a:pt x="1677" y="1495"/>
                </a:lnTo>
                <a:moveTo>
                  <a:pt x="1679" y="1519"/>
                </a:moveTo>
                <a:lnTo>
                  <a:pt x="1675" y="1521"/>
                </a:lnTo>
                <a:lnTo>
                  <a:pt x="1659" y="1532"/>
                </a:lnTo>
                <a:lnTo>
                  <a:pt x="1648" y="1543"/>
                </a:lnTo>
                <a:moveTo>
                  <a:pt x="1679" y="1519"/>
                </a:moveTo>
                <a:lnTo>
                  <a:pt x="1688" y="1535"/>
                </a:lnTo>
                <a:moveTo>
                  <a:pt x="1731" y="2209"/>
                </a:moveTo>
                <a:lnTo>
                  <a:pt x="1709" y="2219"/>
                </a:lnTo>
                <a:moveTo>
                  <a:pt x="575" y="2582"/>
                </a:moveTo>
                <a:lnTo>
                  <a:pt x="579" y="2579"/>
                </a:lnTo>
                <a:lnTo>
                  <a:pt x="584" y="2578"/>
                </a:lnTo>
                <a:lnTo>
                  <a:pt x="593" y="2577"/>
                </a:lnTo>
                <a:lnTo>
                  <a:pt x="601" y="2578"/>
                </a:lnTo>
                <a:lnTo>
                  <a:pt x="609" y="2582"/>
                </a:lnTo>
                <a:lnTo>
                  <a:pt x="616" y="2587"/>
                </a:lnTo>
                <a:lnTo>
                  <a:pt x="619" y="2591"/>
                </a:lnTo>
                <a:lnTo>
                  <a:pt x="623" y="2596"/>
                </a:lnTo>
                <a:lnTo>
                  <a:pt x="625" y="2604"/>
                </a:lnTo>
                <a:moveTo>
                  <a:pt x="575" y="2582"/>
                </a:moveTo>
                <a:lnTo>
                  <a:pt x="582" y="2572"/>
                </a:lnTo>
                <a:lnTo>
                  <a:pt x="588" y="2564"/>
                </a:lnTo>
                <a:lnTo>
                  <a:pt x="600" y="2539"/>
                </a:lnTo>
                <a:moveTo>
                  <a:pt x="575" y="2582"/>
                </a:moveTo>
                <a:lnTo>
                  <a:pt x="573" y="2583"/>
                </a:lnTo>
                <a:lnTo>
                  <a:pt x="569" y="2586"/>
                </a:lnTo>
                <a:moveTo>
                  <a:pt x="622" y="2625"/>
                </a:moveTo>
                <a:lnTo>
                  <a:pt x="630" y="2643"/>
                </a:lnTo>
                <a:moveTo>
                  <a:pt x="622" y="2625"/>
                </a:moveTo>
                <a:lnTo>
                  <a:pt x="621" y="2638"/>
                </a:lnTo>
                <a:lnTo>
                  <a:pt x="618" y="2645"/>
                </a:lnTo>
                <a:lnTo>
                  <a:pt x="616" y="2650"/>
                </a:lnTo>
                <a:lnTo>
                  <a:pt x="616" y="2650"/>
                </a:lnTo>
                <a:lnTo>
                  <a:pt x="615" y="2651"/>
                </a:lnTo>
                <a:lnTo>
                  <a:pt x="610" y="2659"/>
                </a:lnTo>
                <a:moveTo>
                  <a:pt x="622" y="2625"/>
                </a:moveTo>
                <a:lnTo>
                  <a:pt x="624" y="2620"/>
                </a:lnTo>
                <a:lnTo>
                  <a:pt x="625" y="2614"/>
                </a:lnTo>
                <a:lnTo>
                  <a:pt x="625" y="2609"/>
                </a:lnTo>
                <a:lnTo>
                  <a:pt x="625" y="2604"/>
                </a:lnTo>
                <a:moveTo>
                  <a:pt x="2255" y="1433"/>
                </a:moveTo>
                <a:lnTo>
                  <a:pt x="2233" y="1387"/>
                </a:lnTo>
                <a:lnTo>
                  <a:pt x="2213" y="1345"/>
                </a:lnTo>
                <a:moveTo>
                  <a:pt x="2213" y="1345"/>
                </a:moveTo>
                <a:lnTo>
                  <a:pt x="2200" y="1354"/>
                </a:lnTo>
                <a:lnTo>
                  <a:pt x="2182" y="1366"/>
                </a:lnTo>
                <a:moveTo>
                  <a:pt x="2213" y="1345"/>
                </a:moveTo>
                <a:lnTo>
                  <a:pt x="2216" y="1342"/>
                </a:lnTo>
                <a:moveTo>
                  <a:pt x="2293" y="1601"/>
                </a:moveTo>
                <a:lnTo>
                  <a:pt x="2292" y="1623"/>
                </a:lnTo>
                <a:moveTo>
                  <a:pt x="2290" y="1542"/>
                </a:moveTo>
                <a:lnTo>
                  <a:pt x="2290" y="1553"/>
                </a:lnTo>
                <a:lnTo>
                  <a:pt x="2290" y="1556"/>
                </a:lnTo>
                <a:lnTo>
                  <a:pt x="2293" y="1601"/>
                </a:lnTo>
                <a:moveTo>
                  <a:pt x="2426" y="1607"/>
                </a:moveTo>
                <a:lnTo>
                  <a:pt x="2381" y="1602"/>
                </a:lnTo>
                <a:lnTo>
                  <a:pt x="2293" y="1601"/>
                </a:lnTo>
                <a:moveTo>
                  <a:pt x="2293" y="1601"/>
                </a:moveTo>
                <a:lnTo>
                  <a:pt x="2258" y="1602"/>
                </a:lnTo>
                <a:moveTo>
                  <a:pt x="2366" y="2426"/>
                </a:moveTo>
                <a:lnTo>
                  <a:pt x="2365" y="2440"/>
                </a:lnTo>
                <a:moveTo>
                  <a:pt x="2366" y="2426"/>
                </a:moveTo>
                <a:lnTo>
                  <a:pt x="2368" y="2390"/>
                </a:lnTo>
                <a:lnTo>
                  <a:pt x="2369" y="2373"/>
                </a:lnTo>
                <a:lnTo>
                  <a:pt x="2370" y="2359"/>
                </a:lnTo>
                <a:lnTo>
                  <a:pt x="2374" y="2308"/>
                </a:lnTo>
                <a:moveTo>
                  <a:pt x="2359" y="2545"/>
                </a:moveTo>
                <a:lnTo>
                  <a:pt x="2358" y="2564"/>
                </a:lnTo>
                <a:lnTo>
                  <a:pt x="2357" y="2577"/>
                </a:lnTo>
                <a:lnTo>
                  <a:pt x="2355" y="2614"/>
                </a:lnTo>
                <a:moveTo>
                  <a:pt x="2359" y="2545"/>
                </a:moveTo>
                <a:lnTo>
                  <a:pt x="2361" y="2507"/>
                </a:lnTo>
                <a:lnTo>
                  <a:pt x="2362" y="2502"/>
                </a:lnTo>
                <a:lnTo>
                  <a:pt x="2362" y="2490"/>
                </a:lnTo>
                <a:lnTo>
                  <a:pt x="2362" y="2488"/>
                </a:lnTo>
                <a:lnTo>
                  <a:pt x="2363" y="2462"/>
                </a:lnTo>
                <a:lnTo>
                  <a:pt x="2365" y="2440"/>
                </a:lnTo>
                <a:moveTo>
                  <a:pt x="2349" y="2696"/>
                </a:moveTo>
                <a:lnTo>
                  <a:pt x="2285" y="2702"/>
                </a:lnTo>
                <a:lnTo>
                  <a:pt x="2256" y="2704"/>
                </a:lnTo>
                <a:moveTo>
                  <a:pt x="2349" y="2696"/>
                </a:moveTo>
                <a:lnTo>
                  <a:pt x="2343" y="2758"/>
                </a:lnTo>
                <a:moveTo>
                  <a:pt x="2349" y="2696"/>
                </a:moveTo>
                <a:lnTo>
                  <a:pt x="2351" y="2687"/>
                </a:lnTo>
                <a:moveTo>
                  <a:pt x="2349" y="2696"/>
                </a:moveTo>
                <a:lnTo>
                  <a:pt x="2407" y="2701"/>
                </a:lnTo>
                <a:moveTo>
                  <a:pt x="2260" y="2695"/>
                </a:moveTo>
                <a:lnTo>
                  <a:pt x="2351" y="2687"/>
                </a:lnTo>
                <a:moveTo>
                  <a:pt x="2260" y="2695"/>
                </a:moveTo>
                <a:lnTo>
                  <a:pt x="2207" y="2699"/>
                </a:lnTo>
                <a:lnTo>
                  <a:pt x="2172" y="2700"/>
                </a:lnTo>
                <a:lnTo>
                  <a:pt x="2133" y="2701"/>
                </a:lnTo>
                <a:moveTo>
                  <a:pt x="2351" y="2687"/>
                </a:moveTo>
                <a:lnTo>
                  <a:pt x="2362" y="2687"/>
                </a:lnTo>
                <a:lnTo>
                  <a:pt x="2412" y="2691"/>
                </a:lnTo>
                <a:moveTo>
                  <a:pt x="2351" y="2687"/>
                </a:moveTo>
                <a:lnTo>
                  <a:pt x="2352" y="2666"/>
                </a:lnTo>
                <a:lnTo>
                  <a:pt x="2353" y="2658"/>
                </a:lnTo>
                <a:moveTo>
                  <a:pt x="1443" y="2523"/>
                </a:moveTo>
                <a:lnTo>
                  <a:pt x="1436" y="2490"/>
                </a:lnTo>
                <a:moveTo>
                  <a:pt x="1443" y="2523"/>
                </a:moveTo>
                <a:lnTo>
                  <a:pt x="1452" y="2562"/>
                </a:lnTo>
                <a:moveTo>
                  <a:pt x="1452" y="2562"/>
                </a:moveTo>
                <a:lnTo>
                  <a:pt x="1457" y="2591"/>
                </a:lnTo>
                <a:lnTo>
                  <a:pt x="1464" y="2629"/>
                </a:lnTo>
                <a:moveTo>
                  <a:pt x="1151" y="2528"/>
                </a:moveTo>
                <a:lnTo>
                  <a:pt x="1154" y="2605"/>
                </a:lnTo>
                <a:lnTo>
                  <a:pt x="1155" y="2629"/>
                </a:lnTo>
                <a:moveTo>
                  <a:pt x="1151" y="2528"/>
                </a:moveTo>
                <a:lnTo>
                  <a:pt x="1150" y="2500"/>
                </a:lnTo>
                <a:moveTo>
                  <a:pt x="1156" y="2713"/>
                </a:moveTo>
                <a:lnTo>
                  <a:pt x="1218" y="2716"/>
                </a:lnTo>
                <a:moveTo>
                  <a:pt x="1156" y="2713"/>
                </a:moveTo>
                <a:lnTo>
                  <a:pt x="1156" y="2713"/>
                </a:lnTo>
                <a:lnTo>
                  <a:pt x="1156" y="2722"/>
                </a:lnTo>
                <a:lnTo>
                  <a:pt x="1156" y="2723"/>
                </a:lnTo>
                <a:moveTo>
                  <a:pt x="1156" y="2713"/>
                </a:moveTo>
                <a:lnTo>
                  <a:pt x="1156" y="2684"/>
                </a:lnTo>
                <a:lnTo>
                  <a:pt x="1156" y="2649"/>
                </a:lnTo>
                <a:moveTo>
                  <a:pt x="1156" y="2713"/>
                </a:moveTo>
                <a:lnTo>
                  <a:pt x="1096" y="2706"/>
                </a:lnTo>
                <a:moveTo>
                  <a:pt x="1156" y="2723"/>
                </a:moveTo>
                <a:lnTo>
                  <a:pt x="1097" y="2717"/>
                </a:lnTo>
                <a:lnTo>
                  <a:pt x="1071" y="2714"/>
                </a:lnTo>
                <a:lnTo>
                  <a:pt x="1043" y="2709"/>
                </a:lnTo>
                <a:lnTo>
                  <a:pt x="989" y="2693"/>
                </a:lnTo>
                <a:lnTo>
                  <a:pt x="980" y="2690"/>
                </a:lnTo>
                <a:lnTo>
                  <a:pt x="916" y="2672"/>
                </a:lnTo>
                <a:moveTo>
                  <a:pt x="1156" y="2723"/>
                </a:moveTo>
                <a:lnTo>
                  <a:pt x="1157" y="2750"/>
                </a:lnTo>
                <a:lnTo>
                  <a:pt x="1158" y="2760"/>
                </a:lnTo>
                <a:moveTo>
                  <a:pt x="1156" y="2723"/>
                </a:moveTo>
                <a:lnTo>
                  <a:pt x="1157" y="2723"/>
                </a:lnTo>
                <a:lnTo>
                  <a:pt x="1241" y="2730"/>
                </a:lnTo>
                <a:lnTo>
                  <a:pt x="1290" y="2734"/>
                </a:lnTo>
                <a:moveTo>
                  <a:pt x="2575" y="318"/>
                </a:moveTo>
                <a:lnTo>
                  <a:pt x="2530" y="336"/>
                </a:lnTo>
                <a:moveTo>
                  <a:pt x="2575" y="318"/>
                </a:moveTo>
                <a:lnTo>
                  <a:pt x="2570" y="323"/>
                </a:lnTo>
                <a:lnTo>
                  <a:pt x="2570" y="326"/>
                </a:lnTo>
                <a:lnTo>
                  <a:pt x="2572" y="330"/>
                </a:lnTo>
                <a:moveTo>
                  <a:pt x="2575" y="318"/>
                </a:moveTo>
                <a:lnTo>
                  <a:pt x="2663" y="281"/>
                </a:lnTo>
                <a:lnTo>
                  <a:pt x="2891" y="192"/>
                </a:lnTo>
                <a:lnTo>
                  <a:pt x="2924" y="183"/>
                </a:lnTo>
                <a:lnTo>
                  <a:pt x="2934" y="181"/>
                </a:lnTo>
                <a:lnTo>
                  <a:pt x="2959" y="179"/>
                </a:lnTo>
                <a:lnTo>
                  <a:pt x="2970" y="178"/>
                </a:lnTo>
                <a:lnTo>
                  <a:pt x="2991" y="180"/>
                </a:lnTo>
                <a:lnTo>
                  <a:pt x="2999" y="181"/>
                </a:lnTo>
                <a:lnTo>
                  <a:pt x="3014" y="183"/>
                </a:lnTo>
                <a:lnTo>
                  <a:pt x="3030" y="185"/>
                </a:lnTo>
                <a:lnTo>
                  <a:pt x="3041" y="189"/>
                </a:lnTo>
                <a:lnTo>
                  <a:pt x="3056" y="194"/>
                </a:lnTo>
                <a:lnTo>
                  <a:pt x="3099" y="216"/>
                </a:lnTo>
                <a:lnTo>
                  <a:pt x="3165" y="253"/>
                </a:lnTo>
                <a:lnTo>
                  <a:pt x="3184" y="261"/>
                </a:lnTo>
                <a:lnTo>
                  <a:pt x="3222" y="280"/>
                </a:lnTo>
                <a:lnTo>
                  <a:pt x="3315" y="328"/>
                </a:lnTo>
                <a:lnTo>
                  <a:pt x="3345" y="345"/>
                </a:lnTo>
                <a:moveTo>
                  <a:pt x="2319" y="442"/>
                </a:moveTo>
                <a:lnTo>
                  <a:pt x="2190" y="488"/>
                </a:lnTo>
                <a:lnTo>
                  <a:pt x="1817" y="621"/>
                </a:lnTo>
                <a:moveTo>
                  <a:pt x="2319" y="442"/>
                </a:moveTo>
                <a:lnTo>
                  <a:pt x="2289" y="457"/>
                </a:lnTo>
                <a:lnTo>
                  <a:pt x="2193" y="491"/>
                </a:lnTo>
                <a:lnTo>
                  <a:pt x="2159" y="503"/>
                </a:lnTo>
                <a:moveTo>
                  <a:pt x="2319" y="442"/>
                </a:moveTo>
                <a:lnTo>
                  <a:pt x="2362" y="427"/>
                </a:lnTo>
                <a:moveTo>
                  <a:pt x="1436" y="2490"/>
                </a:moveTo>
                <a:lnTo>
                  <a:pt x="1435" y="2487"/>
                </a:lnTo>
                <a:lnTo>
                  <a:pt x="1433" y="2475"/>
                </a:lnTo>
                <a:lnTo>
                  <a:pt x="1418" y="2391"/>
                </a:lnTo>
                <a:lnTo>
                  <a:pt x="1416" y="2384"/>
                </a:lnTo>
                <a:moveTo>
                  <a:pt x="1360" y="2079"/>
                </a:moveTo>
                <a:lnTo>
                  <a:pt x="1317" y="2094"/>
                </a:lnTo>
                <a:moveTo>
                  <a:pt x="1360" y="2079"/>
                </a:moveTo>
                <a:lnTo>
                  <a:pt x="1350" y="2025"/>
                </a:lnTo>
                <a:lnTo>
                  <a:pt x="1347" y="2014"/>
                </a:lnTo>
                <a:lnTo>
                  <a:pt x="1341" y="1982"/>
                </a:lnTo>
                <a:moveTo>
                  <a:pt x="1360" y="2079"/>
                </a:moveTo>
                <a:lnTo>
                  <a:pt x="1405" y="2061"/>
                </a:lnTo>
                <a:lnTo>
                  <a:pt x="1418" y="2056"/>
                </a:lnTo>
                <a:lnTo>
                  <a:pt x="1427" y="2053"/>
                </a:lnTo>
                <a:lnTo>
                  <a:pt x="1435" y="2051"/>
                </a:lnTo>
                <a:lnTo>
                  <a:pt x="1443" y="2049"/>
                </a:lnTo>
                <a:lnTo>
                  <a:pt x="1471" y="2042"/>
                </a:lnTo>
                <a:moveTo>
                  <a:pt x="1360" y="2079"/>
                </a:moveTo>
                <a:lnTo>
                  <a:pt x="1367" y="2115"/>
                </a:lnTo>
                <a:lnTo>
                  <a:pt x="1371" y="2139"/>
                </a:lnTo>
                <a:lnTo>
                  <a:pt x="1375" y="2160"/>
                </a:lnTo>
                <a:lnTo>
                  <a:pt x="1375" y="2161"/>
                </a:lnTo>
                <a:lnTo>
                  <a:pt x="1377" y="2172"/>
                </a:lnTo>
                <a:lnTo>
                  <a:pt x="1379" y="2178"/>
                </a:lnTo>
                <a:lnTo>
                  <a:pt x="1383" y="2199"/>
                </a:lnTo>
                <a:lnTo>
                  <a:pt x="1388" y="2224"/>
                </a:lnTo>
                <a:lnTo>
                  <a:pt x="1389" y="2233"/>
                </a:lnTo>
                <a:moveTo>
                  <a:pt x="1323" y="1890"/>
                </a:moveTo>
                <a:lnTo>
                  <a:pt x="1318" y="1872"/>
                </a:lnTo>
                <a:moveTo>
                  <a:pt x="1323" y="1890"/>
                </a:moveTo>
                <a:lnTo>
                  <a:pt x="1366" y="1846"/>
                </a:lnTo>
                <a:lnTo>
                  <a:pt x="1396" y="1816"/>
                </a:lnTo>
                <a:lnTo>
                  <a:pt x="1398" y="1814"/>
                </a:lnTo>
                <a:lnTo>
                  <a:pt x="1401" y="1811"/>
                </a:lnTo>
                <a:lnTo>
                  <a:pt x="1439" y="1771"/>
                </a:lnTo>
                <a:lnTo>
                  <a:pt x="1441" y="1769"/>
                </a:lnTo>
                <a:lnTo>
                  <a:pt x="1446" y="1764"/>
                </a:lnTo>
                <a:moveTo>
                  <a:pt x="1323" y="1890"/>
                </a:moveTo>
                <a:lnTo>
                  <a:pt x="1297" y="1919"/>
                </a:lnTo>
                <a:moveTo>
                  <a:pt x="1323" y="1890"/>
                </a:moveTo>
                <a:lnTo>
                  <a:pt x="1325" y="1898"/>
                </a:lnTo>
                <a:moveTo>
                  <a:pt x="1514" y="2032"/>
                </a:moveTo>
                <a:lnTo>
                  <a:pt x="1517" y="2050"/>
                </a:lnTo>
                <a:moveTo>
                  <a:pt x="1514" y="2032"/>
                </a:moveTo>
                <a:lnTo>
                  <a:pt x="1544" y="2023"/>
                </a:lnTo>
                <a:moveTo>
                  <a:pt x="1514" y="2032"/>
                </a:moveTo>
                <a:lnTo>
                  <a:pt x="1509" y="1984"/>
                </a:lnTo>
                <a:lnTo>
                  <a:pt x="1507" y="1970"/>
                </a:lnTo>
                <a:moveTo>
                  <a:pt x="1514" y="2032"/>
                </a:moveTo>
                <a:lnTo>
                  <a:pt x="1471" y="2042"/>
                </a:lnTo>
                <a:moveTo>
                  <a:pt x="1677" y="1967"/>
                </a:moveTo>
                <a:lnTo>
                  <a:pt x="1677" y="1979"/>
                </a:lnTo>
                <a:lnTo>
                  <a:pt x="1677" y="1980"/>
                </a:lnTo>
                <a:moveTo>
                  <a:pt x="1677" y="1967"/>
                </a:moveTo>
                <a:lnTo>
                  <a:pt x="1681" y="1965"/>
                </a:lnTo>
                <a:lnTo>
                  <a:pt x="1693" y="1960"/>
                </a:lnTo>
                <a:lnTo>
                  <a:pt x="1705" y="1955"/>
                </a:lnTo>
                <a:lnTo>
                  <a:pt x="1713" y="1952"/>
                </a:lnTo>
                <a:lnTo>
                  <a:pt x="1735" y="1947"/>
                </a:lnTo>
                <a:moveTo>
                  <a:pt x="1677" y="1967"/>
                </a:moveTo>
                <a:lnTo>
                  <a:pt x="1665" y="1972"/>
                </a:lnTo>
                <a:moveTo>
                  <a:pt x="1775" y="1945"/>
                </a:moveTo>
                <a:lnTo>
                  <a:pt x="1754" y="1944"/>
                </a:lnTo>
                <a:moveTo>
                  <a:pt x="1775" y="1945"/>
                </a:moveTo>
                <a:lnTo>
                  <a:pt x="1818" y="1949"/>
                </a:lnTo>
                <a:moveTo>
                  <a:pt x="1818" y="1949"/>
                </a:moveTo>
                <a:lnTo>
                  <a:pt x="1856" y="1954"/>
                </a:lnTo>
                <a:moveTo>
                  <a:pt x="1898" y="1959"/>
                </a:moveTo>
                <a:lnTo>
                  <a:pt x="1856" y="1954"/>
                </a:lnTo>
                <a:moveTo>
                  <a:pt x="1511" y="1696"/>
                </a:moveTo>
                <a:lnTo>
                  <a:pt x="1510" y="1690"/>
                </a:lnTo>
                <a:moveTo>
                  <a:pt x="1511" y="1696"/>
                </a:moveTo>
                <a:lnTo>
                  <a:pt x="1515" y="1691"/>
                </a:lnTo>
                <a:moveTo>
                  <a:pt x="1511" y="1696"/>
                </a:moveTo>
                <a:lnTo>
                  <a:pt x="1503" y="1704"/>
                </a:lnTo>
                <a:lnTo>
                  <a:pt x="1495" y="1713"/>
                </a:lnTo>
                <a:lnTo>
                  <a:pt x="1479" y="1729"/>
                </a:lnTo>
                <a:lnTo>
                  <a:pt x="1474" y="1735"/>
                </a:lnTo>
                <a:lnTo>
                  <a:pt x="1469" y="1740"/>
                </a:lnTo>
                <a:lnTo>
                  <a:pt x="1455" y="1755"/>
                </a:lnTo>
                <a:lnTo>
                  <a:pt x="1453" y="1757"/>
                </a:lnTo>
                <a:lnTo>
                  <a:pt x="1446" y="1764"/>
                </a:lnTo>
                <a:moveTo>
                  <a:pt x="1511" y="1696"/>
                </a:moveTo>
                <a:lnTo>
                  <a:pt x="1516" y="1703"/>
                </a:lnTo>
                <a:moveTo>
                  <a:pt x="980" y="2244"/>
                </a:moveTo>
                <a:lnTo>
                  <a:pt x="970" y="2254"/>
                </a:lnTo>
                <a:lnTo>
                  <a:pt x="965" y="2259"/>
                </a:lnTo>
                <a:lnTo>
                  <a:pt x="957" y="2266"/>
                </a:lnTo>
                <a:lnTo>
                  <a:pt x="945" y="2279"/>
                </a:lnTo>
                <a:lnTo>
                  <a:pt x="940" y="2283"/>
                </a:lnTo>
                <a:lnTo>
                  <a:pt x="927" y="2295"/>
                </a:lnTo>
                <a:lnTo>
                  <a:pt x="926" y="2296"/>
                </a:lnTo>
                <a:lnTo>
                  <a:pt x="925" y="2298"/>
                </a:lnTo>
                <a:lnTo>
                  <a:pt x="920" y="2303"/>
                </a:lnTo>
                <a:lnTo>
                  <a:pt x="904" y="2317"/>
                </a:lnTo>
                <a:moveTo>
                  <a:pt x="980" y="2244"/>
                </a:moveTo>
                <a:lnTo>
                  <a:pt x="982" y="2235"/>
                </a:lnTo>
                <a:lnTo>
                  <a:pt x="1018" y="2197"/>
                </a:lnTo>
                <a:lnTo>
                  <a:pt x="1019" y="2194"/>
                </a:lnTo>
                <a:lnTo>
                  <a:pt x="1019" y="2190"/>
                </a:lnTo>
                <a:lnTo>
                  <a:pt x="1018" y="2186"/>
                </a:lnTo>
                <a:lnTo>
                  <a:pt x="1014" y="2182"/>
                </a:lnTo>
                <a:lnTo>
                  <a:pt x="1009" y="2180"/>
                </a:lnTo>
                <a:lnTo>
                  <a:pt x="1002" y="2180"/>
                </a:lnTo>
                <a:moveTo>
                  <a:pt x="980" y="2244"/>
                </a:moveTo>
                <a:lnTo>
                  <a:pt x="986" y="2237"/>
                </a:lnTo>
                <a:moveTo>
                  <a:pt x="640" y="2570"/>
                </a:moveTo>
                <a:lnTo>
                  <a:pt x="629" y="2581"/>
                </a:lnTo>
                <a:lnTo>
                  <a:pt x="627" y="2586"/>
                </a:lnTo>
                <a:lnTo>
                  <a:pt x="625" y="2604"/>
                </a:lnTo>
                <a:moveTo>
                  <a:pt x="640" y="2570"/>
                </a:moveTo>
                <a:lnTo>
                  <a:pt x="636" y="2572"/>
                </a:lnTo>
                <a:lnTo>
                  <a:pt x="632" y="2573"/>
                </a:lnTo>
                <a:lnTo>
                  <a:pt x="629" y="2574"/>
                </a:lnTo>
                <a:lnTo>
                  <a:pt x="625" y="2575"/>
                </a:lnTo>
                <a:lnTo>
                  <a:pt x="621" y="2575"/>
                </a:lnTo>
                <a:lnTo>
                  <a:pt x="616" y="2575"/>
                </a:lnTo>
                <a:lnTo>
                  <a:pt x="613" y="2574"/>
                </a:lnTo>
                <a:lnTo>
                  <a:pt x="609" y="2572"/>
                </a:lnTo>
                <a:lnTo>
                  <a:pt x="606" y="2568"/>
                </a:lnTo>
                <a:lnTo>
                  <a:pt x="603" y="2565"/>
                </a:lnTo>
                <a:lnTo>
                  <a:pt x="602" y="2561"/>
                </a:lnTo>
                <a:lnTo>
                  <a:pt x="601" y="2558"/>
                </a:lnTo>
                <a:lnTo>
                  <a:pt x="600" y="2554"/>
                </a:lnTo>
                <a:lnTo>
                  <a:pt x="600" y="2549"/>
                </a:lnTo>
                <a:lnTo>
                  <a:pt x="600" y="2544"/>
                </a:lnTo>
                <a:lnTo>
                  <a:pt x="600" y="2539"/>
                </a:lnTo>
                <a:moveTo>
                  <a:pt x="640" y="2570"/>
                </a:moveTo>
                <a:lnTo>
                  <a:pt x="660" y="2551"/>
                </a:lnTo>
                <a:lnTo>
                  <a:pt x="694" y="2518"/>
                </a:lnTo>
                <a:moveTo>
                  <a:pt x="2" y="2372"/>
                </a:moveTo>
                <a:lnTo>
                  <a:pt x="9" y="2367"/>
                </a:lnTo>
                <a:lnTo>
                  <a:pt x="13" y="2361"/>
                </a:lnTo>
                <a:lnTo>
                  <a:pt x="14" y="2358"/>
                </a:lnTo>
                <a:lnTo>
                  <a:pt x="14" y="2353"/>
                </a:lnTo>
                <a:lnTo>
                  <a:pt x="13" y="2346"/>
                </a:lnTo>
                <a:lnTo>
                  <a:pt x="10" y="2315"/>
                </a:lnTo>
                <a:moveTo>
                  <a:pt x="2" y="2372"/>
                </a:moveTo>
                <a:lnTo>
                  <a:pt x="9" y="2375"/>
                </a:lnTo>
                <a:lnTo>
                  <a:pt x="15" y="2379"/>
                </a:lnTo>
                <a:lnTo>
                  <a:pt x="19" y="2380"/>
                </a:lnTo>
                <a:lnTo>
                  <a:pt x="23" y="2383"/>
                </a:lnTo>
                <a:lnTo>
                  <a:pt x="27" y="2384"/>
                </a:lnTo>
                <a:lnTo>
                  <a:pt x="29" y="2385"/>
                </a:lnTo>
                <a:moveTo>
                  <a:pt x="84" y="2396"/>
                </a:moveTo>
                <a:lnTo>
                  <a:pt x="94" y="2397"/>
                </a:lnTo>
                <a:lnTo>
                  <a:pt x="102" y="2397"/>
                </a:lnTo>
                <a:lnTo>
                  <a:pt x="106" y="2396"/>
                </a:lnTo>
                <a:lnTo>
                  <a:pt x="109" y="2394"/>
                </a:lnTo>
                <a:lnTo>
                  <a:pt x="112" y="2392"/>
                </a:lnTo>
                <a:lnTo>
                  <a:pt x="115" y="2389"/>
                </a:lnTo>
                <a:moveTo>
                  <a:pt x="84" y="2396"/>
                </a:moveTo>
                <a:lnTo>
                  <a:pt x="89" y="2395"/>
                </a:lnTo>
                <a:lnTo>
                  <a:pt x="92" y="2392"/>
                </a:lnTo>
                <a:lnTo>
                  <a:pt x="95" y="2390"/>
                </a:lnTo>
                <a:lnTo>
                  <a:pt x="97" y="2385"/>
                </a:lnTo>
                <a:lnTo>
                  <a:pt x="97" y="2373"/>
                </a:lnTo>
                <a:moveTo>
                  <a:pt x="84" y="2396"/>
                </a:moveTo>
                <a:lnTo>
                  <a:pt x="36" y="2386"/>
                </a:lnTo>
                <a:lnTo>
                  <a:pt x="29" y="2385"/>
                </a:lnTo>
                <a:moveTo>
                  <a:pt x="115" y="2389"/>
                </a:moveTo>
                <a:lnTo>
                  <a:pt x="120" y="2388"/>
                </a:lnTo>
                <a:lnTo>
                  <a:pt x="123" y="2387"/>
                </a:lnTo>
                <a:lnTo>
                  <a:pt x="125" y="2387"/>
                </a:lnTo>
                <a:lnTo>
                  <a:pt x="128" y="2388"/>
                </a:lnTo>
                <a:lnTo>
                  <a:pt x="129" y="2389"/>
                </a:lnTo>
                <a:lnTo>
                  <a:pt x="132" y="2390"/>
                </a:lnTo>
                <a:lnTo>
                  <a:pt x="134" y="2392"/>
                </a:lnTo>
                <a:lnTo>
                  <a:pt x="136" y="2394"/>
                </a:lnTo>
                <a:lnTo>
                  <a:pt x="138" y="2397"/>
                </a:lnTo>
                <a:lnTo>
                  <a:pt x="138" y="2400"/>
                </a:lnTo>
                <a:lnTo>
                  <a:pt x="139" y="2405"/>
                </a:lnTo>
                <a:lnTo>
                  <a:pt x="138" y="2409"/>
                </a:lnTo>
                <a:lnTo>
                  <a:pt x="137" y="2413"/>
                </a:lnTo>
                <a:moveTo>
                  <a:pt x="115" y="2389"/>
                </a:moveTo>
                <a:lnTo>
                  <a:pt x="135" y="2373"/>
                </a:lnTo>
                <a:lnTo>
                  <a:pt x="179" y="2337"/>
                </a:lnTo>
                <a:moveTo>
                  <a:pt x="115" y="2389"/>
                </a:moveTo>
                <a:lnTo>
                  <a:pt x="109" y="2386"/>
                </a:lnTo>
                <a:lnTo>
                  <a:pt x="104" y="2382"/>
                </a:lnTo>
                <a:lnTo>
                  <a:pt x="97" y="2373"/>
                </a:lnTo>
                <a:moveTo>
                  <a:pt x="355" y="2246"/>
                </a:moveTo>
                <a:lnTo>
                  <a:pt x="408" y="2230"/>
                </a:lnTo>
                <a:moveTo>
                  <a:pt x="355" y="2246"/>
                </a:moveTo>
                <a:lnTo>
                  <a:pt x="311" y="2262"/>
                </a:lnTo>
                <a:moveTo>
                  <a:pt x="408" y="2230"/>
                </a:moveTo>
                <a:lnTo>
                  <a:pt x="445" y="2224"/>
                </a:lnTo>
                <a:lnTo>
                  <a:pt x="513" y="2212"/>
                </a:lnTo>
                <a:moveTo>
                  <a:pt x="659" y="2202"/>
                </a:moveTo>
                <a:lnTo>
                  <a:pt x="684" y="2206"/>
                </a:lnTo>
                <a:moveTo>
                  <a:pt x="659" y="2202"/>
                </a:moveTo>
                <a:lnTo>
                  <a:pt x="634" y="2200"/>
                </a:lnTo>
                <a:moveTo>
                  <a:pt x="741" y="2223"/>
                </a:moveTo>
                <a:lnTo>
                  <a:pt x="758" y="2225"/>
                </a:lnTo>
                <a:lnTo>
                  <a:pt x="799" y="2218"/>
                </a:lnTo>
                <a:lnTo>
                  <a:pt x="869" y="2205"/>
                </a:lnTo>
                <a:lnTo>
                  <a:pt x="874" y="2204"/>
                </a:lnTo>
                <a:lnTo>
                  <a:pt x="882" y="2202"/>
                </a:lnTo>
                <a:lnTo>
                  <a:pt x="893" y="2200"/>
                </a:lnTo>
                <a:lnTo>
                  <a:pt x="899" y="2200"/>
                </a:lnTo>
                <a:moveTo>
                  <a:pt x="791" y="2108"/>
                </a:moveTo>
                <a:lnTo>
                  <a:pt x="785" y="2120"/>
                </a:lnTo>
                <a:lnTo>
                  <a:pt x="741" y="2223"/>
                </a:lnTo>
                <a:moveTo>
                  <a:pt x="741" y="2223"/>
                </a:moveTo>
                <a:lnTo>
                  <a:pt x="717" y="2214"/>
                </a:lnTo>
                <a:lnTo>
                  <a:pt x="707" y="2211"/>
                </a:lnTo>
                <a:lnTo>
                  <a:pt x="701" y="2209"/>
                </a:lnTo>
                <a:lnTo>
                  <a:pt x="684" y="2206"/>
                </a:lnTo>
                <a:moveTo>
                  <a:pt x="741" y="2223"/>
                </a:moveTo>
                <a:lnTo>
                  <a:pt x="712" y="2286"/>
                </a:lnTo>
                <a:lnTo>
                  <a:pt x="672" y="2377"/>
                </a:lnTo>
                <a:lnTo>
                  <a:pt x="669" y="2385"/>
                </a:lnTo>
                <a:lnTo>
                  <a:pt x="664" y="2395"/>
                </a:lnTo>
                <a:lnTo>
                  <a:pt x="661" y="2403"/>
                </a:lnTo>
                <a:moveTo>
                  <a:pt x="1030" y="2176"/>
                </a:moveTo>
                <a:lnTo>
                  <a:pt x="1041" y="2173"/>
                </a:lnTo>
                <a:moveTo>
                  <a:pt x="1030" y="2176"/>
                </a:moveTo>
                <a:lnTo>
                  <a:pt x="1002" y="2180"/>
                </a:lnTo>
                <a:moveTo>
                  <a:pt x="1030" y="2176"/>
                </a:moveTo>
                <a:lnTo>
                  <a:pt x="1026" y="2181"/>
                </a:lnTo>
                <a:lnTo>
                  <a:pt x="1025" y="2184"/>
                </a:lnTo>
                <a:lnTo>
                  <a:pt x="1025" y="2187"/>
                </a:lnTo>
                <a:lnTo>
                  <a:pt x="1027" y="2190"/>
                </a:lnTo>
                <a:lnTo>
                  <a:pt x="1030" y="2193"/>
                </a:lnTo>
                <a:lnTo>
                  <a:pt x="1038" y="2195"/>
                </a:lnTo>
                <a:moveTo>
                  <a:pt x="1267" y="2114"/>
                </a:moveTo>
                <a:lnTo>
                  <a:pt x="1237" y="2125"/>
                </a:lnTo>
                <a:moveTo>
                  <a:pt x="1267" y="2114"/>
                </a:moveTo>
                <a:lnTo>
                  <a:pt x="1298" y="2101"/>
                </a:lnTo>
                <a:lnTo>
                  <a:pt x="1308" y="2097"/>
                </a:lnTo>
                <a:lnTo>
                  <a:pt x="1309" y="2097"/>
                </a:lnTo>
                <a:lnTo>
                  <a:pt x="1317" y="2094"/>
                </a:lnTo>
                <a:moveTo>
                  <a:pt x="1002" y="2180"/>
                </a:moveTo>
                <a:lnTo>
                  <a:pt x="964" y="2187"/>
                </a:lnTo>
                <a:moveTo>
                  <a:pt x="1028" y="1960"/>
                </a:moveTo>
                <a:lnTo>
                  <a:pt x="1034" y="1980"/>
                </a:lnTo>
                <a:lnTo>
                  <a:pt x="1071" y="2122"/>
                </a:lnTo>
                <a:moveTo>
                  <a:pt x="1017" y="1944"/>
                </a:moveTo>
                <a:lnTo>
                  <a:pt x="1026" y="1956"/>
                </a:lnTo>
                <a:lnTo>
                  <a:pt x="1028" y="1960"/>
                </a:lnTo>
                <a:moveTo>
                  <a:pt x="996" y="1917"/>
                </a:moveTo>
                <a:lnTo>
                  <a:pt x="1017" y="1944"/>
                </a:lnTo>
                <a:moveTo>
                  <a:pt x="968" y="1865"/>
                </a:moveTo>
                <a:lnTo>
                  <a:pt x="974" y="1862"/>
                </a:lnTo>
                <a:moveTo>
                  <a:pt x="929" y="1885"/>
                </a:moveTo>
                <a:lnTo>
                  <a:pt x="959" y="1870"/>
                </a:lnTo>
                <a:lnTo>
                  <a:pt x="968" y="1865"/>
                </a:lnTo>
                <a:moveTo>
                  <a:pt x="968" y="1865"/>
                </a:moveTo>
                <a:lnTo>
                  <a:pt x="970" y="1868"/>
                </a:lnTo>
                <a:moveTo>
                  <a:pt x="1315" y="1699"/>
                </a:moveTo>
                <a:lnTo>
                  <a:pt x="1290" y="1710"/>
                </a:lnTo>
                <a:moveTo>
                  <a:pt x="1237" y="1738"/>
                </a:moveTo>
                <a:lnTo>
                  <a:pt x="1277" y="1717"/>
                </a:lnTo>
                <a:lnTo>
                  <a:pt x="1285" y="1713"/>
                </a:lnTo>
                <a:lnTo>
                  <a:pt x="1290" y="1710"/>
                </a:lnTo>
                <a:moveTo>
                  <a:pt x="1290" y="1710"/>
                </a:moveTo>
                <a:lnTo>
                  <a:pt x="1297" y="1750"/>
                </a:lnTo>
                <a:lnTo>
                  <a:pt x="1298" y="1755"/>
                </a:lnTo>
                <a:moveTo>
                  <a:pt x="1439" y="1639"/>
                </a:moveTo>
                <a:lnTo>
                  <a:pt x="1426" y="1645"/>
                </a:lnTo>
                <a:lnTo>
                  <a:pt x="1416" y="1649"/>
                </a:lnTo>
                <a:lnTo>
                  <a:pt x="1382" y="1666"/>
                </a:lnTo>
                <a:lnTo>
                  <a:pt x="1373" y="1670"/>
                </a:lnTo>
                <a:moveTo>
                  <a:pt x="1336" y="1689"/>
                </a:moveTo>
                <a:lnTo>
                  <a:pt x="1363" y="1675"/>
                </a:lnTo>
                <a:lnTo>
                  <a:pt x="1373" y="1670"/>
                </a:lnTo>
                <a:moveTo>
                  <a:pt x="1439" y="1639"/>
                </a:moveTo>
                <a:lnTo>
                  <a:pt x="1453" y="1631"/>
                </a:lnTo>
                <a:lnTo>
                  <a:pt x="1457" y="1630"/>
                </a:lnTo>
                <a:lnTo>
                  <a:pt x="1485" y="1618"/>
                </a:lnTo>
                <a:moveTo>
                  <a:pt x="1439" y="1639"/>
                </a:moveTo>
                <a:lnTo>
                  <a:pt x="1443" y="1639"/>
                </a:lnTo>
                <a:lnTo>
                  <a:pt x="1450" y="1638"/>
                </a:lnTo>
                <a:lnTo>
                  <a:pt x="1462" y="1633"/>
                </a:lnTo>
                <a:lnTo>
                  <a:pt x="1478" y="1626"/>
                </a:lnTo>
                <a:lnTo>
                  <a:pt x="1482" y="1625"/>
                </a:lnTo>
                <a:lnTo>
                  <a:pt x="1485" y="1626"/>
                </a:lnTo>
                <a:lnTo>
                  <a:pt x="1488" y="1626"/>
                </a:lnTo>
                <a:moveTo>
                  <a:pt x="1485" y="1618"/>
                </a:moveTo>
                <a:lnTo>
                  <a:pt x="1484" y="1616"/>
                </a:lnTo>
                <a:lnTo>
                  <a:pt x="1483" y="1613"/>
                </a:lnTo>
                <a:lnTo>
                  <a:pt x="1472" y="1575"/>
                </a:lnTo>
                <a:moveTo>
                  <a:pt x="1485" y="1618"/>
                </a:moveTo>
                <a:lnTo>
                  <a:pt x="1489" y="1617"/>
                </a:lnTo>
                <a:lnTo>
                  <a:pt x="1517" y="1609"/>
                </a:lnTo>
                <a:lnTo>
                  <a:pt x="1521" y="1608"/>
                </a:lnTo>
                <a:lnTo>
                  <a:pt x="1526" y="1607"/>
                </a:lnTo>
                <a:lnTo>
                  <a:pt x="1534" y="1605"/>
                </a:lnTo>
                <a:lnTo>
                  <a:pt x="1558" y="1601"/>
                </a:lnTo>
                <a:lnTo>
                  <a:pt x="1563" y="1600"/>
                </a:lnTo>
                <a:lnTo>
                  <a:pt x="1581" y="1598"/>
                </a:lnTo>
                <a:lnTo>
                  <a:pt x="1588" y="1596"/>
                </a:lnTo>
                <a:moveTo>
                  <a:pt x="1485" y="1618"/>
                </a:moveTo>
                <a:lnTo>
                  <a:pt x="1485" y="1619"/>
                </a:lnTo>
                <a:lnTo>
                  <a:pt x="1486" y="1621"/>
                </a:lnTo>
                <a:lnTo>
                  <a:pt x="1488" y="1626"/>
                </a:lnTo>
                <a:moveTo>
                  <a:pt x="2632" y="1654"/>
                </a:moveTo>
                <a:lnTo>
                  <a:pt x="2637" y="1656"/>
                </a:lnTo>
                <a:moveTo>
                  <a:pt x="2727" y="1683"/>
                </a:moveTo>
                <a:lnTo>
                  <a:pt x="2688" y="1672"/>
                </a:lnTo>
                <a:lnTo>
                  <a:pt x="2656" y="1661"/>
                </a:lnTo>
                <a:lnTo>
                  <a:pt x="2637" y="1656"/>
                </a:lnTo>
                <a:moveTo>
                  <a:pt x="2779" y="1705"/>
                </a:moveTo>
                <a:lnTo>
                  <a:pt x="2732" y="1688"/>
                </a:lnTo>
                <a:moveTo>
                  <a:pt x="2779" y="1705"/>
                </a:moveTo>
                <a:lnTo>
                  <a:pt x="2794" y="1713"/>
                </a:lnTo>
                <a:lnTo>
                  <a:pt x="2801" y="1719"/>
                </a:lnTo>
                <a:lnTo>
                  <a:pt x="2835" y="1748"/>
                </a:lnTo>
                <a:lnTo>
                  <a:pt x="2989" y="1914"/>
                </a:lnTo>
                <a:lnTo>
                  <a:pt x="2999" y="1924"/>
                </a:lnTo>
                <a:lnTo>
                  <a:pt x="3007" y="1930"/>
                </a:lnTo>
                <a:lnTo>
                  <a:pt x="3009" y="1933"/>
                </a:lnTo>
                <a:moveTo>
                  <a:pt x="858" y="1963"/>
                </a:moveTo>
                <a:lnTo>
                  <a:pt x="856" y="1961"/>
                </a:lnTo>
                <a:moveTo>
                  <a:pt x="858" y="1963"/>
                </a:moveTo>
                <a:lnTo>
                  <a:pt x="856" y="1966"/>
                </a:lnTo>
                <a:lnTo>
                  <a:pt x="856" y="1968"/>
                </a:lnTo>
                <a:lnTo>
                  <a:pt x="854" y="1970"/>
                </a:lnTo>
                <a:moveTo>
                  <a:pt x="858" y="1963"/>
                </a:moveTo>
                <a:lnTo>
                  <a:pt x="861" y="1958"/>
                </a:lnTo>
                <a:moveTo>
                  <a:pt x="2982" y="874"/>
                </a:moveTo>
                <a:lnTo>
                  <a:pt x="2982" y="874"/>
                </a:lnTo>
                <a:lnTo>
                  <a:pt x="2999" y="867"/>
                </a:lnTo>
                <a:lnTo>
                  <a:pt x="3009" y="863"/>
                </a:lnTo>
                <a:lnTo>
                  <a:pt x="3031" y="854"/>
                </a:lnTo>
                <a:lnTo>
                  <a:pt x="3042" y="850"/>
                </a:lnTo>
                <a:moveTo>
                  <a:pt x="2982" y="874"/>
                </a:moveTo>
                <a:lnTo>
                  <a:pt x="2938" y="893"/>
                </a:lnTo>
                <a:lnTo>
                  <a:pt x="2896" y="905"/>
                </a:lnTo>
                <a:lnTo>
                  <a:pt x="2856" y="918"/>
                </a:lnTo>
                <a:lnTo>
                  <a:pt x="2829" y="926"/>
                </a:lnTo>
                <a:lnTo>
                  <a:pt x="2790" y="939"/>
                </a:lnTo>
                <a:lnTo>
                  <a:pt x="2771" y="944"/>
                </a:lnTo>
                <a:lnTo>
                  <a:pt x="2736" y="957"/>
                </a:lnTo>
                <a:lnTo>
                  <a:pt x="2732" y="958"/>
                </a:lnTo>
                <a:moveTo>
                  <a:pt x="2771" y="954"/>
                </a:moveTo>
                <a:lnTo>
                  <a:pt x="2752" y="960"/>
                </a:lnTo>
                <a:lnTo>
                  <a:pt x="2726" y="970"/>
                </a:lnTo>
                <a:moveTo>
                  <a:pt x="2771" y="954"/>
                </a:moveTo>
                <a:lnTo>
                  <a:pt x="2774" y="953"/>
                </a:lnTo>
                <a:lnTo>
                  <a:pt x="2791" y="948"/>
                </a:lnTo>
                <a:lnTo>
                  <a:pt x="2820" y="939"/>
                </a:lnTo>
                <a:moveTo>
                  <a:pt x="2709" y="977"/>
                </a:moveTo>
                <a:lnTo>
                  <a:pt x="2703" y="982"/>
                </a:lnTo>
                <a:lnTo>
                  <a:pt x="2700" y="987"/>
                </a:lnTo>
                <a:lnTo>
                  <a:pt x="2697" y="993"/>
                </a:lnTo>
                <a:lnTo>
                  <a:pt x="2696" y="1001"/>
                </a:lnTo>
                <a:lnTo>
                  <a:pt x="2696" y="1017"/>
                </a:lnTo>
                <a:moveTo>
                  <a:pt x="2709" y="977"/>
                </a:moveTo>
                <a:lnTo>
                  <a:pt x="2707" y="977"/>
                </a:lnTo>
                <a:lnTo>
                  <a:pt x="2707" y="977"/>
                </a:lnTo>
                <a:lnTo>
                  <a:pt x="2706" y="976"/>
                </a:lnTo>
                <a:lnTo>
                  <a:pt x="2705" y="975"/>
                </a:lnTo>
                <a:lnTo>
                  <a:pt x="2705" y="974"/>
                </a:lnTo>
                <a:lnTo>
                  <a:pt x="2705" y="973"/>
                </a:lnTo>
                <a:lnTo>
                  <a:pt x="2705" y="972"/>
                </a:lnTo>
                <a:lnTo>
                  <a:pt x="2705" y="971"/>
                </a:lnTo>
                <a:lnTo>
                  <a:pt x="2705" y="970"/>
                </a:lnTo>
                <a:lnTo>
                  <a:pt x="2706" y="970"/>
                </a:lnTo>
                <a:lnTo>
                  <a:pt x="2707" y="969"/>
                </a:lnTo>
                <a:moveTo>
                  <a:pt x="2709" y="977"/>
                </a:moveTo>
                <a:lnTo>
                  <a:pt x="2726" y="970"/>
                </a:lnTo>
                <a:moveTo>
                  <a:pt x="3473" y="722"/>
                </a:moveTo>
                <a:lnTo>
                  <a:pt x="3467" y="723"/>
                </a:lnTo>
                <a:lnTo>
                  <a:pt x="3445" y="726"/>
                </a:lnTo>
                <a:lnTo>
                  <a:pt x="3432" y="728"/>
                </a:lnTo>
                <a:lnTo>
                  <a:pt x="3418" y="730"/>
                </a:lnTo>
                <a:lnTo>
                  <a:pt x="3395" y="736"/>
                </a:lnTo>
                <a:lnTo>
                  <a:pt x="3366" y="744"/>
                </a:lnTo>
                <a:lnTo>
                  <a:pt x="3353" y="747"/>
                </a:lnTo>
                <a:moveTo>
                  <a:pt x="3473" y="722"/>
                </a:moveTo>
                <a:lnTo>
                  <a:pt x="3497" y="721"/>
                </a:lnTo>
                <a:moveTo>
                  <a:pt x="3567" y="718"/>
                </a:moveTo>
                <a:lnTo>
                  <a:pt x="3542" y="719"/>
                </a:lnTo>
                <a:moveTo>
                  <a:pt x="3567" y="718"/>
                </a:moveTo>
                <a:lnTo>
                  <a:pt x="3571" y="717"/>
                </a:lnTo>
                <a:lnTo>
                  <a:pt x="3577" y="717"/>
                </a:lnTo>
                <a:moveTo>
                  <a:pt x="4493" y="629"/>
                </a:moveTo>
                <a:lnTo>
                  <a:pt x="4459" y="632"/>
                </a:lnTo>
                <a:moveTo>
                  <a:pt x="4493" y="629"/>
                </a:moveTo>
                <a:lnTo>
                  <a:pt x="4561" y="623"/>
                </a:lnTo>
                <a:lnTo>
                  <a:pt x="4575" y="623"/>
                </a:lnTo>
                <a:lnTo>
                  <a:pt x="4648" y="616"/>
                </a:lnTo>
                <a:lnTo>
                  <a:pt x="4690" y="612"/>
                </a:lnTo>
                <a:moveTo>
                  <a:pt x="5552" y="320"/>
                </a:moveTo>
                <a:lnTo>
                  <a:pt x="5549" y="314"/>
                </a:lnTo>
                <a:moveTo>
                  <a:pt x="5552" y="320"/>
                </a:moveTo>
                <a:lnTo>
                  <a:pt x="5540" y="325"/>
                </a:lnTo>
                <a:lnTo>
                  <a:pt x="5536" y="326"/>
                </a:lnTo>
                <a:lnTo>
                  <a:pt x="5498" y="340"/>
                </a:lnTo>
                <a:moveTo>
                  <a:pt x="5552" y="320"/>
                </a:moveTo>
                <a:lnTo>
                  <a:pt x="5559" y="318"/>
                </a:lnTo>
                <a:moveTo>
                  <a:pt x="5552" y="320"/>
                </a:moveTo>
                <a:lnTo>
                  <a:pt x="5555" y="328"/>
                </a:lnTo>
                <a:lnTo>
                  <a:pt x="5556" y="330"/>
                </a:lnTo>
                <a:lnTo>
                  <a:pt x="5558" y="336"/>
                </a:lnTo>
                <a:lnTo>
                  <a:pt x="5556" y="342"/>
                </a:lnTo>
                <a:lnTo>
                  <a:pt x="5550" y="372"/>
                </a:lnTo>
                <a:lnTo>
                  <a:pt x="5536" y="438"/>
                </a:lnTo>
                <a:moveTo>
                  <a:pt x="2232" y="1143"/>
                </a:moveTo>
                <a:lnTo>
                  <a:pt x="2250" y="1132"/>
                </a:lnTo>
                <a:lnTo>
                  <a:pt x="2266" y="1123"/>
                </a:lnTo>
                <a:moveTo>
                  <a:pt x="2232" y="1143"/>
                </a:moveTo>
                <a:lnTo>
                  <a:pt x="2227" y="1146"/>
                </a:lnTo>
                <a:lnTo>
                  <a:pt x="2223" y="1148"/>
                </a:lnTo>
                <a:lnTo>
                  <a:pt x="2202" y="1161"/>
                </a:lnTo>
                <a:lnTo>
                  <a:pt x="2164" y="1183"/>
                </a:lnTo>
                <a:moveTo>
                  <a:pt x="2300" y="1292"/>
                </a:moveTo>
                <a:lnTo>
                  <a:pt x="2291" y="1297"/>
                </a:lnTo>
                <a:moveTo>
                  <a:pt x="2300" y="1292"/>
                </a:moveTo>
                <a:lnTo>
                  <a:pt x="2322" y="1278"/>
                </a:lnTo>
                <a:moveTo>
                  <a:pt x="1766" y="1349"/>
                </a:moveTo>
                <a:lnTo>
                  <a:pt x="1837" y="1351"/>
                </a:lnTo>
                <a:moveTo>
                  <a:pt x="1766" y="1349"/>
                </a:moveTo>
                <a:lnTo>
                  <a:pt x="1757" y="1349"/>
                </a:lnTo>
                <a:lnTo>
                  <a:pt x="1723" y="1357"/>
                </a:lnTo>
                <a:moveTo>
                  <a:pt x="1849" y="1352"/>
                </a:moveTo>
                <a:lnTo>
                  <a:pt x="1859" y="1351"/>
                </a:lnTo>
                <a:lnTo>
                  <a:pt x="1873" y="1347"/>
                </a:lnTo>
                <a:lnTo>
                  <a:pt x="1914" y="1325"/>
                </a:lnTo>
                <a:moveTo>
                  <a:pt x="1849" y="1352"/>
                </a:moveTo>
                <a:lnTo>
                  <a:pt x="1837" y="1351"/>
                </a:lnTo>
                <a:moveTo>
                  <a:pt x="1914" y="1325"/>
                </a:moveTo>
                <a:lnTo>
                  <a:pt x="1969" y="1291"/>
                </a:lnTo>
                <a:moveTo>
                  <a:pt x="1969" y="1291"/>
                </a:moveTo>
                <a:lnTo>
                  <a:pt x="1992" y="1357"/>
                </a:lnTo>
                <a:moveTo>
                  <a:pt x="1966" y="1286"/>
                </a:moveTo>
                <a:lnTo>
                  <a:pt x="1969" y="1291"/>
                </a:lnTo>
                <a:moveTo>
                  <a:pt x="1969" y="1291"/>
                </a:moveTo>
                <a:lnTo>
                  <a:pt x="1976" y="1282"/>
                </a:lnTo>
                <a:moveTo>
                  <a:pt x="1343" y="2738"/>
                </a:moveTo>
                <a:lnTo>
                  <a:pt x="1290" y="2734"/>
                </a:lnTo>
                <a:moveTo>
                  <a:pt x="1218" y="2716"/>
                </a:moveTo>
                <a:lnTo>
                  <a:pt x="1291" y="2722"/>
                </a:lnTo>
                <a:moveTo>
                  <a:pt x="2372" y="2094"/>
                </a:moveTo>
                <a:lnTo>
                  <a:pt x="2367" y="2095"/>
                </a:lnTo>
                <a:lnTo>
                  <a:pt x="2358" y="2099"/>
                </a:lnTo>
                <a:lnTo>
                  <a:pt x="2330" y="2111"/>
                </a:lnTo>
                <a:lnTo>
                  <a:pt x="2321" y="2114"/>
                </a:lnTo>
                <a:lnTo>
                  <a:pt x="2294" y="2121"/>
                </a:lnTo>
                <a:lnTo>
                  <a:pt x="2277" y="2126"/>
                </a:lnTo>
                <a:lnTo>
                  <a:pt x="2270" y="2128"/>
                </a:lnTo>
                <a:lnTo>
                  <a:pt x="2255" y="2135"/>
                </a:lnTo>
                <a:moveTo>
                  <a:pt x="2372" y="2094"/>
                </a:moveTo>
                <a:lnTo>
                  <a:pt x="2377" y="2122"/>
                </a:lnTo>
                <a:lnTo>
                  <a:pt x="2381" y="2162"/>
                </a:lnTo>
                <a:lnTo>
                  <a:pt x="2382" y="2183"/>
                </a:lnTo>
                <a:lnTo>
                  <a:pt x="2382" y="2193"/>
                </a:lnTo>
                <a:lnTo>
                  <a:pt x="2382" y="2201"/>
                </a:lnTo>
                <a:lnTo>
                  <a:pt x="2381" y="2219"/>
                </a:lnTo>
                <a:moveTo>
                  <a:pt x="2372" y="2094"/>
                </a:moveTo>
                <a:lnTo>
                  <a:pt x="2367" y="2064"/>
                </a:lnTo>
                <a:lnTo>
                  <a:pt x="2365" y="2048"/>
                </a:lnTo>
                <a:moveTo>
                  <a:pt x="2109" y="2177"/>
                </a:moveTo>
                <a:lnTo>
                  <a:pt x="2108" y="2157"/>
                </a:lnTo>
                <a:moveTo>
                  <a:pt x="2109" y="2177"/>
                </a:moveTo>
                <a:lnTo>
                  <a:pt x="2109" y="2195"/>
                </a:lnTo>
                <a:moveTo>
                  <a:pt x="2109" y="2177"/>
                </a:moveTo>
                <a:lnTo>
                  <a:pt x="2112" y="2176"/>
                </a:lnTo>
                <a:moveTo>
                  <a:pt x="1510" y="1690"/>
                </a:moveTo>
                <a:lnTo>
                  <a:pt x="1504" y="1682"/>
                </a:lnTo>
                <a:lnTo>
                  <a:pt x="1503" y="1678"/>
                </a:lnTo>
                <a:lnTo>
                  <a:pt x="1501" y="1674"/>
                </a:lnTo>
                <a:lnTo>
                  <a:pt x="1494" y="1645"/>
                </a:lnTo>
                <a:lnTo>
                  <a:pt x="1491" y="1635"/>
                </a:lnTo>
                <a:lnTo>
                  <a:pt x="1488" y="1626"/>
                </a:lnTo>
                <a:moveTo>
                  <a:pt x="1510" y="1690"/>
                </a:moveTo>
                <a:lnTo>
                  <a:pt x="1515" y="1691"/>
                </a:lnTo>
                <a:moveTo>
                  <a:pt x="1480" y="1499"/>
                </a:moveTo>
                <a:lnTo>
                  <a:pt x="1512" y="1492"/>
                </a:lnTo>
                <a:lnTo>
                  <a:pt x="1521" y="1491"/>
                </a:lnTo>
                <a:lnTo>
                  <a:pt x="1530" y="1491"/>
                </a:lnTo>
                <a:lnTo>
                  <a:pt x="1540" y="1494"/>
                </a:lnTo>
                <a:lnTo>
                  <a:pt x="1543" y="1495"/>
                </a:lnTo>
                <a:lnTo>
                  <a:pt x="1555" y="1499"/>
                </a:lnTo>
                <a:lnTo>
                  <a:pt x="1581" y="1508"/>
                </a:lnTo>
                <a:lnTo>
                  <a:pt x="1646" y="1536"/>
                </a:lnTo>
                <a:lnTo>
                  <a:pt x="1648" y="1538"/>
                </a:lnTo>
                <a:lnTo>
                  <a:pt x="1648" y="1543"/>
                </a:lnTo>
                <a:moveTo>
                  <a:pt x="1475" y="1482"/>
                </a:moveTo>
                <a:lnTo>
                  <a:pt x="1476" y="1487"/>
                </a:lnTo>
                <a:lnTo>
                  <a:pt x="1478" y="1490"/>
                </a:lnTo>
                <a:lnTo>
                  <a:pt x="1480" y="1499"/>
                </a:lnTo>
                <a:moveTo>
                  <a:pt x="1480" y="1499"/>
                </a:moveTo>
                <a:lnTo>
                  <a:pt x="1475" y="1502"/>
                </a:lnTo>
                <a:lnTo>
                  <a:pt x="1471" y="1505"/>
                </a:lnTo>
                <a:lnTo>
                  <a:pt x="1463" y="1511"/>
                </a:lnTo>
                <a:lnTo>
                  <a:pt x="1459" y="1514"/>
                </a:lnTo>
                <a:moveTo>
                  <a:pt x="137" y="2413"/>
                </a:moveTo>
                <a:lnTo>
                  <a:pt x="135" y="2416"/>
                </a:lnTo>
                <a:lnTo>
                  <a:pt x="132" y="2418"/>
                </a:lnTo>
                <a:lnTo>
                  <a:pt x="129" y="2420"/>
                </a:lnTo>
                <a:lnTo>
                  <a:pt x="124" y="2420"/>
                </a:lnTo>
                <a:lnTo>
                  <a:pt x="118" y="2420"/>
                </a:lnTo>
                <a:lnTo>
                  <a:pt x="95" y="2410"/>
                </a:lnTo>
                <a:lnTo>
                  <a:pt x="93" y="2410"/>
                </a:lnTo>
                <a:lnTo>
                  <a:pt x="91" y="2410"/>
                </a:lnTo>
                <a:lnTo>
                  <a:pt x="86" y="2412"/>
                </a:lnTo>
                <a:moveTo>
                  <a:pt x="137" y="2413"/>
                </a:moveTo>
                <a:lnTo>
                  <a:pt x="138" y="2418"/>
                </a:lnTo>
                <a:lnTo>
                  <a:pt x="140" y="2422"/>
                </a:lnTo>
                <a:lnTo>
                  <a:pt x="142" y="2425"/>
                </a:lnTo>
                <a:lnTo>
                  <a:pt x="143" y="2427"/>
                </a:lnTo>
                <a:lnTo>
                  <a:pt x="145" y="2429"/>
                </a:lnTo>
                <a:lnTo>
                  <a:pt x="147" y="2431"/>
                </a:lnTo>
                <a:lnTo>
                  <a:pt x="152" y="2434"/>
                </a:lnTo>
                <a:lnTo>
                  <a:pt x="245" y="2477"/>
                </a:lnTo>
                <a:moveTo>
                  <a:pt x="918" y="2666"/>
                </a:moveTo>
                <a:lnTo>
                  <a:pt x="918" y="2660"/>
                </a:lnTo>
                <a:moveTo>
                  <a:pt x="918" y="2660"/>
                </a:moveTo>
                <a:lnTo>
                  <a:pt x="926" y="2662"/>
                </a:lnTo>
                <a:lnTo>
                  <a:pt x="957" y="2673"/>
                </a:lnTo>
                <a:lnTo>
                  <a:pt x="963" y="2675"/>
                </a:lnTo>
                <a:moveTo>
                  <a:pt x="911" y="2700"/>
                </a:moveTo>
                <a:lnTo>
                  <a:pt x="916" y="2672"/>
                </a:lnTo>
                <a:moveTo>
                  <a:pt x="918" y="2666"/>
                </a:moveTo>
                <a:lnTo>
                  <a:pt x="916" y="2672"/>
                </a:lnTo>
                <a:moveTo>
                  <a:pt x="308" y="2740"/>
                </a:moveTo>
                <a:lnTo>
                  <a:pt x="300" y="2758"/>
                </a:lnTo>
                <a:moveTo>
                  <a:pt x="308" y="2740"/>
                </a:moveTo>
                <a:lnTo>
                  <a:pt x="322" y="2711"/>
                </a:lnTo>
                <a:moveTo>
                  <a:pt x="391" y="2554"/>
                </a:moveTo>
                <a:lnTo>
                  <a:pt x="385" y="2569"/>
                </a:lnTo>
                <a:moveTo>
                  <a:pt x="391" y="2554"/>
                </a:moveTo>
                <a:lnTo>
                  <a:pt x="344" y="2532"/>
                </a:lnTo>
                <a:lnTo>
                  <a:pt x="282" y="2503"/>
                </a:lnTo>
                <a:lnTo>
                  <a:pt x="277" y="2501"/>
                </a:lnTo>
                <a:lnTo>
                  <a:pt x="273" y="2499"/>
                </a:lnTo>
                <a:lnTo>
                  <a:pt x="266" y="2496"/>
                </a:lnTo>
                <a:lnTo>
                  <a:pt x="241" y="2484"/>
                </a:lnTo>
                <a:lnTo>
                  <a:pt x="232" y="2480"/>
                </a:lnTo>
                <a:moveTo>
                  <a:pt x="391" y="2554"/>
                </a:moveTo>
                <a:lnTo>
                  <a:pt x="439" y="2575"/>
                </a:lnTo>
                <a:lnTo>
                  <a:pt x="446" y="2578"/>
                </a:lnTo>
                <a:lnTo>
                  <a:pt x="509" y="2607"/>
                </a:lnTo>
                <a:lnTo>
                  <a:pt x="522" y="2614"/>
                </a:lnTo>
                <a:moveTo>
                  <a:pt x="93" y="2415"/>
                </a:moveTo>
                <a:lnTo>
                  <a:pt x="86" y="2412"/>
                </a:lnTo>
                <a:moveTo>
                  <a:pt x="93" y="2415"/>
                </a:moveTo>
                <a:lnTo>
                  <a:pt x="125" y="2429"/>
                </a:lnTo>
                <a:lnTo>
                  <a:pt x="232" y="2480"/>
                </a:lnTo>
                <a:moveTo>
                  <a:pt x="93" y="2415"/>
                </a:moveTo>
                <a:lnTo>
                  <a:pt x="94" y="2418"/>
                </a:lnTo>
                <a:lnTo>
                  <a:pt x="95" y="2425"/>
                </a:lnTo>
                <a:lnTo>
                  <a:pt x="95" y="2431"/>
                </a:lnTo>
                <a:lnTo>
                  <a:pt x="99" y="2490"/>
                </a:lnTo>
                <a:moveTo>
                  <a:pt x="1838" y="2156"/>
                </a:moveTo>
                <a:lnTo>
                  <a:pt x="1828" y="2164"/>
                </a:lnTo>
                <a:lnTo>
                  <a:pt x="1821" y="2169"/>
                </a:lnTo>
                <a:lnTo>
                  <a:pt x="1816" y="2173"/>
                </a:lnTo>
                <a:lnTo>
                  <a:pt x="1809" y="2175"/>
                </a:lnTo>
                <a:lnTo>
                  <a:pt x="1795" y="2179"/>
                </a:lnTo>
                <a:moveTo>
                  <a:pt x="1731" y="2209"/>
                </a:moveTo>
                <a:lnTo>
                  <a:pt x="1758" y="2197"/>
                </a:lnTo>
                <a:moveTo>
                  <a:pt x="1765" y="2193"/>
                </a:moveTo>
                <a:lnTo>
                  <a:pt x="1758" y="2197"/>
                </a:lnTo>
                <a:moveTo>
                  <a:pt x="1557" y="2743"/>
                </a:moveTo>
                <a:lnTo>
                  <a:pt x="1644" y="2737"/>
                </a:lnTo>
                <a:moveTo>
                  <a:pt x="1528" y="2366"/>
                </a:moveTo>
                <a:lnTo>
                  <a:pt x="1527" y="2371"/>
                </a:lnTo>
                <a:lnTo>
                  <a:pt x="1526" y="2373"/>
                </a:lnTo>
                <a:lnTo>
                  <a:pt x="1523" y="2374"/>
                </a:lnTo>
                <a:lnTo>
                  <a:pt x="1521" y="2375"/>
                </a:lnTo>
                <a:lnTo>
                  <a:pt x="1507" y="2377"/>
                </a:lnTo>
                <a:moveTo>
                  <a:pt x="1528" y="2366"/>
                </a:moveTo>
                <a:lnTo>
                  <a:pt x="1535" y="2302"/>
                </a:lnTo>
                <a:lnTo>
                  <a:pt x="1535" y="2301"/>
                </a:lnTo>
                <a:lnTo>
                  <a:pt x="1536" y="2299"/>
                </a:lnTo>
                <a:lnTo>
                  <a:pt x="1537" y="2298"/>
                </a:lnTo>
                <a:lnTo>
                  <a:pt x="1539" y="2297"/>
                </a:lnTo>
                <a:lnTo>
                  <a:pt x="1540" y="2296"/>
                </a:lnTo>
                <a:moveTo>
                  <a:pt x="1540" y="2296"/>
                </a:moveTo>
                <a:lnTo>
                  <a:pt x="1553" y="2297"/>
                </a:lnTo>
                <a:lnTo>
                  <a:pt x="1566" y="2298"/>
                </a:lnTo>
                <a:moveTo>
                  <a:pt x="1565" y="2254"/>
                </a:moveTo>
                <a:lnTo>
                  <a:pt x="1561" y="2242"/>
                </a:lnTo>
                <a:lnTo>
                  <a:pt x="1553" y="2219"/>
                </a:lnTo>
                <a:lnTo>
                  <a:pt x="1546" y="2188"/>
                </a:lnTo>
                <a:lnTo>
                  <a:pt x="1545" y="2182"/>
                </a:lnTo>
                <a:lnTo>
                  <a:pt x="1542" y="2171"/>
                </a:lnTo>
                <a:moveTo>
                  <a:pt x="660" y="868"/>
                </a:moveTo>
                <a:lnTo>
                  <a:pt x="657" y="845"/>
                </a:lnTo>
                <a:moveTo>
                  <a:pt x="630" y="806"/>
                </a:moveTo>
                <a:lnTo>
                  <a:pt x="634" y="846"/>
                </a:lnTo>
                <a:moveTo>
                  <a:pt x="647" y="952"/>
                </a:moveTo>
                <a:lnTo>
                  <a:pt x="635" y="865"/>
                </a:lnTo>
                <a:lnTo>
                  <a:pt x="634" y="846"/>
                </a:lnTo>
                <a:moveTo>
                  <a:pt x="826" y="1940"/>
                </a:moveTo>
                <a:lnTo>
                  <a:pt x="830" y="1938"/>
                </a:lnTo>
                <a:moveTo>
                  <a:pt x="826" y="1940"/>
                </a:moveTo>
                <a:lnTo>
                  <a:pt x="815" y="1933"/>
                </a:lnTo>
                <a:lnTo>
                  <a:pt x="813" y="1930"/>
                </a:lnTo>
                <a:lnTo>
                  <a:pt x="806" y="1922"/>
                </a:lnTo>
                <a:lnTo>
                  <a:pt x="805" y="1920"/>
                </a:lnTo>
                <a:lnTo>
                  <a:pt x="803" y="1917"/>
                </a:lnTo>
                <a:lnTo>
                  <a:pt x="801" y="1906"/>
                </a:lnTo>
                <a:moveTo>
                  <a:pt x="826" y="1940"/>
                </a:moveTo>
                <a:lnTo>
                  <a:pt x="845" y="1954"/>
                </a:lnTo>
                <a:lnTo>
                  <a:pt x="856" y="1961"/>
                </a:lnTo>
                <a:moveTo>
                  <a:pt x="801" y="1906"/>
                </a:moveTo>
                <a:lnTo>
                  <a:pt x="800" y="1904"/>
                </a:lnTo>
                <a:lnTo>
                  <a:pt x="798" y="1893"/>
                </a:lnTo>
                <a:moveTo>
                  <a:pt x="798" y="1831"/>
                </a:moveTo>
                <a:lnTo>
                  <a:pt x="799" y="1806"/>
                </a:lnTo>
                <a:moveTo>
                  <a:pt x="790" y="1708"/>
                </a:moveTo>
                <a:lnTo>
                  <a:pt x="794" y="1731"/>
                </a:lnTo>
                <a:lnTo>
                  <a:pt x="797" y="1769"/>
                </a:lnTo>
                <a:lnTo>
                  <a:pt x="799" y="1806"/>
                </a:lnTo>
                <a:moveTo>
                  <a:pt x="767" y="1549"/>
                </a:moveTo>
                <a:lnTo>
                  <a:pt x="771" y="1574"/>
                </a:lnTo>
                <a:moveTo>
                  <a:pt x="771" y="1579"/>
                </a:moveTo>
                <a:lnTo>
                  <a:pt x="771" y="1574"/>
                </a:lnTo>
                <a:moveTo>
                  <a:pt x="739" y="1446"/>
                </a:moveTo>
                <a:lnTo>
                  <a:pt x="740" y="1449"/>
                </a:lnTo>
                <a:moveTo>
                  <a:pt x="767" y="1549"/>
                </a:moveTo>
                <a:lnTo>
                  <a:pt x="760" y="1511"/>
                </a:lnTo>
                <a:lnTo>
                  <a:pt x="740" y="1449"/>
                </a:lnTo>
                <a:moveTo>
                  <a:pt x="714" y="1323"/>
                </a:moveTo>
                <a:lnTo>
                  <a:pt x="715" y="1336"/>
                </a:lnTo>
                <a:moveTo>
                  <a:pt x="719" y="1358"/>
                </a:moveTo>
                <a:lnTo>
                  <a:pt x="715" y="1336"/>
                </a:lnTo>
                <a:moveTo>
                  <a:pt x="692" y="1340"/>
                </a:moveTo>
                <a:lnTo>
                  <a:pt x="696" y="1340"/>
                </a:lnTo>
                <a:lnTo>
                  <a:pt x="702" y="1339"/>
                </a:lnTo>
                <a:lnTo>
                  <a:pt x="715" y="1336"/>
                </a:lnTo>
                <a:moveTo>
                  <a:pt x="690" y="1139"/>
                </a:moveTo>
                <a:lnTo>
                  <a:pt x="694" y="1160"/>
                </a:lnTo>
                <a:moveTo>
                  <a:pt x="694" y="1165"/>
                </a:moveTo>
                <a:lnTo>
                  <a:pt x="694" y="1160"/>
                </a:lnTo>
                <a:moveTo>
                  <a:pt x="684" y="1084"/>
                </a:moveTo>
                <a:lnTo>
                  <a:pt x="687" y="1120"/>
                </a:lnTo>
                <a:moveTo>
                  <a:pt x="690" y="1139"/>
                </a:moveTo>
                <a:lnTo>
                  <a:pt x="687" y="1120"/>
                </a:lnTo>
                <a:moveTo>
                  <a:pt x="913" y="1383"/>
                </a:moveTo>
                <a:lnTo>
                  <a:pt x="918" y="1384"/>
                </a:lnTo>
                <a:moveTo>
                  <a:pt x="935" y="1391"/>
                </a:moveTo>
                <a:lnTo>
                  <a:pt x="931" y="1388"/>
                </a:lnTo>
                <a:lnTo>
                  <a:pt x="926" y="1386"/>
                </a:lnTo>
                <a:lnTo>
                  <a:pt x="918" y="1384"/>
                </a:lnTo>
                <a:moveTo>
                  <a:pt x="945" y="1403"/>
                </a:moveTo>
                <a:lnTo>
                  <a:pt x="935" y="1391"/>
                </a:lnTo>
                <a:moveTo>
                  <a:pt x="1009" y="1478"/>
                </a:moveTo>
                <a:lnTo>
                  <a:pt x="1000" y="1468"/>
                </a:lnTo>
                <a:moveTo>
                  <a:pt x="1016" y="1420"/>
                </a:moveTo>
                <a:lnTo>
                  <a:pt x="1009" y="1442"/>
                </a:lnTo>
                <a:lnTo>
                  <a:pt x="1000" y="1468"/>
                </a:lnTo>
                <a:moveTo>
                  <a:pt x="945" y="1403"/>
                </a:moveTo>
                <a:lnTo>
                  <a:pt x="967" y="1431"/>
                </a:lnTo>
                <a:lnTo>
                  <a:pt x="980" y="1446"/>
                </a:lnTo>
                <a:lnTo>
                  <a:pt x="995" y="1462"/>
                </a:lnTo>
                <a:lnTo>
                  <a:pt x="1000" y="1468"/>
                </a:lnTo>
                <a:moveTo>
                  <a:pt x="1010" y="1479"/>
                </a:moveTo>
                <a:lnTo>
                  <a:pt x="1009" y="1478"/>
                </a:lnTo>
                <a:moveTo>
                  <a:pt x="1082" y="1555"/>
                </a:moveTo>
                <a:lnTo>
                  <a:pt x="1104" y="1579"/>
                </a:lnTo>
                <a:moveTo>
                  <a:pt x="1121" y="1602"/>
                </a:moveTo>
                <a:lnTo>
                  <a:pt x="1104" y="1579"/>
                </a:lnTo>
                <a:moveTo>
                  <a:pt x="1121" y="1602"/>
                </a:moveTo>
                <a:lnTo>
                  <a:pt x="1126" y="1608"/>
                </a:lnTo>
                <a:moveTo>
                  <a:pt x="1181" y="1569"/>
                </a:moveTo>
                <a:lnTo>
                  <a:pt x="1126" y="1608"/>
                </a:lnTo>
                <a:moveTo>
                  <a:pt x="1249" y="1531"/>
                </a:moveTo>
                <a:lnTo>
                  <a:pt x="1329" y="1520"/>
                </a:lnTo>
                <a:moveTo>
                  <a:pt x="1392" y="1506"/>
                </a:moveTo>
                <a:lnTo>
                  <a:pt x="1380" y="1509"/>
                </a:lnTo>
                <a:lnTo>
                  <a:pt x="1368" y="1513"/>
                </a:lnTo>
                <a:lnTo>
                  <a:pt x="1361" y="1516"/>
                </a:lnTo>
                <a:lnTo>
                  <a:pt x="1354" y="1517"/>
                </a:lnTo>
                <a:lnTo>
                  <a:pt x="1329" y="1520"/>
                </a:lnTo>
                <a:moveTo>
                  <a:pt x="678" y="1237"/>
                </a:moveTo>
                <a:lnTo>
                  <a:pt x="692" y="1340"/>
                </a:lnTo>
                <a:moveTo>
                  <a:pt x="656" y="1024"/>
                </a:moveTo>
                <a:lnTo>
                  <a:pt x="664" y="1120"/>
                </a:lnTo>
                <a:moveTo>
                  <a:pt x="673" y="1197"/>
                </a:moveTo>
                <a:lnTo>
                  <a:pt x="664" y="1120"/>
                </a:lnTo>
                <a:moveTo>
                  <a:pt x="1395" y="2265"/>
                </a:moveTo>
                <a:lnTo>
                  <a:pt x="1393" y="2250"/>
                </a:lnTo>
                <a:moveTo>
                  <a:pt x="1395" y="2265"/>
                </a:moveTo>
                <a:lnTo>
                  <a:pt x="1399" y="2285"/>
                </a:lnTo>
                <a:lnTo>
                  <a:pt x="1406" y="2322"/>
                </a:lnTo>
                <a:moveTo>
                  <a:pt x="1140" y="2157"/>
                </a:moveTo>
                <a:lnTo>
                  <a:pt x="1131" y="2160"/>
                </a:lnTo>
                <a:lnTo>
                  <a:pt x="1118" y="2164"/>
                </a:lnTo>
                <a:lnTo>
                  <a:pt x="1101" y="2169"/>
                </a:lnTo>
                <a:lnTo>
                  <a:pt x="1084" y="2174"/>
                </a:lnTo>
                <a:moveTo>
                  <a:pt x="1140" y="2157"/>
                </a:moveTo>
                <a:lnTo>
                  <a:pt x="1177" y="2144"/>
                </a:lnTo>
                <a:moveTo>
                  <a:pt x="1599" y="1612"/>
                </a:moveTo>
                <a:lnTo>
                  <a:pt x="1590" y="1619"/>
                </a:lnTo>
                <a:moveTo>
                  <a:pt x="1588" y="1596"/>
                </a:moveTo>
                <a:lnTo>
                  <a:pt x="1590" y="1598"/>
                </a:lnTo>
                <a:lnTo>
                  <a:pt x="1590" y="1600"/>
                </a:lnTo>
                <a:lnTo>
                  <a:pt x="1592" y="1602"/>
                </a:lnTo>
                <a:lnTo>
                  <a:pt x="1593" y="1604"/>
                </a:lnTo>
                <a:lnTo>
                  <a:pt x="1594" y="1605"/>
                </a:lnTo>
                <a:lnTo>
                  <a:pt x="1596" y="1608"/>
                </a:lnTo>
                <a:lnTo>
                  <a:pt x="1599" y="1612"/>
                </a:lnTo>
                <a:moveTo>
                  <a:pt x="1599" y="1612"/>
                </a:moveTo>
                <a:lnTo>
                  <a:pt x="1618" y="1593"/>
                </a:lnTo>
                <a:lnTo>
                  <a:pt x="1650" y="1563"/>
                </a:lnTo>
                <a:lnTo>
                  <a:pt x="1656" y="1556"/>
                </a:lnTo>
                <a:moveTo>
                  <a:pt x="1686" y="1322"/>
                </a:moveTo>
                <a:lnTo>
                  <a:pt x="1684" y="1336"/>
                </a:lnTo>
                <a:moveTo>
                  <a:pt x="1555" y="1200"/>
                </a:moveTo>
                <a:lnTo>
                  <a:pt x="1560" y="1208"/>
                </a:lnTo>
                <a:lnTo>
                  <a:pt x="1562" y="1216"/>
                </a:lnTo>
                <a:lnTo>
                  <a:pt x="1576" y="1284"/>
                </a:lnTo>
                <a:lnTo>
                  <a:pt x="1579" y="1293"/>
                </a:lnTo>
                <a:lnTo>
                  <a:pt x="1582" y="1300"/>
                </a:lnTo>
                <a:lnTo>
                  <a:pt x="1586" y="1307"/>
                </a:lnTo>
                <a:lnTo>
                  <a:pt x="1592" y="1314"/>
                </a:lnTo>
                <a:lnTo>
                  <a:pt x="1597" y="1316"/>
                </a:lnTo>
                <a:lnTo>
                  <a:pt x="1608" y="1320"/>
                </a:lnTo>
                <a:lnTo>
                  <a:pt x="1614" y="1321"/>
                </a:lnTo>
                <a:lnTo>
                  <a:pt x="1630" y="1327"/>
                </a:lnTo>
                <a:lnTo>
                  <a:pt x="1638" y="1328"/>
                </a:lnTo>
                <a:lnTo>
                  <a:pt x="1642" y="1330"/>
                </a:lnTo>
                <a:lnTo>
                  <a:pt x="1684" y="1336"/>
                </a:lnTo>
                <a:moveTo>
                  <a:pt x="1450" y="1078"/>
                </a:moveTo>
                <a:lnTo>
                  <a:pt x="1482" y="1178"/>
                </a:lnTo>
                <a:moveTo>
                  <a:pt x="1487" y="1205"/>
                </a:moveTo>
                <a:lnTo>
                  <a:pt x="1487" y="1195"/>
                </a:lnTo>
                <a:lnTo>
                  <a:pt x="1482" y="1178"/>
                </a:lnTo>
                <a:moveTo>
                  <a:pt x="1507" y="1172"/>
                </a:moveTo>
                <a:lnTo>
                  <a:pt x="1501" y="1173"/>
                </a:lnTo>
                <a:lnTo>
                  <a:pt x="1498" y="1174"/>
                </a:lnTo>
                <a:lnTo>
                  <a:pt x="1489" y="1176"/>
                </a:lnTo>
                <a:lnTo>
                  <a:pt x="1482" y="1178"/>
                </a:lnTo>
                <a:moveTo>
                  <a:pt x="1475" y="1237"/>
                </a:moveTo>
                <a:lnTo>
                  <a:pt x="1473" y="1238"/>
                </a:lnTo>
                <a:lnTo>
                  <a:pt x="1470" y="1241"/>
                </a:lnTo>
                <a:lnTo>
                  <a:pt x="1439" y="1256"/>
                </a:lnTo>
                <a:moveTo>
                  <a:pt x="1456" y="1331"/>
                </a:moveTo>
                <a:lnTo>
                  <a:pt x="1455" y="1328"/>
                </a:lnTo>
                <a:lnTo>
                  <a:pt x="1448" y="1298"/>
                </a:lnTo>
                <a:lnTo>
                  <a:pt x="1439" y="1256"/>
                </a:lnTo>
                <a:moveTo>
                  <a:pt x="1410" y="1237"/>
                </a:moveTo>
                <a:lnTo>
                  <a:pt x="1424" y="1234"/>
                </a:lnTo>
                <a:lnTo>
                  <a:pt x="1427" y="1233"/>
                </a:lnTo>
                <a:lnTo>
                  <a:pt x="1428" y="1233"/>
                </a:lnTo>
                <a:lnTo>
                  <a:pt x="1429" y="1233"/>
                </a:lnTo>
                <a:lnTo>
                  <a:pt x="1430" y="1233"/>
                </a:lnTo>
                <a:lnTo>
                  <a:pt x="1430" y="1234"/>
                </a:lnTo>
                <a:lnTo>
                  <a:pt x="1430" y="1235"/>
                </a:lnTo>
                <a:lnTo>
                  <a:pt x="1431" y="1235"/>
                </a:lnTo>
                <a:lnTo>
                  <a:pt x="1439" y="1256"/>
                </a:lnTo>
                <a:moveTo>
                  <a:pt x="1209" y="1294"/>
                </a:moveTo>
                <a:lnTo>
                  <a:pt x="1183" y="1303"/>
                </a:lnTo>
                <a:moveTo>
                  <a:pt x="1169" y="1307"/>
                </a:moveTo>
                <a:lnTo>
                  <a:pt x="1183" y="1303"/>
                </a:lnTo>
                <a:moveTo>
                  <a:pt x="1064" y="1342"/>
                </a:moveTo>
                <a:lnTo>
                  <a:pt x="1032" y="1354"/>
                </a:lnTo>
                <a:moveTo>
                  <a:pt x="1026" y="1376"/>
                </a:moveTo>
                <a:lnTo>
                  <a:pt x="1032" y="1354"/>
                </a:lnTo>
                <a:moveTo>
                  <a:pt x="1393" y="1241"/>
                </a:moveTo>
                <a:lnTo>
                  <a:pt x="1386" y="1242"/>
                </a:lnTo>
                <a:moveTo>
                  <a:pt x="1329" y="1257"/>
                </a:moveTo>
                <a:lnTo>
                  <a:pt x="1338" y="1255"/>
                </a:lnTo>
                <a:lnTo>
                  <a:pt x="1347" y="1252"/>
                </a:lnTo>
                <a:lnTo>
                  <a:pt x="1353" y="1251"/>
                </a:lnTo>
                <a:lnTo>
                  <a:pt x="1359" y="1249"/>
                </a:lnTo>
                <a:lnTo>
                  <a:pt x="1386" y="1242"/>
                </a:lnTo>
                <a:moveTo>
                  <a:pt x="964" y="2187"/>
                </a:moveTo>
                <a:lnTo>
                  <a:pt x="949" y="2190"/>
                </a:lnTo>
                <a:lnTo>
                  <a:pt x="935" y="2193"/>
                </a:lnTo>
                <a:lnTo>
                  <a:pt x="899" y="2200"/>
                </a:lnTo>
                <a:moveTo>
                  <a:pt x="5601" y="1991"/>
                </a:moveTo>
                <a:lnTo>
                  <a:pt x="5597" y="1991"/>
                </a:lnTo>
                <a:moveTo>
                  <a:pt x="5597" y="1991"/>
                </a:moveTo>
                <a:lnTo>
                  <a:pt x="5597" y="1983"/>
                </a:lnTo>
                <a:lnTo>
                  <a:pt x="5596" y="1973"/>
                </a:lnTo>
                <a:lnTo>
                  <a:pt x="5593" y="1962"/>
                </a:lnTo>
                <a:moveTo>
                  <a:pt x="5597" y="1991"/>
                </a:moveTo>
                <a:lnTo>
                  <a:pt x="5596" y="1998"/>
                </a:lnTo>
                <a:lnTo>
                  <a:pt x="5594" y="2003"/>
                </a:lnTo>
                <a:lnTo>
                  <a:pt x="5590" y="2010"/>
                </a:lnTo>
                <a:moveTo>
                  <a:pt x="5405" y="1046"/>
                </a:moveTo>
                <a:lnTo>
                  <a:pt x="5406" y="1038"/>
                </a:lnTo>
                <a:lnTo>
                  <a:pt x="5407" y="1025"/>
                </a:lnTo>
                <a:lnTo>
                  <a:pt x="5415" y="976"/>
                </a:lnTo>
                <a:moveTo>
                  <a:pt x="5405" y="1046"/>
                </a:moveTo>
                <a:lnTo>
                  <a:pt x="5401" y="1101"/>
                </a:lnTo>
                <a:lnTo>
                  <a:pt x="5401" y="1113"/>
                </a:lnTo>
                <a:moveTo>
                  <a:pt x="5489" y="705"/>
                </a:moveTo>
                <a:lnTo>
                  <a:pt x="5505" y="657"/>
                </a:lnTo>
                <a:moveTo>
                  <a:pt x="5489" y="705"/>
                </a:moveTo>
                <a:lnTo>
                  <a:pt x="5473" y="761"/>
                </a:lnTo>
                <a:moveTo>
                  <a:pt x="1754" y="1944"/>
                </a:moveTo>
                <a:lnTo>
                  <a:pt x="1747" y="1945"/>
                </a:lnTo>
                <a:lnTo>
                  <a:pt x="1735" y="1947"/>
                </a:lnTo>
                <a:moveTo>
                  <a:pt x="1577" y="2729"/>
                </a:moveTo>
                <a:lnTo>
                  <a:pt x="1541" y="2732"/>
                </a:lnTo>
                <a:moveTo>
                  <a:pt x="1875" y="1728"/>
                </a:moveTo>
                <a:lnTo>
                  <a:pt x="1875" y="1734"/>
                </a:lnTo>
                <a:lnTo>
                  <a:pt x="1878" y="1758"/>
                </a:lnTo>
                <a:moveTo>
                  <a:pt x="1875" y="1728"/>
                </a:moveTo>
                <a:lnTo>
                  <a:pt x="1872" y="1706"/>
                </a:lnTo>
                <a:lnTo>
                  <a:pt x="1869" y="1683"/>
                </a:lnTo>
                <a:moveTo>
                  <a:pt x="1901" y="1923"/>
                </a:moveTo>
                <a:lnTo>
                  <a:pt x="1900" y="1902"/>
                </a:lnTo>
                <a:moveTo>
                  <a:pt x="1156" y="2649"/>
                </a:moveTo>
                <a:lnTo>
                  <a:pt x="1155" y="2629"/>
                </a:lnTo>
                <a:moveTo>
                  <a:pt x="2330" y="1889"/>
                </a:moveTo>
                <a:lnTo>
                  <a:pt x="2331" y="1893"/>
                </a:lnTo>
                <a:lnTo>
                  <a:pt x="2333" y="1902"/>
                </a:lnTo>
                <a:lnTo>
                  <a:pt x="2338" y="1923"/>
                </a:lnTo>
                <a:lnTo>
                  <a:pt x="2342" y="1943"/>
                </a:lnTo>
                <a:lnTo>
                  <a:pt x="2344" y="1951"/>
                </a:lnTo>
                <a:lnTo>
                  <a:pt x="2351" y="1983"/>
                </a:lnTo>
                <a:lnTo>
                  <a:pt x="2358" y="2012"/>
                </a:lnTo>
                <a:moveTo>
                  <a:pt x="2330" y="1889"/>
                </a:moveTo>
                <a:lnTo>
                  <a:pt x="2327" y="1877"/>
                </a:lnTo>
                <a:lnTo>
                  <a:pt x="2324" y="1865"/>
                </a:lnTo>
                <a:moveTo>
                  <a:pt x="2018" y="2706"/>
                </a:moveTo>
                <a:lnTo>
                  <a:pt x="2025" y="2705"/>
                </a:lnTo>
                <a:moveTo>
                  <a:pt x="87" y="502"/>
                </a:moveTo>
                <a:lnTo>
                  <a:pt x="121" y="501"/>
                </a:lnTo>
                <a:lnTo>
                  <a:pt x="137" y="501"/>
                </a:lnTo>
                <a:moveTo>
                  <a:pt x="87" y="502"/>
                </a:moveTo>
                <a:lnTo>
                  <a:pt x="97" y="497"/>
                </a:lnTo>
                <a:lnTo>
                  <a:pt x="104" y="495"/>
                </a:lnTo>
                <a:lnTo>
                  <a:pt x="117" y="495"/>
                </a:lnTo>
                <a:lnTo>
                  <a:pt x="125" y="494"/>
                </a:lnTo>
                <a:lnTo>
                  <a:pt x="126" y="494"/>
                </a:lnTo>
                <a:lnTo>
                  <a:pt x="129" y="493"/>
                </a:lnTo>
                <a:lnTo>
                  <a:pt x="130" y="492"/>
                </a:lnTo>
                <a:lnTo>
                  <a:pt x="131" y="492"/>
                </a:lnTo>
                <a:lnTo>
                  <a:pt x="134" y="490"/>
                </a:lnTo>
                <a:lnTo>
                  <a:pt x="136" y="490"/>
                </a:lnTo>
                <a:moveTo>
                  <a:pt x="1696" y="1724"/>
                </a:moveTo>
                <a:lnTo>
                  <a:pt x="1680" y="1723"/>
                </a:lnTo>
                <a:lnTo>
                  <a:pt x="1627" y="1720"/>
                </a:lnTo>
                <a:moveTo>
                  <a:pt x="1696" y="1724"/>
                </a:moveTo>
                <a:lnTo>
                  <a:pt x="1711" y="1725"/>
                </a:lnTo>
                <a:moveTo>
                  <a:pt x="2682" y="968"/>
                </a:moveTo>
                <a:lnTo>
                  <a:pt x="2687" y="970"/>
                </a:lnTo>
                <a:lnTo>
                  <a:pt x="2691" y="972"/>
                </a:lnTo>
                <a:lnTo>
                  <a:pt x="2697" y="972"/>
                </a:lnTo>
                <a:lnTo>
                  <a:pt x="2703" y="971"/>
                </a:lnTo>
                <a:lnTo>
                  <a:pt x="2707" y="969"/>
                </a:lnTo>
                <a:moveTo>
                  <a:pt x="1711" y="1725"/>
                </a:moveTo>
                <a:lnTo>
                  <a:pt x="1719" y="1724"/>
                </a:lnTo>
                <a:moveTo>
                  <a:pt x="3452" y="391"/>
                </a:moveTo>
                <a:lnTo>
                  <a:pt x="3437" y="405"/>
                </a:lnTo>
                <a:moveTo>
                  <a:pt x="3437" y="405"/>
                </a:moveTo>
                <a:lnTo>
                  <a:pt x="3430" y="398"/>
                </a:lnTo>
                <a:lnTo>
                  <a:pt x="3410" y="381"/>
                </a:lnTo>
                <a:lnTo>
                  <a:pt x="3391" y="368"/>
                </a:lnTo>
                <a:lnTo>
                  <a:pt x="3375" y="359"/>
                </a:lnTo>
                <a:lnTo>
                  <a:pt x="3350" y="347"/>
                </a:lnTo>
                <a:lnTo>
                  <a:pt x="3345" y="345"/>
                </a:lnTo>
                <a:moveTo>
                  <a:pt x="3437" y="405"/>
                </a:moveTo>
                <a:lnTo>
                  <a:pt x="3455" y="424"/>
                </a:lnTo>
                <a:lnTo>
                  <a:pt x="3469" y="440"/>
                </a:lnTo>
                <a:lnTo>
                  <a:pt x="3482" y="459"/>
                </a:lnTo>
                <a:lnTo>
                  <a:pt x="3487" y="469"/>
                </a:lnTo>
                <a:moveTo>
                  <a:pt x="2591" y="940"/>
                </a:moveTo>
                <a:lnTo>
                  <a:pt x="2598" y="936"/>
                </a:lnTo>
                <a:lnTo>
                  <a:pt x="2604" y="933"/>
                </a:lnTo>
                <a:lnTo>
                  <a:pt x="2608" y="931"/>
                </a:lnTo>
                <a:lnTo>
                  <a:pt x="2611" y="930"/>
                </a:lnTo>
                <a:lnTo>
                  <a:pt x="2614" y="929"/>
                </a:lnTo>
                <a:moveTo>
                  <a:pt x="2591" y="940"/>
                </a:moveTo>
                <a:lnTo>
                  <a:pt x="2537" y="970"/>
                </a:lnTo>
                <a:moveTo>
                  <a:pt x="1414" y="2364"/>
                </a:moveTo>
                <a:lnTo>
                  <a:pt x="1416" y="2380"/>
                </a:lnTo>
                <a:moveTo>
                  <a:pt x="1983" y="1274"/>
                </a:moveTo>
                <a:lnTo>
                  <a:pt x="2010" y="1258"/>
                </a:lnTo>
                <a:lnTo>
                  <a:pt x="2056" y="1229"/>
                </a:lnTo>
                <a:moveTo>
                  <a:pt x="2056" y="1229"/>
                </a:moveTo>
                <a:lnTo>
                  <a:pt x="2069" y="1225"/>
                </a:lnTo>
                <a:lnTo>
                  <a:pt x="2079" y="1224"/>
                </a:lnTo>
                <a:moveTo>
                  <a:pt x="1578" y="2275"/>
                </a:moveTo>
                <a:lnTo>
                  <a:pt x="1566" y="2298"/>
                </a:lnTo>
                <a:moveTo>
                  <a:pt x="3339" y="2412"/>
                </a:moveTo>
                <a:lnTo>
                  <a:pt x="3340" y="2408"/>
                </a:lnTo>
                <a:moveTo>
                  <a:pt x="3341" y="2345"/>
                </a:moveTo>
                <a:lnTo>
                  <a:pt x="3341" y="2371"/>
                </a:lnTo>
                <a:lnTo>
                  <a:pt x="3341" y="2397"/>
                </a:lnTo>
                <a:lnTo>
                  <a:pt x="3341" y="2403"/>
                </a:lnTo>
                <a:lnTo>
                  <a:pt x="3340" y="2408"/>
                </a:lnTo>
                <a:moveTo>
                  <a:pt x="3331" y="2441"/>
                </a:moveTo>
                <a:lnTo>
                  <a:pt x="3329" y="2446"/>
                </a:lnTo>
                <a:moveTo>
                  <a:pt x="3309" y="2546"/>
                </a:moveTo>
                <a:lnTo>
                  <a:pt x="3310" y="2535"/>
                </a:lnTo>
                <a:lnTo>
                  <a:pt x="3311" y="2524"/>
                </a:lnTo>
                <a:lnTo>
                  <a:pt x="3315" y="2505"/>
                </a:lnTo>
                <a:lnTo>
                  <a:pt x="3317" y="2495"/>
                </a:lnTo>
                <a:lnTo>
                  <a:pt x="3317" y="2492"/>
                </a:lnTo>
                <a:lnTo>
                  <a:pt x="3322" y="2469"/>
                </a:lnTo>
                <a:lnTo>
                  <a:pt x="3326" y="2455"/>
                </a:lnTo>
                <a:lnTo>
                  <a:pt x="3329" y="2446"/>
                </a:lnTo>
                <a:moveTo>
                  <a:pt x="3327" y="2158"/>
                </a:moveTo>
                <a:lnTo>
                  <a:pt x="3332" y="2167"/>
                </a:lnTo>
                <a:moveTo>
                  <a:pt x="3333" y="2194"/>
                </a:moveTo>
                <a:lnTo>
                  <a:pt x="3332" y="2167"/>
                </a:lnTo>
                <a:moveTo>
                  <a:pt x="3332" y="2167"/>
                </a:moveTo>
                <a:lnTo>
                  <a:pt x="3306" y="2148"/>
                </a:lnTo>
                <a:lnTo>
                  <a:pt x="3286" y="2134"/>
                </a:lnTo>
                <a:lnTo>
                  <a:pt x="3264" y="2119"/>
                </a:lnTo>
                <a:lnTo>
                  <a:pt x="3193" y="2069"/>
                </a:lnTo>
                <a:lnTo>
                  <a:pt x="3133" y="2025"/>
                </a:lnTo>
                <a:lnTo>
                  <a:pt x="3130" y="2023"/>
                </a:lnTo>
                <a:lnTo>
                  <a:pt x="3121" y="2016"/>
                </a:lnTo>
                <a:lnTo>
                  <a:pt x="3111" y="2008"/>
                </a:lnTo>
                <a:lnTo>
                  <a:pt x="3104" y="2003"/>
                </a:lnTo>
                <a:lnTo>
                  <a:pt x="3060" y="1970"/>
                </a:lnTo>
                <a:moveTo>
                  <a:pt x="3332" y="2167"/>
                </a:moveTo>
                <a:lnTo>
                  <a:pt x="3421" y="2229"/>
                </a:lnTo>
                <a:moveTo>
                  <a:pt x="3335" y="2225"/>
                </a:moveTo>
                <a:lnTo>
                  <a:pt x="3337" y="2246"/>
                </a:lnTo>
                <a:moveTo>
                  <a:pt x="3339" y="2286"/>
                </a:moveTo>
                <a:lnTo>
                  <a:pt x="3338" y="2263"/>
                </a:lnTo>
                <a:lnTo>
                  <a:pt x="3337" y="2246"/>
                </a:lnTo>
                <a:moveTo>
                  <a:pt x="3302" y="2593"/>
                </a:moveTo>
                <a:lnTo>
                  <a:pt x="3302" y="2584"/>
                </a:lnTo>
                <a:lnTo>
                  <a:pt x="3304" y="2570"/>
                </a:lnTo>
                <a:lnTo>
                  <a:pt x="3306" y="2563"/>
                </a:lnTo>
                <a:lnTo>
                  <a:pt x="3307" y="2555"/>
                </a:lnTo>
                <a:lnTo>
                  <a:pt x="3309" y="2546"/>
                </a:lnTo>
                <a:moveTo>
                  <a:pt x="2607" y="2717"/>
                </a:moveTo>
                <a:lnTo>
                  <a:pt x="2600" y="2720"/>
                </a:lnTo>
                <a:moveTo>
                  <a:pt x="2902" y="2742"/>
                </a:moveTo>
                <a:lnTo>
                  <a:pt x="2894" y="2743"/>
                </a:lnTo>
                <a:lnTo>
                  <a:pt x="2871" y="2746"/>
                </a:lnTo>
                <a:lnTo>
                  <a:pt x="2833" y="2746"/>
                </a:lnTo>
                <a:lnTo>
                  <a:pt x="2807" y="2743"/>
                </a:lnTo>
                <a:lnTo>
                  <a:pt x="2715" y="2730"/>
                </a:lnTo>
                <a:lnTo>
                  <a:pt x="2608" y="2717"/>
                </a:lnTo>
                <a:lnTo>
                  <a:pt x="2607" y="2717"/>
                </a:lnTo>
                <a:moveTo>
                  <a:pt x="2607" y="2717"/>
                </a:moveTo>
                <a:lnTo>
                  <a:pt x="2601" y="2711"/>
                </a:lnTo>
                <a:moveTo>
                  <a:pt x="2700" y="2722"/>
                </a:moveTo>
                <a:lnTo>
                  <a:pt x="2708" y="2734"/>
                </a:lnTo>
                <a:moveTo>
                  <a:pt x="2708" y="2734"/>
                </a:moveTo>
                <a:lnTo>
                  <a:pt x="2698" y="2733"/>
                </a:lnTo>
                <a:lnTo>
                  <a:pt x="2671" y="2729"/>
                </a:lnTo>
                <a:moveTo>
                  <a:pt x="2710" y="2743"/>
                </a:moveTo>
                <a:lnTo>
                  <a:pt x="2710" y="2739"/>
                </a:lnTo>
                <a:lnTo>
                  <a:pt x="2708" y="2734"/>
                </a:lnTo>
                <a:moveTo>
                  <a:pt x="2701" y="2694"/>
                </a:moveTo>
                <a:lnTo>
                  <a:pt x="2699" y="2709"/>
                </a:lnTo>
                <a:lnTo>
                  <a:pt x="2699" y="2715"/>
                </a:lnTo>
                <a:lnTo>
                  <a:pt x="2700" y="2722"/>
                </a:lnTo>
                <a:moveTo>
                  <a:pt x="2700" y="2722"/>
                </a:moveTo>
                <a:lnTo>
                  <a:pt x="2640" y="2715"/>
                </a:lnTo>
                <a:moveTo>
                  <a:pt x="1949" y="2757"/>
                </a:moveTo>
                <a:lnTo>
                  <a:pt x="1947" y="2749"/>
                </a:lnTo>
                <a:moveTo>
                  <a:pt x="1947" y="2749"/>
                </a:moveTo>
                <a:lnTo>
                  <a:pt x="1940" y="2746"/>
                </a:lnTo>
                <a:lnTo>
                  <a:pt x="1915" y="2739"/>
                </a:lnTo>
                <a:moveTo>
                  <a:pt x="1947" y="2749"/>
                </a:moveTo>
                <a:lnTo>
                  <a:pt x="1946" y="2741"/>
                </a:lnTo>
                <a:moveTo>
                  <a:pt x="631" y="2650"/>
                </a:moveTo>
                <a:lnTo>
                  <a:pt x="632" y="2655"/>
                </a:lnTo>
                <a:lnTo>
                  <a:pt x="634" y="2657"/>
                </a:lnTo>
                <a:lnTo>
                  <a:pt x="637" y="2659"/>
                </a:lnTo>
                <a:lnTo>
                  <a:pt x="653" y="2667"/>
                </a:lnTo>
                <a:lnTo>
                  <a:pt x="689" y="2684"/>
                </a:lnTo>
                <a:lnTo>
                  <a:pt x="702" y="2689"/>
                </a:lnTo>
                <a:lnTo>
                  <a:pt x="716" y="2696"/>
                </a:lnTo>
                <a:lnTo>
                  <a:pt x="719" y="2697"/>
                </a:lnTo>
                <a:lnTo>
                  <a:pt x="728" y="2701"/>
                </a:lnTo>
                <a:lnTo>
                  <a:pt x="739" y="2706"/>
                </a:lnTo>
                <a:lnTo>
                  <a:pt x="751" y="2712"/>
                </a:lnTo>
                <a:lnTo>
                  <a:pt x="754" y="2713"/>
                </a:lnTo>
                <a:lnTo>
                  <a:pt x="771" y="2721"/>
                </a:lnTo>
                <a:lnTo>
                  <a:pt x="775" y="2723"/>
                </a:lnTo>
                <a:lnTo>
                  <a:pt x="796" y="2733"/>
                </a:lnTo>
                <a:lnTo>
                  <a:pt x="803" y="2736"/>
                </a:lnTo>
                <a:lnTo>
                  <a:pt x="817" y="2743"/>
                </a:lnTo>
                <a:lnTo>
                  <a:pt x="833" y="2750"/>
                </a:lnTo>
                <a:lnTo>
                  <a:pt x="850" y="2757"/>
                </a:lnTo>
                <a:lnTo>
                  <a:pt x="856" y="2760"/>
                </a:lnTo>
                <a:lnTo>
                  <a:pt x="870" y="2766"/>
                </a:lnTo>
                <a:lnTo>
                  <a:pt x="880" y="2770"/>
                </a:lnTo>
                <a:lnTo>
                  <a:pt x="881" y="2771"/>
                </a:lnTo>
                <a:moveTo>
                  <a:pt x="631" y="2650"/>
                </a:moveTo>
                <a:lnTo>
                  <a:pt x="630" y="2643"/>
                </a:lnTo>
                <a:moveTo>
                  <a:pt x="1424" y="2730"/>
                </a:moveTo>
                <a:lnTo>
                  <a:pt x="1363" y="2727"/>
                </a:lnTo>
                <a:moveTo>
                  <a:pt x="1915" y="2739"/>
                </a:moveTo>
                <a:lnTo>
                  <a:pt x="1913" y="2747"/>
                </a:lnTo>
                <a:lnTo>
                  <a:pt x="1909" y="2755"/>
                </a:lnTo>
                <a:lnTo>
                  <a:pt x="1907" y="2757"/>
                </a:lnTo>
                <a:lnTo>
                  <a:pt x="1905" y="2760"/>
                </a:lnTo>
                <a:moveTo>
                  <a:pt x="600" y="2539"/>
                </a:moveTo>
                <a:lnTo>
                  <a:pt x="602" y="2533"/>
                </a:lnTo>
                <a:lnTo>
                  <a:pt x="608" y="2521"/>
                </a:lnTo>
                <a:lnTo>
                  <a:pt x="613" y="2511"/>
                </a:lnTo>
                <a:lnTo>
                  <a:pt x="616" y="2503"/>
                </a:lnTo>
                <a:moveTo>
                  <a:pt x="616" y="2503"/>
                </a:moveTo>
                <a:lnTo>
                  <a:pt x="617" y="2500"/>
                </a:lnTo>
                <a:lnTo>
                  <a:pt x="621" y="2492"/>
                </a:lnTo>
                <a:lnTo>
                  <a:pt x="627" y="2476"/>
                </a:lnTo>
                <a:lnTo>
                  <a:pt x="632" y="2468"/>
                </a:lnTo>
                <a:lnTo>
                  <a:pt x="650" y="2426"/>
                </a:lnTo>
                <a:lnTo>
                  <a:pt x="661" y="2403"/>
                </a:lnTo>
                <a:moveTo>
                  <a:pt x="1149" y="2068"/>
                </a:moveTo>
                <a:lnTo>
                  <a:pt x="1162" y="2056"/>
                </a:lnTo>
                <a:lnTo>
                  <a:pt x="1171" y="2048"/>
                </a:lnTo>
                <a:lnTo>
                  <a:pt x="1178" y="2041"/>
                </a:lnTo>
                <a:lnTo>
                  <a:pt x="1181" y="2037"/>
                </a:lnTo>
                <a:lnTo>
                  <a:pt x="1195" y="2022"/>
                </a:lnTo>
                <a:lnTo>
                  <a:pt x="1197" y="2019"/>
                </a:lnTo>
                <a:lnTo>
                  <a:pt x="1204" y="2013"/>
                </a:lnTo>
                <a:lnTo>
                  <a:pt x="1207" y="2010"/>
                </a:lnTo>
                <a:lnTo>
                  <a:pt x="1217" y="2000"/>
                </a:lnTo>
                <a:lnTo>
                  <a:pt x="1226" y="1990"/>
                </a:lnTo>
                <a:lnTo>
                  <a:pt x="1231" y="1985"/>
                </a:lnTo>
                <a:lnTo>
                  <a:pt x="1249" y="1966"/>
                </a:lnTo>
                <a:lnTo>
                  <a:pt x="1265" y="1951"/>
                </a:lnTo>
                <a:lnTo>
                  <a:pt x="1280" y="1935"/>
                </a:lnTo>
                <a:moveTo>
                  <a:pt x="1149" y="2068"/>
                </a:moveTo>
                <a:lnTo>
                  <a:pt x="1144" y="2074"/>
                </a:lnTo>
                <a:lnTo>
                  <a:pt x="1116" y="2102"/>
                </a:lnTo>
                <a:lnTo>
                  <a:pt x="1099" y="2119"/>
                </a:lnTo>
                <a:lnTo>
                  <a:pt x="1093" y="2125"/>
                </a:lnTo>
                <a:moveTo>
                  <a:pt x="824" y="2039"/>
                </a:moveTo>
                <a:lnTo>
                  <a:pt x="808" y="2073"/>
                </a:lnTo>
                <a:lnTo>
                  <a:pt x="804" y="2082"/>
                </a:lnTo>
                <a:lnTo>
                  <a:pt x="799" y="2093"/>
                </a:lnTo>
                <a:lnTo>
                  <a:pt x="793" y="2103"/>
                </a:lnTo>
                <a:lnTo>
                  <a:pt x="791" y="2108"/>
                </a:lnTo>
                <a:moveTo>
                  <a:pt x="1096" y="2706"/>
                </a:moveTo>
                <a:lnTo>
                  <a:pt x="1066" y="2701"/>
                </a:lnTo>
                <a:moveTo>
                  <a:pt x="963" y="2675"/>
                </a:moveTo>
                <a:lnTo>
                  <a:pt x="994" y="2685"/>
                </a:lnTo>
                <a:lnTo>
                  <a:pt x="1024" y="2693"/>
                </a:lnTo>
                <a:lnTo>
                  <a:pt x="1066" y="2701"/>
                </a:lnTo>
                <a:moveTo>
                  <a:pt x="1656" y="1556"/>
                </a:moveTo>
                <a:lnTo>
                  <a:pt x="1654" y="1553"/>
                </a:lnTo>
                <a:lnTo>
                  <a:pt x="1651" y="1550"/>
                </a:lnTo>
                <a:lnTo>
                  <a:pt x="1651" y="1548"/>
                </a:lnTo>
                <a:lnTo>
                  <a:pt x="1648" y="1543"/>
                </a:lnTo>
                <a:moveTo>
                  <a:pt x="1648" y="1543"/>
                </a:moveTo>
                <a:lnTo>
                  <a:pt x="1614" y="1574"/>
                </a:lnTo>
                <a:lnTo>
                  <a:pt x="1602" y="1586"/>
                </a:lnTo>
                <a:lnTo>
                  <a:pt x="1594" y="1593"/>
                </a:lnTo>
                <a:lnTo>
                  <a:pt x="1588" y="1596"/>
                </a:lnTo>
                <a:moveTo>
                  <a:pt x="1679" y="1411"/>
                </a:moveTo>
                <a:lnTo>
                  <a:pt x="1678" y="1427"/>
                </a:lnTo>
                <a:lnTo>
                  <a:pt x="1677" y="1448"/>
                </a:lnTo>
                <a:lnTo>
                  <a:pt x="1676" y="1478"/>
                </a:lnTo>
                <a:lnTo>
                  <a:pt x="1676" y="1487"/>
                </a:lnTo>
                <a:moveTo>
                  <a:pt x="1363" y="2727"/>
                </a:moveTo>
                <a:lnTo>
                  <a:pt x="1291" y="2722"/>
                </a:lnTo>
                <a:moveTo>
                  <a:pt x="1656" y="1556"/>
                </a:moveTo>
                <a:lnTo>
                  <a:pt x="1665" y="1549"/>
                </a:lnTo>
                <a:lnTo>
                  <a:pt x="1668" y="1546"/>
                </a:lnTo>
                <a:lnTo>
                  <a:pt x="1683" y="1537"/>
                </a:lnTo>
                <a:lnTo>
                  <a:pt x="1688" y="1535"/>
                </a:lnTo>
                <a:moveTo>
                  <a:pt x="1676" y="1487"/>
                </a:moveTo>
                <a:lnTo>
                  <a:pt x="1677" y="1495"/>
                </a:lnTo>
                <a:moveTo>
                  <a:pt x="1498" y="1825"/>
                </a:moveTo>
                <a:lnTo>
                  <a:pt x="1498" y="1829"/>
                </a:lnTo>
                <a:lnTo>
                  <a:pt x="1501" y="1845"/>
                </a:lnTo>
                <a:lnTo>
                  <a:pt x="1502" y="1857"/>
                </a:lnTo>
                <a:lnTo>
                  <a:pt x="1503" y="1885"/>
                </a:lnTo>
                <a:moveTo>
                  <a:pt x="1498" y="1825"/>
                </a:moveTo>
                <a:lnTo>
                  <a:pt x="1500" y="1825"/>
                </a:lnTo>
                <a:moveTo>
                  <a:pt x="2025" y="2705"/>
                </a:moveTo>
                <a:lnTo>
                  <a:pt x="2107" y="2702"/>
                </a:lnTo>
                <a:moveTo>
                  <a:pt x="1503" y="1891"/>
                </a:moveTo>
                <a:lnTo>
                  <a:pt x="1503" y="1911"/>
                </a:lnTo>
                <a:moveTo>
                  <a:pt x="1503" y="1891"/>
                </a:moveTo>
                <a:lnTo>
                  <a:pt x="1503" y="1885"/>
                </a:lnTo>
                <a:moveTo>
                  <a:pt x="298" y="1130"/>
                </a:moveTo>
                <a:lnTo>
                  <a:pt x="304" y="1167"/>
                </a:lnTo>
                <a:moveTo>
                  <a:pt x="310" y="1188"/>
                </a:moveTo>
                <a:lnTo>
                  <a:pt x="309" y="1186"/>
                </a:lnTo>
                <a:lnTo>
                  <a:pt x="307" y="1183"/>
                </a:lnTo>
                <a:lnTo>
                  <a:pt x="304" y="1167"/>
                </a:lnTo>
                <a:moveTo>
                  <a:pt x="36" y="1331"/>
                </a:moveTo>
                <a:lnTo>
                  <a:pt x="36" y="1347"/>
                </a:lnTo>
                <a:lnTo>
                  <a:pt x="36" y="1348"/>
                </a:lnTo>
                <a:lnTo>
                  <a:pt x="37" y="1379"/>
                </a:lnTo>
                <a:lnTo>
                  <a:pt x="37" y="1380"/>
                </a:lnTo>
                <a:lnTo>
                  <a:pt x="37" y="1382"/>
                </a:lnTo>
                <a:lnTo>
                  <a:pt x="40" y="1464"/>
                </a:lnTo>
                <a:lnTo>
                  <a:pt x="42" y="1528"/>
                </a:lnTo>
                <a:moveTo>
                  <a:pt x="46" y="1724"/>
                </a:moveTo>
                <a:lnTo>
                  <a:pt x="42" y="1628"/>
                </a:lnTo>
                <a:lnTo>
                  <a:pt x="42" y="1549"/>
                </a:lnTo>
                <a:lnTo>
                  <a:pt x="42" y="1528"/>
                </a:lnTo>
                <a:moveTo>
                  <a:pt x="81" y="1318"/>
                </a:moveTo>
                <a:lnTo>
                  <a:pt x="67" y="1319"/>
                </a:lnTo>
                <a:lnTo>
                  <a:pt x="61" y="1319"/>
                </a:lnTo>
                <a:lnTo>
                  <a:pt x="59" y="1320"/>
                </a:lnTo>
                <a:lnTo>
                  <a:pt x="57" y="1319"/>
                </a:lnTo>
                <a:lnTo>
                  <a:pt x="55" y="1319"/>
                </a:lnTo>
                <a:lnTo>
                  <a:pt x="53" y="1319"/>
                </a:lnTo>
                <a:lnTo>
                  <a:pt x="50" y="1317"/>
                </a:lnTo>
                <a:lnTo>
                  <a:pt x="45" y="1316"/>
                </a:lnTo>
                <a:moveTo>
                  <a:pt x="26" y="1099"/>
                </a:moveTo>
                <a:lnTo>
                  <a:pt x="31" y="1145"/>
                </a:lnTo>
                <a:lnTo>
                  <a:pt x="40" y="1249"/>
                </a:lnTo>
                <a:lnTo>
                  <a:pt x="42" y="1272"/>
                </a:lnTo>
                <a:lnTo>
                  <a:pt x="45" y="1310"/>
                </a:lnTo>
                <a:lnTo>
                  <a:pt x="45" y="1316"/>
                </a:lnTo>
                <a:moveTo>
                  <a:pt x="36" y="1331"/>
                </a:moveTo>
                <a:lnTo>
                  <a:pt x="36" y="1330"/>
                </a:lnTo>
                <a:lnTo>
                  <a:pt x="37" y="1328"/>
                </a:lnTo>
                <a:lnTo>
                  <a:pt x="38" y="1327"/>
                </a:lnTo>
                <a:lnTo>
                  <a:pt x="38" y="1326"/>
                </a:lnTo>
                <a:lnTo>
                  <a:pt x="39" y="1326"/>
                </a:lnTo>
                <a:lnTo>
                  <a:pt x="44" y="1319"/>
                </a:lnTo>
                <a:lnTo>
                  <a:pt x="45" y="1316"/>
                </a:lnTo>
                <a:moveTo>
                  <a:pt x="26" y="1093"/>
                </a:moveTo>
                <a:lnTo>
                  <a:pt x="23" y="1062"/>
                </a:lnTo>
                <a:lnTo>
                  <a:pt x="12" y="996"/>
                </a:lnTo>
                <a:lnTo>
                  <a:pt x="7" y="971"/>
                </a:lnTo>
                <a:moveTo>
                  <a:pt x="51" y="1809"/>
                </a:moveTo>
                <a:lnTo>
                  <a:pt x="51" y="1823"/>
                </a:lnTo>
                <a:moveTo>
                  <a:pt x="57" y="1964"/>
                </a:moveTo>
                <a:lnTo>
                  <a:pt x="54" y="1893"/>
                </a:lnTo>
                <a:lnTo>
                  <a:pt x="51" y="1823"/>
                </a:lnTo>
                <a:moveTo>
                  <a:pt x="289" y="1068"/>
                </a:moveTo>
                <a:lnTo>
                  <a:pt x="298" y="1130"/>
                </a:lnTo>
                <a:moveTo>
                  <a:pt x="294" y="1278"/>
                </a:moveTo>
                <a:lnTo>
                  <a:pt x="315" y="1274"/>
                </a:lnTo>
                <a:lnTo>
                  <a:pt x="339" y="1269"/>
                </a:lnTo>
                <a:moveTo>
                  <a:pt x="310" y="1188"/>
                </a:moveTo>
                <a:lnTo>
                  <a:pt x="312" y="1190"/>
                </a:lnTo>
                <a:lnTo>
                  <a:pt x="314" y="1190"/>
                </a:lnTo>
                <a:lnTo>
                  <a:pt x="317" y="1193"/>
                </a:lnTo>
                <a:lnTo>
                  <a:pt x="321" y="1196"/>
                </a:lnTo>
                <a:lnTo>
                  <a:pt x="324" y="1200"/>
                </a:lnTo>
                <a:lnTo>
                  <a:pt x="338" y="1263"/>
                </a:lnTo>
                <a:lnTo>
                  <a:pt x="339" y="1269"/>
                </a:lnTo>
                <a:moveTo>
                  <a:pt x="378" y="1263"/>
                </a:moveTo>
                <a:lnTo>
                  <a:pt x="362" y="1265"/>
                </a:lnTo>
                <a:lnTo>
                  <a:pt x="339" y="1269"/>
                </a:lnTo>
                <a:moveTo>
                  <a:pt x="513" y="2212"/>
                </a:moveTo>
                <a:lnTo>
                  <a:pt x="522" y="2210"/>
                </a:lnTo>
                <a:lnTo>
                  <a:pt x="554" y="2206"/>
                </a:lnTo>
                <a:lnTo>
                  <a:pt x="595" y="2204"/>
                </a:lnTo>
                <a:moveTo>
                  <a:pt x="190" y="1307"/>
                </a:moveTo>
                <a:lnTo>
                  <a:pt x="188" y="1307"/>
                </a:lnTo>
                <a:moveTo>
                  <a:pt x="81" y="1318"/>
                </a:moveTo>
                <a:lnTo>
                  <a:pt x="123" y="1314"/>
                </a:lnTo>
                <a:lnTo>
                  <a:pt x="146" y="1312"/>
                </a:lnTo>
                <a:lnTo>
                  <a:pt x="162" y="1311"/>
                </a:lnTo>
                <a:lnTo>
                  <a:pt x="173" y="1310"/>
                </a:lnTo>
                <a:lnTo>
                  <a:pt x="188" y="1307"/>
                </a:lnTo>
                <a:moveTo>
                  <a:pt x="288" y="1061"/>
                </a:moveTo>
                <a:lnTo>
                  <a:pt x="289" y="1068"/>
                </a:lnTo>
                <a:moveTo>
                  <a:pt x="92" y="2310"/>
                </a:moveTo>
                <a:lnTo>
                  <a:pt x="95" y="2345"/>
                </a:lnTo>
                <a:lnTo>
                  <a:pt x="97" y="2373"/>
                </a:lnTo>
                <a:moveTo>
                  <a:pt x="72" y="2151"/>
                </a:moveTo>
                <a:lnTo>
                  <a:pt x="72" y="2147"/>
                </a:lnTo>
                <a:lnTo>
                  <a:pt x="71" y="2141"/>
                </a:lnTo>
                <a:lnTo>
                  <a:pt x="70" y="2131"/>
                </a:lnTo>
                <a:moveTo>
                  <a:pt x="57" y="1964"/>
                </a:moveTo>
                <a:lnTo>
                  <a:pt x="58" y="2000"/>
                </a:lnTo>
                <a:lnTo>
                  <a:pt x="60" y="2024"/>
                </a:lnTo>
                <a:lnTo>
                  <a:pt x="65" y="2089"/>
                </a:lnTo>
                <a:lnTo>
                  <a:pt x="67" y="2111"/>
                </a:lnTo>
                <a:lnTo>
                  <a:pt x="70" y="2131"/>
                </a:lnTo>
                <a:moveTo>
                  <a:pt x="78" y="2267"/>
                </a:moveTo>
                <a:lnTo>
                  <a:pt x="92" y="2310"/>
                </a:lnTo>
                <a:moveTo>
                  <a:pt x="371" y="2598"/>
                </a:moveTo>
                <a:lnTo>
                  <a:pt x="365" y="2612"/>
                </a:lnTo>
                <a:moveTo>
                  <a:pt x="371" y="2598"/>
                </a:moveTo>
                <a:lnTo>
                  <a:pt x="385" y="2569"/>
                </a:lnTo>
                <a:moveTo>
                  <a:pt x="522" y="2614"/>
                </a:moveTo>
                <a:lnTo>
                  <a:pt x="536" y="2620"/>
                </a:lnTo>
                <a:moveTo>
                  <a:pt x="2708" y="1894"/>
                </a:moveTo>
                <a:lnTo>
                  <a:pt x="2710" y="1900"/>
                </a:lnTo>
                <a:moveTo>
                  <a:pt x="2714" y="1919"/>
                </a:moveTo>
                <a:lnTo>
                  <a:pt x="2714" y="1918"/>
                </a:lnTo>
                <a:lnTo>
                  <a:pt x="2710" y="1900"/>
                </a:lnTo>
                <a:moveTo>
                  <a:pt x="2859" y="1818"/>
                </a:moveTo>
                <a:lnTo>
                  <a:pt x="2858" y="1829"/>
                </a:lnTo>
                <a:moveTo>
                  <a:pt x="2848" y="1893"/>
                </a:moveTo>
                <a:lnTo>
                  <a:pt x="2850" y="1877"/>
                </a:lnTo>
                <a:lnTo>
                  <a:pt x="2858" y="1829"/>
                </a:lnTo>
                <a:moveTo>
                  <a:pt x="2861" y="1797"/>
                </a:moveTo>
                <a:lnTo>
                  <a:pt x="2859" y="1818"/>
                </a:lnTo>
                <a:moveTo>
                  <a:pt x="2707" y="1881"/>
                </a:moveTo>
                <a:lnTo>
                  <a:pt x="2707" y="1888"/>
                </a:lnTo>
                <a:moveTo>
                  <a:pt x="2708" y="1894"/>
                </a:moveTo>
                <a:lnTo>
                  <a:pt x="2707" y="1888"/>
                </a:lnTo>
                <a:moveTo>
                  <a:pt x="2603" y="1958"/>
                </a:moveTo>
                <a:lnTo>
                  <a:pt x="2714" y="1919"/>
                </a:lnTo>
                <a:moveTo>
                  <a:pt x="2709" y="1813"/>
                </a:moveTo>
                <a:lnTo>
                  <a:pt x="2707" y="1830"/>
                </a:lnTo>
                <a:moveTo>
                  <a:pt x="2707" y="1847"/>
                </a:moveTo>
                <a:lnTo>
                  <a:pt x="2707" y="1830"/>
                </a:lnTo>
                <a:moveTo>
                  <a:pt x="2422" y="2024"/>
                </a:moveTo>
                <a:lnTo>
                  <a:pt x="2365" y="2048"/>
                </a:lnTo>
                <a:moveTo>
                  <a:pt x="2365" y="2048"/>
                </a:moveTo>
                <a:lnTo>
                  <a:pt x="2358" y="2012"/>
                </a:lnTo>
                <a:moveTo>
                  <a:pt x="2601" y="2711"/>
                </a:moveTo>
                <a:lnTo>
                  <a:pt x="2616" y="2712"/>
                </a:lnTo>
                <a:lnTo>
                  <a:pt x="2640" y="2715"/>
                </a:lnTo>
                <a:moveTo>
                  <a:pt x="2601" y="2711"/>
                </a:moveTo>
                <a:lnTo>
                  <a:pt x="2586" y="2709"/>
                </a:lnTo>
                <a:moveTo>
                  <a:pt x="2813" y="2755"/>
                </a:moveTo>
                <a:lnTo>
                  <a:pt x="2812" y="2768"/>
                </a:lnTo>
                <a:moveTo>
                  <a:pt x="2600" y="2720"/>
                </a:moveTo>
                <a:lnTo>
                  <a:pt x="2527" y="2712"/>
                </a:lnTo>
                <a:moveTo>
                  <a:pt x="2600" y="2720"/>
                </a:moveTo>
                <a:lnTo>
                  <a:pt x="2607" y="2722"/>
                </a:lnTo>
                <a:lnTo>
                  <a:pt x="2614" y="2722"/>
                </a:lnTo>
                <a:lnTo>
                  <a:pt x="2671" y="2729"/>
                </a:lnTo>
                <a:moveTo>
                  <a:pt x="4090" y="2567"/>
                </a:moveTo>
                <a:lnTo>
                  <a:pt x="4065" y="2647"/>
                </a:lnTo>
                <a:lnTo>
                  <a:pt x="4047" y="2720"/>
                </a:lnTo>
                <a:moveTo>
                  <a:pt x="4090" y="2567"/>
                </a:moveTo>
                <a:lnTo>
                  <a:pt x="4127" y="2432"/>
                </a:lnTo>
                <a:moveTo>
                  <a:pt x="4154" y="2283"/>
                </a:moveTo>
                <a:lnTo>
                  <a:pt x="4197" y="2134"/>
                </a:lnTo>
                <a:moveTo>
                  <a:pt x="4154" y="2283"/>
                </a:moveTo>
                <a:lnTo>
                  <a:pt x="4155" y="2284"/>
                </a:lnTo>
                <a:lnTo>
                  <a:pt x="4164" y="2286"/>
                </a:lnTo>
                <a:lnTo>
                  <a:pt x="4167" y="2287"/>
                </a:lnTo>
                <a:moveTo>
                  <a:pt x="4154" y="2283"/>
                </a:moveTo>
                <a:lnTo>
                  <a:pt x="4143" y="2279"/>
                </a:lnTo>
                <a:lnTo>
                  <a:pt x="4119" y="2272"/>
                </a:lnTo>
                <a:moveTo>
                  <a:pt x="4154" y="2283"/>
                </a:moveTo>
                <a:lnTo>
                  <a:pt x="4152" y="2289"/>
                </a:lnTo>
                <a:moveTo>
                  <a:pt x="3552" y="1998"/>
                </a:moveTo>
                <a:lnTo>
                  <a:pt x="3549" y="2091"/>
                </a:lnTo>
                <a:moveTo>
                  <a:pt x="3526" y="2088"/>
                </a:moveTo>
                <a:lnTo>
                  <a:pt x="3549" y="2091"/>
                </a:lnTo>
                <a:moveTo>
                  <a:pt x="3779" y="2180"/>
                </a:moveTo>
                <a:lnTo>
                  <a:pt x="3802" y="2188"/>
                </a:lnTo>
                <a:lnTo>
                  <a:pt x="3846" y="2201"/>
                </a:lnTo>
                <a:lnTo>
                  <a:pt x="3859" y="2204"/>
                </a:lnTo>
                <a:moveTo>
                  <a:pt x="3894" y="2214"/>
                </a:moveTo>
                <a:lnTo>
                  <a:pt x="3880" y="2210"/>
                </a:lnTo>
                <a:lnTo>
                  <a:pt x="3864" y="2205"/>
                </a:lnTo>
                <a:lnTo>
                  <a:pt x="3859" y="2204"/>
                </a:lnTo>
                <a:moveTo>
                  <a:pt x="4264" y="1892"/>
                </a:moveTo>
                <a:lnTo>
                  <a:pt x="4256" y="1919"/>
                </a:lnTo>
                <a:lnTo>
                  <a:pt x="4247" y="1957"/>
                </a:lnTo>
                <a:lnTo>
                  <a:pt x="4229" y="2019"/>
                </a:lnTo>
                <a:lnTo>
                  <a:pt x="4217" y="2064"/>
                </a:lnTo>
                <a:lnTo>
                  <a:pt x="4197" y="2134"/>
                </a:lnTo>
                <a:moveTo>
                  <a:pt x="4209" y="2137"/>
                </a:moveTo>
                <a:lnTo>
                  <a:pt x="4207" y="2136"/>
                </a:lnTo>
                <a:lnTo>
                  <a:pt x="4199" y="2134"/>
                </a:lnTo>
                <a:lnTo>
                  <a:pt x="4197" y="2134"/>
                </a:lnTo>
                <a:moveTo>
                  <a:pt x="4209" y="2137"/>
                </a:moveTo>
                <a:lnTo>
                  <a:pt x="4170" y="2276"/>
                </a:lnTo>
                <a:lnTo>
                  <a:pt x="4167" y="2287"/>
                </a:lnTo>
                <a:moveTo>
                  <a:pt x="3708" y="2119"/>
                </a:moveTo>
                <a:lnTo>
                  <a:pt x="3709" y="2120"/>
                </a:lnTo>
                <a:lnTo>
                  <a:pt x="3709" y="2122"/>
                </a:lnTo>
                <a:lnTo>
                  <a:pt x="3710" y="2123"/>
                </a:lnTo>
                <a:lnTo>
                  <a:pt x="3709" y="2134"/>
                </a:lnTo>
                <a:lnTo>
                  <a:pt x="3706" y="2155"/>
                </a:lnTo>
                <a:moveTo>
                  <a:pt x="3698" y="2193"/>
                </a:moveTo>
                <a:lnTo>
                  <a:pt x="3700" y="2181"/>
                </a:lnTo>
                <a:lnTo>
                  <a:pt x="3706" y="2155"/>
                </a:lnTo>
                <a:moveTo>
                  <a:pt x="3742" y="2165"/>
                </a:moveTo>
                <a:lnTo>
                  <a:pt x="3727" y="2161"/>
                </a:lnTo>
                <a:lnTo>
                  <a:pt x="3706" y="2155"/>
                </a:lnTo>
                <a:moveTo>
                  <a:pt x="4033" y="2724"/>
                </a:moveTo>
                <a:lnTo>
                  <a:pt x="4035" y="2717"/>
                </a:lnTo>
                <a:moveTo>
                  <a:pt x="4076" y="2563"/>
                </a:moveTo>
                <a:lnTo>
                  <a:pt x="4115" y="2429"/>
                </a:lnTo>
                <a:moveTo>
                  <a:pt x="4076" y="2563"/>
                </a:moveTo>
                <a:lnTo>
                  <a:pt x="4060" y="2632"/>
                </a:lnTo>
                <a:lnTo>
                  <a:pt x="4035" y="2717"/>
                </a:lnTo>
                <a:moveTo>
                  <a:pt x="4167" y="2287"/>
                </a:moveTo>
                <a:lnTo>
                  <a:pt x="4166" y="2293"/>
                </a:lnTo>
                <a:moveTo>
                  <a:pt x="4167" y="2287"/>
                </a:moveTo>
                <a:lnTo>
                  <a:pt x="4203" y="2297"/>
                </a:lnTo>
                <a:moveTo>
                  <a:pt x="4115" y="2429"/>
                </a:moveTo>
                <a:lnTo>
                  <a:pt x="4127" y="2380"/>
                </a:lnTo>
                <a:lnTo>
                  <a:pt x="4152" y="2289"/>
                </a:lnTo>
                <a:moveTo>
                  <a:pt x="3320" y="1989"/>
                </a:moveTo>
                <a:lnTo>
                  <a:pt x="3322" y="1996"/>
                </a:lnTo>
                <a:lnTo>
                  <a:pt x="3322" y="1998"/>
                </a:lnTo>
                <a:lnTo>
                  <a:pt x="3323" y="2002"/>
                </a:lnTo>
                <a:lnTo>
                  <a:pt x="3323" y="2006"/>
                </a:lnTo>
                <a:lnTo>
                  <a:pt x="3324" y="2025"/>
                </a:lnTo>
                <a:lnTo>
                  <a:pt x="3324" y="2051"/>
                </a:lnTo>
                <a:lnTo>
                  <a:pt x="3324" y="2052"/>
                </a:lnTo>
                <a:lnTo>
                  <a:pt x="3323" y="2059"/>
                </a:lnTo>
                <a:moveTo>
                  <a:pt x="3317" y="2122"/>
                </a:moveTo>
                <a:lnTo>
                  <a:pt x="3317" y="2118"/>
                </a:lnTo>
                <a:lnTo>
                  <a:pt x="3318" y="2114"/>
                </a:lnTo>
                <a:lnTo>
                  <a:pt x="3320" y="2088"/>
                </a:lnTo>
                <a:lnTo>
                  <a:pt x="3322" y="2073"/>
                </a:lnTo>
                <a:lnTo>
                  <a:pt x="3323" y="2059"/>
                </a:lnTo>
                <a:moveTo>
                  <a:pt x="3480" y="2078"/>
                </a:moveTo>
                <a:lnTo>
                  <a:pt x="3473" y="2078"/>
                </a:lnTo>
                <a:lnTo>
                  <a:pt x="3455" y="2075"/>
                </a:lnTo>
                <a:lnTo>
                  <a:pt x="3434" y="2074"/>
                </a:lnTo>
                <a:lnTo>
                  <a:pt x="3372" y="2066"/>
                </a:lnTo>
                <a:lnTo>
                  <a:pt x="3344" y="2062"/>
                </a:lnTo>
                <a:lnTo>
                  <a:pt x="3323" y="2059"/>
                </a:lnTo>
                <a:moveTo>
                  <a:pt x="133" y="523"/>
                </a:moveTo>
                <a:lnTo>
                  <a:pt x="140" y="523"/>
                </a:lnTo>
                <a:moveTo>
                  <a:pt x="141" y="523"/>
                </a:moveTo>
                <a:lnTo>
                  <a:pt x="140" y="523"/>
                </a:lnTo>
                <a:moveTo>
                  <a:pt x="624" y="754"/>
                </a:moveTo>
                <a:lnTo>
                  <a:pt x="629" y="797"/>
                </a:lnTo>
                <a:moveTo>
                  <a:pt x="630" y="806"/>
                </a:moveTo>
                <a:lnTo>
                  <a:pt x="629" y="797"/>
                </a:lnTo>
                <a:moveTo>
                  <a:pt x="141" y="523"/>
                </a:moveTo>
                <a:lnTo>
                  <a:pt x="202" y="520"/>
                </a:lnTo>
                <a:lnTo>
                  <a:pt x="209" y="520"/>
                </a:lnTo>
                <a:lnTo>
                  <a:pt x="213" y="520"/>
                </a:lnTo>
                <a:moveTo>
                  <a:pt x="410" y="478"/>
                </a:moveTo>
                <a:lnTo>
                  <a:pt x="315" y="500"/>
                </a:lnTo>
                <a:lnTo>
                  <a:pt x="213" y="520"/>
                </a:lnTo>
                <a:moveTo>
                  <a:pt x="219" y="581"/>
                </a:moveTo>
                <a:lnTo>
                  <a:pt x="218" y="571"/>
                </a:lnTo>
                <a:lnTo>
                  <a:pt x="216" y="555"/>
                </a:lnTo>
                <a:lnTo>
                  <a:pt x="213" y="520"/>
                </a:lnTo>
                <a:moveTo>
                  <a:pt x="279" y="999"/>
                </a:moveTo>
                <a:lnTo>
                  <a:pt x="264" y="894"/>
                </a:lnTo>
                <a:moveTo>
                  <a:pt x="261" y="869"/>
                </a:moveTo>
                <a:lnTo>
                  <a:pt x="264" y="894"/>
                </a:lnTo>
                <a:moveTo>
                  <a:pt x="137" y="501"/>
                </a:moveTo>
                <a:lnTo>
                  <a:pt x="139" y="501"/>
                </a:lnTo>
                <a:lnTo>
                  <a:pt x="145" y="500"/>
                </a:lnTo>
                <a:lnTo>
                  <a:pt x="158" y="499"/>
                </a:lnTo>
                <a:lnTo>
                  <a:pt x="197" y="498"/>
                </a:lnTo>
                <a:moveTo>
                  <a:pt x="656" y="1024"/>
                </a:moveTo>
                <a:lnTo>
                  <a:pt x="647" y="952"/>
                </a:lnTo>
                <a:moveTo>
                  <a:pt x="605" y="599"/>
                </a:moveTo>
                <a:lnTo>
                  <a:pt x="603" y="593"/>
                </a:lnTo>
                <a:moveTo>
                  <a:pt x="518" y="491"/>
                </a:moveTo>
                <a:lnTo>
                  <a:pt x="538" y="518"/>
                </a:lnTo>
                <a:lnTo>
                  <a:pt x="558" y="541"/>
                </a:lnTo>
                <a:lnTo>
                  <a:pt x="598" y="585"/>
                </a:lnTo>
                <a:lnTo>
                  <a:pt x="600" y="588"/>
                </a:lnTo>
                <a:lnTo>
                  <a:pt x="603" y="593"/>
                </a:lnTo>
                <a:moveTo>
                  <a:pt x="605" y="599"/>
                </a:moveTo>
                <a:lnTo>
                  <a:pt x="619" y="719"/>
                </a:lnTo>
                <a:moveTo>
                  <a:pt x="624" y="754"/>
                </a:moveTo>
                <a:lnTo>
                  <a:pt x="619" y="719"/>
                </a:lnTo>
                <a:moveTo>
                  <a:pt x="2487" y="342"/>
                </a:moveTo>
                <a:lnTo>
                  <a:pt x="2544" y="311"/>
                </a:lnTo>
                <a:lnTo>
                  <a:pt x="2612" y="283"/>
                </a:lnTo>
                <a:lnTo>
                  <a:pt x="2633" y="274"/>
                </a:lnTo>
                <a:moveTo>
                  <a:pt x="2487" y="342"/>
                </a:moveTo>
                <a:lnTo>
                  <a:pt x="2477" y="347"/>
                </a:lnTo>
                <a:lnTo>
                  <a:pt x="2452" y="361"/>
                </a:lnTo>
                <a:lnTo>
                  <a:pt x="2437" y="370"/>
                </a:lnTo>
                <a:lnTo>
                  <a:pt x="2426" y="378"/>
                </a:lnTo>
                <a:moveTo>
                  <a:pt x="2426" y="378"/>
                </a:moveTo>
                <a:lnTo>
                  <a:pt x="2406" y="389"/>
                </a:lnTo>
                <a:lnTo>
                  <a:pt x="2379" y="401"/>
                </a:lnTo>
                <a:moveTo>
                  <a:pt x="2426" y="378"/>
                </a:moveTo>
                <a:lnTo>
                  <a:pt x="2426" y="385"/>
                </a:lnTo>
                <a:lnTo>
                  <a:pt x="2429" y="390"/>
                </a:lnTo>
                <a:lnTo>
                  <a:pt x="2432" y="393"/>
                </a:lnTo>
                <a:lnTo>
                  <a:pt x="2438" y="391"/>
                </a:lnTo>
                <a:moveTo>
                  <a:pt x="3452" y="391"/>
                </a:moveTo>
                <a:lnTo>
                  <a:pt x="3466" y="403"/>
                </a:lnTo>
                <a:lnTo>
                  <a:pt x="3473" y="413"/>
                </a:lnTo>
                <a:lnTo>
                  <a:pt x="3491" y="437"/>
                </a:lnTo>
                <a:lnTo>
                  <a:pt x="3495" y="443"/>
                </a:lnTo>
                <a:moveTo>
                  <a:pt x="3452" y="391"/>
                </a:moveTo>
                <a:lnTo>
                  <a:pt x="3430" y="370"/>
                </a:lnTo>
                <a:lnTo>
                  <a:pt x="3414" y="359"/>
                </a:lnTo>
                <a:lnTo>
                  <a:pt x="3406" y="354"/>
                </a:lnTo>
                <a:lnTo>
                  <a:pt x="3386" y="343"/>
                </a:lnTo>
                <a:lnTo>
                  <a:pt x="3320" y="306"/>
                </a:lnTo>
                <a:lnTo>
                  <a:pt x="3203" y="246"/>
                </a:lnTo>
                <a:lnTo>
                  <a:pt x="3194" y="244"/>
                </a:lnTo>
                <a:lnTo>
                  <a:pt x="3192" y="245"/>
                </a:lnTo>
                <a:lnTo>
                  <a:pt x="3171" y="251"/>
                </a:lnTo>
                <a:lnTo>
                  <a:pt x="3168" y="251"/>
                </a:lnTo>
                <a:lnTo>
                  <a:pt x="3136" y="233"/>
                </a:lnTo>
                <a:lnTo>
                  <a:pt x="3085" y="200"/>
                </a:lnTo>
                <a:lnTo>
                  <a:pt x="3067" y="181"/>
                </a:lnTo>
                <a:lnTo>
                  <a:pt x="3051" y="173"/>
                </a:lnTo>
                <a:lnTo>
                  <a:pt x="3035" y="167"/>
                </a:lnTo>
                <a:lnTo>
                  <a:pt x="3015" y="163"/>
                </a:lnTo>
                <a:lnTo>
                  <a:pt x="2980" y="160"/>
                </a:lnTo>
                <a:lnTo>
                  <a:pt x="2945" y="160"/>
                </a:lnTo>
                <a:lnTo>
                  <a:pt x="2924" y="162"/>
                </a:lnTo>
                <a:lnTo>
                  <a:pt x="2915" y="164"/>
                </a:lnTo>
                <a:lnTo>
                  <a:pt x="2881" y="176"/>
                </a:lnTo>
                <a:lnTo>
                  <a:pt x="2663" y="263"/>
                </a:lnTo>
                <a:lnTo>
                  <a:pt x="2633" y="274"/>
                </a:lnTo>
                <a:moveTo>
                  <a:pt x="3495" y="443"/>
                </a:moveTo>
                <a:lnTo>
                  <a:pt x="3501" y="458"/>
                </a:lnTo>
                <a:moveTo>
                  <a:pt x="3509" y="553"/>
                </a:moveTo>
                <a:lnTo>
                  <a:pt x="3507" y="539"/>
                </a:lnTo>
                <a:lnTo>
                  <a:pt x="3505" y="524"/>
                </a:lnTo>
                <a:lnTo>
                  <a:pt x="3494" y="485"/>
                </a:lnTo>
                <a:lnTo>
                  <a:pt x="3487" y="469"/>
                </a:lnTo>
                <a:moveTo>
                  <a:pt x="3509" y="553"/>
                </a:moveTo>
                <a:lnTo>
                  <a:pt x="3510" y="565"/>
                </a:lnTo>
                <a:lnTo>
                  <a:pt x="3510" y="595"/>
                </a:lnTo>
                <a:lnTo>
                  <a:pt x="3506" y="677"/>
                </a:lnTo>
                <a:lnTo>
                  <a:pt x="3505" y="696"/>
                </a:lnTo>
                <a:moveTo>
                  <a:pt x="3530" y="554"/>
                </a:moveTo>
                <a:lnTo>
                  <a:pt x="3532" y="639"/>
                </a:lnTo>
                <a:lnTo>
                  <a:pt x="3532" y="682"/>
                </a:lnTo>
                <a:moveTo>
                  <a:pt x="3530" y="554"/>
                </a:moveTo>
                <a:lnTo>
                  <a:pt x="3528" y="544"/>
                </a:lnTo>
                <a:lnTo>
                  <a:pt x="3526" y="533"/>
                </a:lnTo>
                <a:lnTo>
                  <a:pt x="3522" y="516"/>
                </a:lnTo>
                <a:lnTo>
                  <a:pt x="3519" y="504"/>
                </a:lnTo>
                <a:lnTo>
                  <a:pt x="3512" y="487"/>
                </a:lnTo>
                <a:lnTo>
                  <a:pt x="3505" y="469"/>
                </a:lnTo>
                <a:lnTo>
                  <a:pt x="3501" y="458"/>
                </a:lnTo>
                <a:moveTo>
                  <a:pt x="3532" y="682"/>
                </a:moveTo>
                <a:lnTo>
                  <a:pt x="3533" y="687"/>
                </a:lnTo>
                <a:lnTo>
                  <a:pt x="3533" y="689"/>
                </a:lnTo>
                <a:lnTo>
                  <a:pt x="3535" y="691"/>
                </a:lnTo>
                <a:lnTo>
                  <a:pt x="3537" y="694"/>
                </a:lnTo>
                <a:lnTo>
                  <a:pt x="3539" y="696"/>
                </a:lnTo>
                <a:lnTo>
                  <a:pt x="3542" y="698"/>
                </a:lnTo>
                <a:lnTo>
                  <a:pt x="3546" y="700"/>
                </a:lnTo>
                <a:lnTo>
                  <a:pt x="3551" y="701"/>
                </a:lnTo>
                <a:lnTo>
                  <a:pt x="3559" y="701"/>
                </a:lnTo>
                <a:lnTo>
                  <a:pt x="3573" y="703"/>
                </a:lnTo>
                <a:lnTo>
                  <a:pt x="3587" y="703"/>
                </a:lnTo>
                <a:lnTo>
                  <a:pt x="3589" y="703"/>
                </a:lnTo>
                <a:moveTo>
                  <a:pt x="3532" y="682"/>
                </a:moveTo>
                <a:lnTo>
                  <a:pt x="3530" y="699"/>
                </a:lnTo>
                <a:lnTo>
                  <a:pt x="3528" y="708"/>
                </a:lnTo>
                <a:lnTo>
                  <a:pt x="3524" y="712"/>
                </a:lnTo>
                <a:lnTo>
                  <a:pt x="3519" y="714"/>
                </a:lnTo>
                <a:lnTo>
                  <a:pt x="3516" y="715"/>
                </a:lnTo>
                <a:moveTo>
                  <a:pt x="1306" y="687"/>
                </a:moveTo>
                <a:lnTo>
                  <a:pt x="1300" y="690"/>
                </a:lnTo>
                <a:moveTo>
                  <a:pt x="1300" y="690"/>
                </a:moveTo>
                <a:lnTo>
                  <a:pt x="1325" y="696"/>
                </a:lnTo>
                <a:lnTo>
                  <a:pt x="1374" y="708"/>
                </a:lnTo>
                <a:lnTo>
                  <a:pt x="1413" y="717"/>
                </a:lnTo>
                <a:lnTo>
                  <a:pt x="1429" y="718"/>
                </a:lnTo>
                <a:lnTo>
                  <a:pt x="1446" y="717"/>
                </a:lnTo>
                <a:lnTo>
                  <a:pt x="1490" y="710"/>
                </a:lnTo>
                <a:lnTo>
                  <a:pt x="1510" y="708"/>
                </a:lnTo>
                <a:lnTo>
                  <a:pt x="1603" y="687"/>
                </a:lnTo>
                <a:lnTo>
                  <a:pt x="1633" y="680"/>
                </a:lnTo>
                <a:lnTo>
                  <a:pt x="1915" y="579"/>
                </a:lnTo>
                <a:moveTo>
                  <a:pt x="1299" y="697"/>
                </a:moveTo>
                <a:lnTo>
                  <a:pt x="1299" y="695"/>
                </a:lnTo>
                <a:lnTo>
                  <a:pt x="1300" y="690"/>
                </a:lnTo>
                <a:moveTo>
                  <a:pt x="1300" y="690"/>
                </a:moveTo>
                <a:lnTo>
                  <a:pt x="1231" y="674"/>
                </a:lnTo>
                <a:moveTo>
                  <a:pt x="3505" y="696"/>
                </a:moveTo>
                <a:lnTo>
                  <a:pt x="3507" y="703"/>
                </a:lnTo>
                <a:lnTo>
                  <a:pt x="3509" y="709"/>
                </a:lnTo>
                <a:lnTo>
                  <a:pt x="3516" y="715"/>
                </a:lnTo>
                <a:moveTo>
                  <a:pt x="3505" y="696"/>
                </a:moveTo>
                <a:lnTo>
                  <a:pt x="3500" y="705"/>
                </a:lnTo>
                <a:lnTo>
                  <a:pt x="3494" y="711"/>
                </a:lnTo>
                <a:lnTo>
                  <a:pt x="3485" y="715"/>
                </a:lnTo>
                <a:lnTo>
                  <a:pt x="3483" y="715"/>
                </a:lnTo>
                <a:moveTo>
                  <a:pt x="410" y="478"/>
                </a:moveTo>
                <a:lnTo>
                  <a:pt x="494" y="457"/>
                </a:lnTo>
                <a:lnTo>
                  <a:pt x="495" y="457"/>
                </a:lnTo>
                <a:lnTo>
                  <a:pt x="497" y="457"/>
                </a:lnTo>
                <a:lnTo>
                  <a:pt x="499" y="457"/>
                </a:lnTo>
                <a:lnTo>
                  <a:pt x="499" y="458"/>
                </a:lnTo>
                <a:lnTo>
                  <a:pt x="518" y="491"/>
                </a:lnTo>
                <a:moveTo>
                  <a:pt x="294" y="1278"/>
                </a:moveTo>
                <a:lnTo>
                  <a:pt x="287" y="1280"/>
                </a:lnTo>
                <a:moveTo>
                  <a:pt x="190" y="1307"/>
                </a:moveTo>
                <a:lnTo>
                  <a:pt x="207" y="1303"/>
                </a:lnTo>
                <a:lnTo>
                  <a:pt x="229" y="1297"/>
                </a:lnTo>
                <a:lnTo>
                  <a:pt x="287" y="1280"/>
                </a:lnTo>
                <a:moveTo>
                  <a:pt x="410" y="2554"/>
                </a:moveTo>
                <a:lnTo>
                  <a:pt x="422" y="2560"/>
                </a:lnTo>
                <a:lnTo>
                  <a:pt x="442" y="2569"/>
                </a:lnTo>
                <a:lnTo>
                  <a:pt x="522" y="2605"/>
                </a:lnTo>
                <a:lnTo>
                  <a:pt x="527" y="2606"/>
                </a:lnTo>
                <a:lnTo>
                  <a:pt x="531" y="2605"/>
                </a:lnTo>
                <a:lnTo>
                  <a:pt x="538" y="2602"/>
                </a:lnTo>
                <a:lnTo>
                  <a:pt x="550" y="2593"/>
                </a:lnTo>
                <a:lnTo>
                  <a:pt x="552" y="2593"/>
                </a:lnTo>
                <a:lnTo>
                  <a:pt x="569" y="2586"/>
                </a:lnTo>
                <a:moveTo>
                  <a:pt x="410" y="2554"/>
                </a:moveTo>
                <a:lnTo>
                  <a:pt x="386" y="2543"/>
                </a:lnTo>
                <a:moveTo>
                  <a:pt x="137" y="509"/>
                </a:moveTo>
                <a:lnTo>
                  <a:pt x="120" y="509"/>
                </a:lnTo>
                <a:lnTo>
                  <a:pt x="43" y="511"/>
                </a:lnTo>
                <a:moveTo>
                  <a:pt x="137" y="509"/>
                </a:moveTo>
                <a:lnTo>
                  <a:pt x="141" y="508"/>
                </a:lnTo>
                <a:lnTo>
                  <a:pt x="197" y="505"/>
                </a:lnTo>
                <a:lnTo>
                  <a:pt x="205" y="504"/>
                </a:lnTo>
                <a:moveTo>
                  <a:pt x="43" y="511"/>
                </a:moveTo>
                <a:lnTo>
                  <a:pt x="51" y="513"/>
                </a:lnTo>
                <a:lnTo>
                  <a:pt x="61" y="514"/>
                </a:lnTo>
                <a:lnTo>
                  <a:pt x="72" y="514"/>
                </a:lnTo>
                <a:lnTo>
                  <a:pt x="90" y="513"/>
                </a:lnTo>
                <a:lnTo>
                  <a:pt x="104" y="512"/>
                </a:lnTo>
                <a:lnTo>
                  <a:pt x="113" y="512"/>
                </a:lnTo>
                <a:lnTo>
                  <a:pt x="122" y="513"/>
                </a:lnTo>
                <a:lnTo>
                  <a:pt x="126" y="513"/>
                </a:lnTo>
                <a:lnTo>
                  <a:pt x="129" y="514"/>
                </a:lnTo>
                <a:lnTo>
                  <a:pt x="131" y="516"/>
                </a:lnTo>
                <a:lnTo>
                  <a:pt x="132" y="519"/>
                </a:lnTo>
                <a:lnTo>
                  <a:pt x="133" y="523"/>
                </a:lnTo>
                <a:moveTo>
                  <a:pt x="4002" y="675"/>
                </a:moveTo>
                <a:lnTo>
                  <a:pt x="4008" y="674"/>
                </a:lnTo>
                <a:moveTo>
                  <a:pt x="4002" y="675"/>
                </a:moveTo>
                <a:lnTo>
                  <a:pt x="4001" y="670"/>
                </a:lnTo>
                <a:moveTo>
                  <a:pt x="4002" y="675"/>
                </a:moveTo>
                <a:lnTo>
                  <a:pt x="3813" y="691"/>
                </a:lnTo>
                <a:lnTo>
                  <a:pt x="3801" y="692"/>
                </a:lnTo>
                <a:lnTo>
                  <a:pt x="3647" y="707"/>
                </a:lnTo>
                <a:moveTo>
                  <a:pt x="4002" y="675"/>
                </a:moveTo>
                <a:lnTo>
                  <a:pt x="4003" y="680"/>
                </a:lnTo>
                <a:moveTo>
                  <a:pt x="3647" y="707"/>
                </a:moveTo>
                <a:lnTo>
                  <a:pt x="3562" y="714"/>
                </a:lnTo>
                <a:lnTo>
                  <a:pt x="3535" y="715"/>
                </a:lnTo>
                <a:lnTo>
                  <a:pt x="3521" y="715"/>
                </a:lnTo>
                <a:lnTo>
                  <a:pt x="3516" y="715"/>
                </a:lnTo>
                <a:moveTo>
                  <a:pt x="3647" y="707"/>
                </a:moveTo>
                <a:lnTo>
                  <a:pt x="3617" y="705"/>
                </a:lnTo>
                <a:lnTo>
                  <a:pt x="3589" y="703"/>
                </a:lnTo>
                <a:moveTo>
                  <a:pt x="3473" y="718"/>
                </a:moveTo>
                <a:lnTo>
                  <a:pt x="3483" y="715"/>
                </a:lnTo>
                <a:moveTo>
                  <a:pt x="3466" y="719"/>
                </a:moveTo>
                <a:lnTo>
                  <a:pt x="3473" y="718"/>
                </a:lnTo>
                <a:moveTo>
                  <a:pt x="3473" y="718"/>
                </a:moveTo>
                <a:lnTo>
                  <a:pt x="3497" y="717"/>
                </a:lnTo>
                <a:lnTo>
                  <a:pt x="3501" y="716"/>
                </a:lnTo>
                <a:lnTo>
                  <a:pt x="3516" y="715"/>
                </a:lnTo>
                <a:moveTo>
                  <a:pt x="242" y="738"/>
                </a:moveTo>
                <a:lnTo>
                  <a:pt x="246" y="760"/>
                </a:lnTo>
                <a:moveTo>
                  <a:pt x="247" y="773"/>
                </a:moveTo>
                <a:lnTo>
                  <a:pt x="246" y="760"/>
                </a:lnTo>
                <a:moveTo>
                  <a:pt x="261" y="869"/>
                </a:moveTo>
                <a:lnTo>
                  <a:pt x="249" y="785"/>
                </a:lnTo>
                <a:lnTo>
                  <a:pt x="247" y="773"/>
                </a:lnTo>
                <a:moveTo>
                  <a:pt x="219" y="581"/>
                </a:moveTo>
                <a:lnTo>
                  <a:pt x="232" y="662"/>
                </a:lnTo>
                <a:moveTo>
                  <a:pt x="242" y="738"/>
                </a:moveTo>
                <a:lnTo>
                  <a:pt x="233" y="673"/>
                </a:lnTo>
                <a:lnTo>
                  <a:pt x="232" y="662"/>
                </a:lnTo>
                <a:moveTo>
                  <a:pt x="26" y="1093"/>
                </a:moveTo>
                <a:lnTo>
                  <a:pt x="26" y="1099"/>
                </a:lnTo>
                <a:moveTo>
                  <a:pt x="282" y="1029"/>
                </a:moveTo>
                <a:lnTo>
                  <a:pt x="279" y="999"/>
                </a:lnTo>
                <a:moveTo>
                  <a:pt x="288" y="1059"/>
                </a:moveTo>
                <a:lnTo>
                  <a:pt x="287" y="1059"/>
                </a:lnTo>
                <a:lnTo>
                  <a:pt x="282" y="1029"/>
                </a:lnTo>
                <a:moveTo>
                  <a:pt x="288" y="1061"/>
                </a:moveTo>
                <a:lnTo>
                  <a:pt x="288" y="1059"/>
                </a:lnTo>
                <a:moveTo>
                  <a:pt x="677" y="1225"/>
                </a:moveTo>
                <a:lnTo>
                  <a:pt x="673" y="1197"/>
                </a:lnTo>
                <a:moveTo>
                  <a:pt x="677" y="1225"/>
                </a:moveTo>
                <a:lnTo>
                  <a:pt x="641" y="1229"/>
                </a:lnTo>
                <a:moveTo>
                  <a:pt x="563" y="1238"/>
                </a:moveTo>
                <a:lnTo>
                  <a:pt x="588" y="1235"/>
                </a:lnTo>
                <a:lnTo>
                  <a:pt x="641" y="1229"/>
                </a:lnTo>
                <a:moveTo>
                  <a:pt x="426" y="1256"/>
                </a:moveTo>
                <a:lnTo>
                  <a:pt x="502" y="1246"/>
                </a:lnTo>
                <a:lnTo>
                  <a:pt x="552" y="1239"/>
                </a:lnTo>
                <a:lnTo>
                  <a:pt x="563" y="1238"/>
                </a:lnTo>
                <a:moveTo>
                  <a:pt x="378" y="1263"/>
                </a:moveTo>
                <a:lnTo>
                  <a:pt x="392" y="1260"/>
                </a:lnTo>
                <a:lnTo>
                  <a:pt x="419" y="1258"/>
                </a:lnTo>
                <a:lnTo>
                  <a:pt x="426" y="1256"/>
                </a:lnTo>
                <a:moveTo>
                  <a:pt x="684" y="1084"/>
                </a:moveTo>
                <a:lnTo>
                  <a:pt x="660" y="868"/>
                </a:lnTo>
                <a:moveTo>
                  <a:pt x="705" y="1260"/>
                </a:moveTo>
                <a:lnTo>
                  <a:pt x="696" y="1186"/>
                </a:lnTo>
                <a:lnTo>
                  <a:pt x="694" y="1165"/>
                </a:lnTo>
                <a:moveTo>
                  <a:pt x="711" y="1303"/>
                </a:moveTo>
                <a:lnTo>
                  <a:pt x="705" y="1260"/>
                </a:lnTo>
                <a:moveTo>
                  <a:pt x="714" y="1323"/>
                </a:moveTo>
                <a:lnTo>
                  <a:pt x="711" y="1303"/>
                </a:lnTo>
                <a:moveTo>
                  <a:pt x="1244" y="1282"/>
                </a:moveTo>
                <a:lnTo>
                  <a:pt x="1224" y="1289"/>
                </a:lnTo>
                <a:lnTo>
                  <a:pt x="1209" y="1294"/>
                </a:lnTo>
                <a:moveTo>
                  <a:pt x="1169" y="1307"/>
                </a:moveTo>
                <a:lnTo>
                  <a:pt x="1149" y="1314"/>
                </a:lnTo>
                <a:moveTo>
                  <a:pt x="1144" y="1316"/>
                </a:moveTo>
                <a:lnTo>
                  <a:pt x="1149" y="1314"/>
                </a:lnTo>
                <a:moveTo>
                  <a:pt x="1144" y="1316"/>
                </a:moveTo>
                <a:lnTo>
                  <a:pt x="1126" y="1322"/>
                </a:lnTo>
                <a:moveTo>
                  <a:pt x="1089" y="1334"/>
                </a:moveTo>
                <a:lnTo>
                  <a:pt x="1126" y="1322"/>
                </a:lnTo>
                <a:moveTo>
                  <a:pt x="725" y="1408"/>
                </a:moveTo>
                <a:lnTo>
                  <a:pt x="719" y="1358"/>
                </a:lnTo>
                <a:moveTo>
                  <a:pt x="1016" y="1420"/>
                </a:moveTo>
                <a:lnTo>
                  <a:pt x="1019" y="1406"/>
                </a:lnTo>
                <a:lnTo>
                  <a:pt x="1026" y="1376"/>
                </a:lnTo>
                <a:moveTo>
                  <a:pt x="913" y="1383"/>
                </a:moveTo>
                <a:lnTo>
                  <a:pt x="890" y="1384"/>
                </a:lnTo>
                <a:moveTo>
                  <a:pt x="725" y="1408"/>
                </a:moveTo>
                <a:lnTo>
                  <a:pt x="752" y="1402"/>
                </a:lnTo>
                <a:lnTo>
                  <a:pt x="785" y="1398"/>
                </a:lnTo>
                <a:lnTo>
                  <a:pt x="814" y="1395"/>
                </a:lnTo>
                <a:lnTo>
                  <a:pt x="820" y="1394"/>
                </a:lnTo>
                <a:lnTo>
                  <a:pt x="869" y="1388"/>
                </a:lnTo>
                <a:lnTo>
                  <a:pt x="890" y="1384"/>
                </a:lnTo>
                <a:moveTo>
                  <a:pt x="1010" y="1479"/>
                </a:moveTo>
                <a:lnTo>
                  <a:pt x="1023" y="1492"/>
                </a:lnTo>
                <a:moveTo>
                  <a:pt x="1030" y="1499"/>
                </a:moveTo>
                <a:lnTo>
                  <a:pt x="1023" y="1492"/>
                </a:lnTo>
                <a:moveTo>
                  <a:pt x="1229" y="1535"/>
                </a:moveTo>
                <a:lnTo>
                  <a:pt x="1249" y="1531"/>
                </a:lnTo>
                <a:moveTo>
                  <a:pt x="1048" y="1516"/>
                </a:moveTo>
                <a:lnTo>
                  <a:pt x="1077" y="1548"/>
                </a:lnTo>
                <a:moveTo>
                  <a:pt x="1082" y="1555"/>
                </a:moveTo>
                <a:lnTo>
                  <a:pt x="1077" y="1548"/>
                </a:lnTo>
                <a:moveTo>
                  <a:pt x="787" y="1681"/>
                </a:moveTo>
                <a:lnTo>
                  <a:pt x="780" y="1634"/>
                </a:lnTo>
                <a:lnTo>
                  <a:pt x="771" y="1579"/>
                </a:lnTo>
                <a:moveTo>
                  <a:pt x="787" y="1681"/>
                </a:moveTo>
                <a:lnTo>
                  <a:pt x="790" y="1708"/>
                </a:lnTo>
                <a:moveTo>
                  <a:pt x="1402" y="1238"/>
                </a:moveTo>
                <a:lnTo>
                  <a:pt x="1393" y="1241"/>
                </a:lnTo>
                <a:moveTo>
                  <a:pt x="1474" y="1469"/>
                </a:moveTo>
                <a:lnTo>
                  <a:pt x="1475" y="1482"/>
                </a:lnTo>
                <a:moveTo>
                  <a:pt x="1392" y="1506"/>
                </a:moveTo>
                <a:lnTo>
                  <a:pt x="1424" y="1499"/>
                </a:lnTo>
                <a:lnTo>
                  <a:pt x="1437" y="1495"/>
                </a:lnTo>
                <a:lnTo>
                  <a:pt x="1475" y="1482"/>
                </a:lnTo>
                <a:moveTo>
                  <a:pt x="797" y="1860"/>
                </a:moveTo>
                <a:lnTo>
                  <a:pt x="797" y="1848"/>
                </a:lnTo>
                <a:lnTo>
                  <a:pt x="797" y="1844"/>
                </a:lnTo>
                <a:lnTo>
                  <a:pt x="798" y="1831"/>
                </a:lnTo>
                <a:moveTo>
                  <a:pt x="1410" y="1237"/>
                </a:moveTo>
                <a:lnTo>
                  <a:pt x="1402" y="1238"/>
                </a:lnTo>
                <a:moveTo>
                  <a:pt x="1463" y="1542"/>
                </a:moveTo>
                <a:lnTo>
                  <a:pt x="1462" y="1536"/>
                </a:lnTo>
                <a:lnTo>
                  <a:pt x="1457" y="1520"/>
                </a:lnTo>
                <a:lnTo>
                  <a:pt x="1458" y="1518"/>
                </a:lnTo>
                <a:lnTo>
                  <a:pt x="1459" y="1514"/>
                </a:lnTo>
                <a:moveTo>
                  <a:pt x="1463" y="1542"/>
                </a:moveTo>
                <a:lnTo>
                  <a:pt x="1472" y="1575"/>
                </a:lnTo>
                <a:moveTo>
                  <a:pt x="850" y="1982"/>
                </a:moveTo>
                <a:lnTo>
                  <a:pt x="840" y="2003"/>
                </a:lnTo>
                <a:lnTo>
                  <a:pt x="835" y="2014"/>
                </a:lnTo>
                <a:lnTo>
                  <a:pt x="830" y="2025"/>
                </a:lnTo>
                <a:lnTo>
                  <a:pt x="825" y="2036"/>
                </a:lnTo>
                <a:lnTo>
                  <a:pt x="824" y="2039"/>
                </a:lnTo>
                <a:moveTo>
                  <a:pt x="72" y="2151"/>
                </a:moveTo>
                <a:lnTo>
                  <a:pt x="71" y="2188"/>
                </a:lnTo>
                <a:lnTo>
                  <a:pt x="71" y="2199"/>
                </a:lnTo>
                <a:lnTo>
                  <a:pt x="72" y="2219"/>
                </a:lnTo>
                <a:moveTo>
                  <a:pt x="78" y="2267"/>
                </a:moveTo>
                <a:lnTo>
                  <a:pt x="74" y="2250"/>
                </a:lnTo>
                <a:lnTo>
                  <a:pt x="72" y="2238"/>
                </a:lnTo>
                <a:lnTo>
                  <a:pt x="72" y="2219"/>
                </a:lnTo>
                <a:moveTo>
                  <a:pt x="298" y="2268"/>
                </a:moveTo>
                <a:lnTo>
                  <a:pt x="303" y="2266"/>
                </a:lnTo>
                <a:lnTo>
                  <a:pt x="311" y="2262"/>
                </a:lnTo>
                <a:moveTo>
                  <a:pt x="298" y="2268"/>
                </a:moveTo>
                <a:lnTo>
                  <a:pt x="288" y="2272"/>
                </a:lnTo>
                <a:lnTo>
                  <a:pt x="273" y="2279"/>
                </a:lnTo>
                <a:moveTo>
                  <a:pt x="273" y="2279"/>
                </a:moveTo>
                <a:lnTo>
                  <a:pt x="244" y="2293"/>
                </a:lnTo>
                <a:moveTo>
                  <a:pt x="179" y="2337"/>
                </a:moveTo>
                <a:lnTo>
                  <a:pt x="239" y="2296"/>
                </a:lnTo>
                <a:moveTo>
                  <a:pt x="17" y="2315"/>
                </a:moveTo>
                <a:lnTo>
                  <a:pt x="20" y="2345"/>
                </a:lnTo>
                <a:lnTo>
                  <a:pt x="21" y="2359"/>
                </a:lnTo>
                <a:lnTo>
                  <a:pt x="21" y="2366"/>
                </a:lnTo>
                <a:lnTo>
                  <a:pt x="22" y="2371"/>
                </a:lnTo>
                <a:lnTo>
                  <a:pt x="24" y="2375"/>
                </a:lnTo>
                <a:lnTo>
                  <a:pt x="26" y="2380"/>
                </a:lnTo>
                <a:lnTo>
                  <a:pt x="29" y="2385"/>
                </a:lnTo>
                <a:moveTo>
                  <a:pt x="17" y="2315"/>
                </a:moveTo>
                <a:lnTo>
                  <a:pt x="15" y="2282"/>
                </a:lnTo>
                <a:lnTo>
                  <a:pt x="12" y="2247"/>
                </a:lnTo>
                <a:lnTo>
                  <a:pt x="11" y="2236"/>
                </a:lnTo>
                <a:lnTo>
                  <a:pt x="9" y="2214"/>
                </a:lnTo>
                <a:lnTo>
                  <a:pt x="8" y="2193"/>
                </a:lnTo>
                <a:lnTo>
                  <a:pt x="4" y="2167"/>
                </a:lnTo>
                <a:moveTo>
                  <a:pt x="1432" y="1017"/>
                </a:moveTo>
                <a:lnTo>
                  <a:pt x="1441" y="1047"/>
                </a:lnTo>
                <a:lnTo>
                  <a:pt x="1445" y="1062"/>
                </a:lnTo>
                <a:lnTo>
                  <a:pt x="1450" y="1078"/>
                </a:lnTo>
                <a:moveTo>
                  <a:pt x="25" y="2471"/>
                </a:moveTo>
                <a:lnTo>
                  <a:pt x="28" y="2509"/>
                </a:lnTo>
                <a:moveTo>
                  <a:pt x="28" y="2509"/>
                </a:moveTo>
                <a:lnTo>
                  <a:pt x="29" y="2523"/>
                </a:lnTo>
                <a:moveTo>
                  <a:pt x="30" y="2546"/>
                </a:moveTo>
                <a:lnTo>
                  <a:pt x="29" y="2523"/>
                </a:lnTo>
                <a:moveTo>
                  <a:pt x="30" y="2546"/>
                </a:moveTo>
                <a:lnTo>
                  <a:pt x="33" y="2577"/>
                </a:lnTo>
                <a:moveTo>
                  <a:pt x="33" y="2577"/>
                </a:moveTo>
                <a:lnTo>
                  <a:pt x="35" y="2602"/>
                </a:lnTo>
                <a:moveTo>
                  <a:pt x="35" y="2602"/>
                </a:moveTo>
                <a:lnTo>
                  <a:pt x="35" y="2612"/>
                </a:lnTo>
                <a:lnTo>
                  <a:pt x="35" y="2628"/>
                </a:lnTo>
                <a:moveTo>
                  <a:pt x="35" y="2628"/>
                </a:moveTo>
                <a:lnTo>
                  <a:pt x="38" y="2664"/>
                </a:lnTo>
                <a:moveTo>
                  <a:pt x="38" y="2664"/>
                </a:moveTo>
                <a:lnTo>
                  <a:pt x="40" y="2687"/>
                </a:lnTo>
                <a:moveTo>
                  <a:pt x="44" y="2737"/>
                </a:moveTo>
                <a:lnTo>
                  <a:pt x="42" y="2708"/>
                </a:lnTo>
                <a:moveTo>
                  <a:pt x="44" y="2737"/>
                </a:moveTo>
                <a:lnTo>
                  <a:pt x="45" y="2766"/>
                </a:lnTo>
                <a:moveTo>
                  <a:pt x="99" y="2490"/>
                </a:moveTo>
                <a:lnTo>
                  <a:pt x="101" y="2523"/>
                </a:lnTo>
                <a:moveTo>
                  <a:pt x="101" y="2523"/>
                </a:moveTo>
                <a:lnTo>
                  <a:pt x="102" y="2540"/>
                </a:lnTo>
                <a:moveTo>
                  <a:pt x="102" y="2540"/>
                </a:moveTo>
                <a:lnTo>
                  <a:pt x="104" y="2555"/>
                </a:lnTo>
                <a:moveTo>
                  <a:pt x="106" y="2590"/>
                </a:moveTo>
                <a:lnTo>
                  <a:pt x="104" y="2555"/>
                </a:lnTo>
                <a:moveTo>
                  <a:pt x="106" y="2590"/>
                </a:moveTo>
                <a:lnTo>
                  <a:pt x="109" y="2614"/>
                </a:lnTo>
                <a:moveTo>
                  <a:pt x="109" y="2614"/>
                </a:moveTo>
                <a:lnTo>
                  <a:pt x="113" y="2665"/>
                </a:lnTo>
                <a:moveTo>
                  <a:pt x="365" y="2612"/>
                </a:moveTo>
                <a:lnTo>
                  <a:pt x="353" y="2643"/>
                </a:lnTo>
                <a:moveTo>
                  <a:pt x="353" y="2643"/>
                </a:moveTo>
                <a:lnTo>
                  <a:pt x="338" y="2675"/>
                </a:lnTo>
                <a:moveTo>
                  <a:pt x="113" y="2665"/>
                </a:moveTo>
                <a:lnTo>
                  <a:pt x="118" y="2734"/>
                </a:lnTo>
                <a:moveTo>
                  <a:pt x="338" y="2675"/>
                </a:moveTo>
                <a:lnTo>
                  <a:pt x="337" y="2679"/>
                </a:lnTo>
                <a:moveTo>
                  <a:pt x="118" y="2734"/>
                </a:moveTo>
                <a:lnTo>
                  <a:pt x="120" y="2750"/>
                </a:lnTo>
                <a:moveTo>
                  <a:pt x="1226" y="1743"/>
                </a:moveTo>
                <a:lnTo>
                  <a:pt x="1237" y="1738"/>
                </a:lnTo>
                <a:moveTo>
                  <a:pt x="1226" y="1743"/>
                </a:moveTo>
                <a:lnTo>
                  <a:pt x="1214" y="1749"/>
                </a:lnTo>
                <a:moveTo>
                  <a:pt x="1200" y="1756"/>
                </a:moveTo>
                <a:lnTo>
                  <a:pt x="1214" y="1749"/>
                </a:lnTo>
                <a:moveTo>
                  <a:pt x="1169" y="1770"/>
                </a:moveTo>
                <a:lnTo>
                  <a:pt x="1200" y="1756"/>
                </a:lnTo>
                <a:moveTo>
                  <a:pt x="1142" y="1783"/>
                </a:moveTo>
                <a:lnTo>
                  <a:pt x="1144" y="1782"/>
                </a:lnTo>
                <a:lnTo>
                  <a:pt x="1169" y="1770"/>
                </a:lnTo>
                <a:moveTo>
                  <a:pt x="1125" y="1792"/>
                </a:moveTo>
                <a:lnTo>
                  <a:pt x="1142" y="1783"/>
                </a:lnTo>
                <a:moveTo>
                  <a:pt x="1113" y="1798"/>
                </a:moveTo>
                <a:lnTo>
                  <a:pt x="1125" y="1792"/>
                </a:lnTo>
                <a:moveTo>
                  <a:pt x="1055" y="1827"/>
                </a:moveTo>
                <a:lnTo>
                  <a:pt x="1057" y="1825"/>
                </a:lnTo>
                <a:lnTo>
                  <a:pt x="1059" y="1825"/>
                </a:lnTo>
                <a:lnTo>
                  <a:pt x="1113" y="1798"/>
                </a:lnTo>
                <a:moveTo>
                  <a:pt x="1318" y="1872"/>
                </a:moveTo>
                <a:lnTo>
                  <a:pt x="1312" y="1842"/>
                </a:lnTo>
                <a:lnTo>
                  <a:pt x="1304" y="1790"/>
                </a:lnTo>
                <a:moveTo>
                  <a:pt x="904" y="2317"/>
                </a:moveTo>
                <a:lnTo>
                  <a:pt x="895" y="2326"/>
                </a:lnTo>
                <a:lnTo>
                  <a:pt x="893" y="2328"/>
                </a:lnTo>
                <a:lnTo>
                  <a:pt x="883" y="2337"/>
                </a:lnTo>
                <a:lnTo>
                  <a:pt x="841" y="2378"/>
                </a:lnTo>
                <a:lnTo>
                  <a:pt x="837" y="2382"/>
                </a:lnTo>
                <a:lnTo>
                  <a:pt x="835" y="2383"/>
                </a:lnTo>
                <a:lnTo>
                  <a:pt x="829" y="2390"/>
                </a:lnTo>
                <a:lnTo>
                  <a:pt x="827" y="2391"/>
                </a:lnTo>
                <a:lnTo>
                  <a:pt x="822" y="2396"/>
                </a:lnTo>
                <a:lnTo>
                  <a:pt x="814" y="2404"/>
                </a:lnTo>
                <a:lnTo>
                  <a:pt x="810" y="2407"/>
                </a:lnTo>
                <a:lnTo>
                  <a:pt x="799" y="2417"/>
                </a:lnTo>
                <a:lnTo>
                  <a:pt x="790" y="2427"/>
                </a:lnTo>
                <a:lnTo>
                  <a:pt x="784" y="2432"/>
                </a:lnTo>
                <a:lnTo>
                  <a:pt x="777" y="2439"/>
                </a:lnTo>
                <a:lnTo>
                  <a:pt x="767" y="2448"/>
                </a:lnTo>
                <a:lnTo>
                  <a:pt x="755" y="2460"/>
                </a:lnTo>
                <a:lnTo>
                  <a:pt x="754" y="2461"/>
                </a:lnTo>
                <a:lnTo>
                  <a:pt x="748" y="2467"/>
                </a:lnTo>
                <a:lnTo>
                  <a:pt x="718" y="2495"/>
                </a:lnTo>
                <a:lnTo>
                  <a:pt x="703" y="2509"/>
                </a:lnTo>
                <a:lnTo>
                  <a:pt x="694" y="2518"/>
                </a:lnTo>
                <a:moveTo>
                  <a:pt x="1237" y="2125"/>
                </a:moveTo>
                <a:lnTo>
                  <a:pt x="1216" y="2131"/>
                </a:lnTo>
                <a:lnTo>
                  <a:pt x="1203" y="2136"/>
                </a:lnTo>
                <a:moveTo>
                  <a:pt x="1203" y="2136"/>
                </a:moveTo>
                <a:lnTo>
                  <a:pt x="1177" y="2144"/>
                </a:lnTo>
                <a:moveTo>
                  <a:pt x="1534" y="2139"/>
                </a:moveTo>
                <a:lnTo>
                  <a:pt x="1542" y="2171"/>
                </a:lnTo>
                <a:moveTo>
                  <a:pt x="1534" y="2139"/>
                </a:moveTo>
                <a:lnTo>
                  <a:pt x="1529" y="2115"/>
                </a:lnTo>
                <a:lnTo>
                  <a:pt x="1528" y="2110"/>
                </a:lnTo>
                <a:lnTo>
                  <a:pt x="1528" y="2108"/>
                </a:lnTo>
                <a:lnTo>
                  <a:pt x="1525" y="2095"/>
                </a:lnTo>
                <a:lnTo>
                  <a:pt x="1523" y="2088"/>
                </a:lnTo>
                <a:lnTo>
                  <a:pt x="1519" y="2068"/>
                </a:lnTo>
                <a:lnTo>
                  <a:pt x="1517" y="2050"/>
                </a:lnTo>
                <a:moveTo>
                  <a:pt x="1393" y="2250"/>
                </a:moveTo>
                <a:lnTo>
                  <a:pt x="1389" y="2233"/>
                </a:lnTo>
                <a:moveTo>
                  <a:pt x="1149" y="2461"/>
                </a:moveTo>
                <a:lnTo>
                  <a:pt x="1149" y="2464"/>
                </a:lnTo>
                <a:lnTo>
                  <a:pt x="1149" y="2468"/>
                </a:lnTo>
                <a:lnTo>
                  <a:pt x="1149" y="2469"/>
                </a:lnTo>
                <a:moveTo>
                  <a:pt x="1149" y="2461"/>
                </a:moveTo>
                <a:lnTo>
                  <a:pt x="1148" y="2452"/>
                </a:lnTo>
                <a:lnTo>
                  <a:pt x="1148" y="2450"/>
                </a:lnTo>
                <a:lnTo>
                  <a:pt x="1138" y="2392"/>
                </a:lnTo>
                <a:lnTo>
                  <a:pt x="1137" y="2389"/>
                </a:lnTo>
                <a:lnTo>
                  <a:pt x="1133" y="2365"/>
                </a:lnTo>
                <a:lnTo>
                  <a:pt x="1128" y="2336"/>
                </a:lnTo>
                <a:lnTo>
                  <a:pt x="1120" y="2299"/>
                </a:lnTo>
                <a:lnTo>
                  <a:pt x="1115" y="2280"/>
                </a:lnTo>
                <a:lnTo>
                  <a:pt x="1107" y="2249"/>
                </a:lnTo>
                <a:lnTo>
                  <a:pt x="1105" y="2241"/>
                </a:lnTo>
                <a:lnTo>
                  <a:pt x="1084" y="2174"/>
                </a:lnTo>
                <a:moveTo>
                  <a:pt x="1149" y="2469"/>
                </a:moveTo>
                <a:lnTo>
                  <a:pt x="1150" y="2500"/>
                </a:lnTo>
                <a:moveTo>
                  <a:pt x="902" y="2747"/>
                </a:moveTo>
                <a:lnTo>
                  <a:pt x="911" y="2705"/>
                </a:lnTo>
                <a:lnTo>
                  <a:pt x="911" y="2700"/>
                </a:lnTo>
                <a:moveTo>
                  <a:pt x="2125" y="2595"/>
                </a:moveTo>
                <a:lnTo>
                  <a:pt x="2125" y="2579"/>
                </a:lnTo>
                <a:lnTo>
                  <a:pt x="2125" y="2566"/>
                </a:lnTo>
                <a:moveTo>
                  <a:pt x="2125" y="2595"/>
                </a:moveTo>
                <a:lnTo>
                  <a:pt x="2125" y="2600"/>
                </a:lnTo>
                <a:lnTo>
                  <a:pt x="2125" y="2605"/>
                </a:lnTo>
                <a:moveTo>
                  <a:pt x="2355" y="2614"/>
                </a:moveTo>
                <a:lnTo>
                  <a:pt x="2353" y="2641"/>
                </a:lnTo>
                <a:lnTo>
                  <a:pt x="2353" y="2658"/>
                </a:lnTo>
                <a:moveTo>
                  <a:pt x="2127" y="2653"/>
                </a:moveTo>
                <a:lnTo>
                  <a:pt x="2127" y="2643"/>
                </a:lnTo>
                <a:moveTo>
                  <a:pt x="2127" y="2653"/>
                </a:moveTo>
                <a:lnTo>
                  <a:pt x="2127" y="2668"/>
                </a:lnTo>
                <a:lnTo>
                  <a:pt x="2128" y="2688"/>
                </a:lnTo>
                <a:moveTo>
                  <a:pt x="2132" y="2765"/>
                </a:moveTo>
                <a:lnTo>
                  <a:pt x="2132" y="2755"/>
                </a:lnTo>
                <a:moveTo>
                  <a:pt x="2070" y="473"/>
                </a:moveTo>
                <a:lnTo>
                  <a:pt x="2079" y="477"/>
                </a:lnTo>
                <a:lnTo>
                  <a:pt x="2096" y="483"/>
                </a:lnTo>
                <a:lnTo>
                  <a:pt x="2118" y="489"/>
                </a:lnTo>
                <a:lnTo>
                  <a:pt x="2127" y="490"/>
                </a:lnTo>
                <a:moveTo>
                  <a:pt x="2064" y="540"/>
                </a:moveTo>
                <a:lnTo>
                  <a:pt x="2064" y="523"/>
                </a:lnTo>
                <a:moveTo>
                  <a:pt x="2064" y="523"/>
                </a:moveTo>
                <a:lnTo>
                  <a:pt x="2127" y="490"/>
                </a:lnTo>
                <a:moveTo>
                  <a:pt x="1915" y="576"/>
                </a:moveTo>
                <a:lnTo>
                  <a:pt x="1951" y="562"/>
                </a:lnTo>
                <a:lnTo>
                  <a:pt x="2033" y="534"/>
                </a:lnTo>
                <a:lnTo>
                  <a:pt x="2041" y="531"/>
                </a:lnTo>
                <a:lnTo>
                  <a:pt x="2064" y="523"/>
                </a:lnTo>
                <a:moveTo>
                  <a:pt x="1474" y="1469"/>
                </a:moveTo>
                <a:lnTo>
                  <a:pt x="1472" y="1458"/>
                </a:lnTo>
                <a:lnTo>
                  <a:pt x="1469" y="1445"/>
                </a:lnTo>
                <a:moveTo>
                  <a:pt x="1456" y="1331"/>
                </a:moveTo>
                <a:lnTo>
                  <a:pt x="1458" y="1337"/>
                </a:lnTo>
                <a:lnTo>
                  <a:pt x="1466" y="1403"/>
                </a:lnTo>
                <a:lnTo>
                  <a:pt x="1466" y="1406"/>
                </a:lnTo>
                <a:lnTo>
                  <a:pt x="1466" y="1421"/>
                </a:lnTo>
                <a:lnTo>
                  <a:pt x="1467" y="1429"/>
                </a:lnTo>
                <a:lnTo>
                  <a:pt x="1469" y="1445"/>
                </a:lnTo>
                <a:moveTo>
                  <a:pt x="2704" y="273"/>
                </a:moveTo>
                <a:lnTo>
                  <a:pt x="2710" y="261"/>
                </a:lnTo>
                <a:lnTo>
                  <a:pt x="2716" y="240"/>
                </a:lnTo>
                <a:lnTo>
                  <a:pt x="2715" y="238"/>
                </a:lnTo>
                <a:lnTo>
                  <a:pt x="2714" y="238"/>
                </a:lnTo>
                <a:moveTo>
                  <a:pt x="2701" y="243"/>
                </a:moveTo>
                <a:lnTo>
                  <a:pt x="2703" y="242"/>
                </a:lnTo>
                <a:lnTo>
                  <a:pt x="2714" y="238"/>
                </a:lnTo>
                <a:moveTo>
                  <a:pt x="2678" y="251"/>
                </a:moveTo>
                <a:lnTo>
                  <a:pt x="2701" y="243"/>
                </a:lnTo>
                <a:moveTo>
                  <a:pt x="2644" y="264"/>
                </a:moveTo>
                <a:lnTo>
                  <a:pt x="2637" y="267"/>
                </a:lnTo>
                <a:moveTo>
                  <a:pt x="2637" y="267"/>
                </a:moveTo>
                <a:lnTo>
                  <a:pt x="2633" y="274"/>
                </a:lnTo>
                <a:moveTo>
                  <a:pt x="2685" y="282"/>
                </a:moveTo>
                <a:lnTo>
                  <a:pt x="2699" y="277"/>
                </a:lnTo>
                <a:lnTo>
                  <a:pt x="2704" y="273"/>
                </a:lnTo>
                <a:moveTo>
                  <a:pt x="2685" y="282"/>
                </a:moveTo>
                <a:lnTo>
                  <a:pt x="2655" y="295"/>
                </a:lnTo>
                <a:moveTo>
                  <a:pt x="2572" y="330"/>
                </a:moveTo>
                <a:lnTo>
                  <a:pt x="2576" y="329"/>
                </a:lnTo>
                <a:lnTo>
                  <a:pt x="2655" y="295"/>
                </a:lnTo>
                <a:moveTo>
                  <a:pt x="2530" y="336"/>
                </a:moveTo>
                <a:lnTo>
                  <a:pt x="2493" y="352"/>
                </a:lnTo>
                <a:lnTo>
                  <a:pt x="2492" y="353"/>
                </a:lnTo>
                <a:moveTo>
                  <a:pt x="2530" y="336"/>
                </a:moveTo>
                <a:lnTo>
                  <a:pt x="2566" y="331"/>
                </a:lnTo>
                <a:lnTo>
                  <a:pt x="2572" y="330"/>
                </a:lnTo>
                <a:moveTo>
                  <a:pt x="2379" y="401"/>
                </a:moveTo>
                <a:lnTo>
                  <a:pt x="2287" y="436"/>
                </a:lnTo>
                <a:lnTo>
                  <a:pt x="2159" y="480"/>
                </a:lnTo>
                <a:lnTo>
                  <a:pt x="2138" y="487"/>
                </a:lnTo>
                <a:lnTo>
                  <a:pt x="2127" y="490"/>
                </a:lnTo>
                <a:moveTo>
                  <a:pt x="2379" y="401"/>
                </a:moveTo>
                <a:lnTo>
                  <a:pt x="2269" y="452"/>
                </a:lnTo>
                <a:lnTo>
                  <a:pt x="2187" y="482"/>
                </a:lnTo>
                <a:lnTo>
                  <a:pt x="1915" y="579"/>
                </a:lnTo>
                <a:moveTo>
                  <a:pt x="2037" y="553"/>
                </a:moveTo>
                <a:lnTo>
                  <a:pt x="2033" y="552"/>
                </a:lnTo>
                <a:lnTo>
                  <a:pt x="2030" y="552"/>
                </a:lnTo>
                <a:lnTo>
                  <a:pt x="2026" y="553"/>
                </a:lnTo>
                <a:lnTo>
                  <a:pt x="1919" y="590"/>
                </a:lnTo>
                <a:lnTo>
                  <a:pt x="1917" y="591"/>
                </a:lnTo>
                <a:moveTo>
                  <a:pt x="2037" y="553"/>
                </a:moveTo>
                <a:lnTo>
                  <a:pt x="1994" y="567"/>
                </a:lnTo>
                <a:lnTo>
                  <a:pt x="1958" y="584"/>
                </a:lnTo>
                <a:moveTo>
                  <a:pt x="2037" y="553"/>
                </a:moveTo>
                <a:lnTo>
                  <a:pt x="2043" y="551"/>
                </a:lnTo>
                <a:moveTo>
                  <a:pt x="2063" y="561"/>
                </a:moveTo>
                <a:lnTo>
                  <a:pt x="2063" y="567"/>
                </a:lnTo>
                <a:moveTo>
                  <a:pt x="2062" y="619"/>
                </a:moveTo>
                <a:lnTo>
                  <a:pt x="2063" y="595"/>
                </a:lnTo>
                <a:lnTo>
                  <a:pt x="2063" y="569"/>
                </a:lnTo>
                <a:lnTo>
                  <a:pt x="2063" y="567"/>
                </a:lnTo>
                <a:moveTo>
                  <a:pt x="2063" y="567"/>
                </a:moveTo>
                <a:lnTo>
                  <a:pt x="2061" y="565"/>
                </a:lnTo>
                <a:lnTo>
                  <a:pt x="2058" y="562"/>
                </a:lnTo>
                <a:lnTo>
                  <a:pt x="2056" y="560"/>
                </a:lnTo>
                <a:lnTo>
                  <a:pt x="2051" y="555"/>
                </a:lnTo>
                <a:lnTo>
                  <a:pt x="2047" y="553"/>
                </a:lnTo>
                <a:lnTo>
                  <a:pt x="2043" y="551"/>
                </a:lnTo>
                <a:moveTo>
                  <a:pt x="1915" y="579"/>
                </a:moveTo>
                <a:lnTo>
                  <a:pt x="1939" y="565"/>
                </a:lnTo>
                <a:lnTo>
                  <a:pt x="1954" y="558"/>
                </a:lnTo>
                <a:lnTo>
                  <a:pt x="2026" y="532"/>
                </a:lnTo>
                <a:lnTo>
                  <a:pt x="2029" y="530"/>
                </a:lnTo>
                <a:lnTo>
                  <a:pt x="2031" y="527"/>
                </a:lnTo>
                <a:lnTo>
                  <a:pt x="2035" y="525"/>
                </a:lnTo>
                <a:lnTo>
                  <a:pt x="2036" y="524"/>
                </a:lnTo>
                <a:lnTo>
                  <a:pt x="2038" y="522"/>
                </a:lnTo>
                <a:lnTo>
                  <a:pt x="2039" y="520"/>
                </a:lnTo>
                <a:lnTo>
                  <a:pt x="2042" y="511"/>
                </a:lnTo>
                <a:lnTo>
                  <a:pt x="2046" y="503"/>
                </a:lnTo>
                <a:lnTo>
                  <a:pt x="2047" y="500"/>
                </a:lnTo>
                <a:lnTo>
                  <a:pt x="2048" y="497"/>
                </a:lnTo>
                <a:lnTo>
                  <a:pt x="2049" y="491"/>
                </a:lnTo>
                <a:lnTo>
                  <a:pt x="2050" y="469"/>
                </a:lnTo>
                <a:moveTo>
                  <a:pt x="1817" y="621"/>
                </a:moveTo>
                <a:lnTo>
                  <a:pt x="1635" y="685"/>
                </a:lnTo>
                <a:lnTo>
                  <a:pt x="1604" y="695"/>
                </a:lnTo>
                <a:lnTo>
                  <a:pt x="1563" y="702"/>
                </a:lnTo>
                <a:lnTo>
                  <a:pt x="1510" y="713"/>
                </a:lnTo>
                <a:lnTo>
                  <a:pt x="1493" y="716"/>
                </a:lnTo>
                <a:lnTo>
                  <a:pt x="1467" y="721"/>
                </a:lnTo>
                <a:lnTo>
                  <a:pt x="1447" y="724"/>
                </a:lnTo>
                <a:lnTo>
                  <a:pt x="1430" y="724"/>
                </a:lnTo>
                <a:lnTo>
                  <a:pt x="1412" y="723"/>
                </a:lnTo>
                <a:lnTo>
                  <a:pt x="1397" y="722"/>
                </a:lnTo>
                <a:lnTo>
                  <a:pt x="1373" y="715"/>
                </a:lnTo>
                <a:lnTo>
                  <a:pt x="1332" y="705"/>
                </a:lnTo>
                <a:lnTo>
                  <a:pt x="1324" y="703"/>
                </a:lnTo>
                <a:lnTo>
                  <a:pt x="1303" y="698"/>
                </a:lnTo>
                <a:lnTo>
                  <a:pt x="1299" y="697"/>
                </a:lnTo>
                <a:moveTo>
                  <a:pt x="1817" y="621"/>
                </a:moveTo>
                <a:lnTo>
                  <a:pt x="1841" y="617"/>
                </a:lnTo>
                <a:lnTo>
                  <a:pt x="1917" y="591"/>
                </a:lnTo>
                <a:moveTo>
                  <a:pt x="1654" y="665"/>
                </a:moveTo>
                <a:lnTo>
                  <a:pt x="1622" y="677"/>
                </a:lnTo>
                <a:moveTo>
                  <a:pt x="1622" y="725"/>
                </a:moveTo>
                <a:lnTo>
                  <a:pt x="1620" y="701"/>
                </a:lnTo>
                <a:lnTo>
                  <a:pt x="1622" y="677"/>
                </a:lnTo>
                <a:moveTo>
                  <a:pt x="1470" y="704"/>
                </a:moveTo>
                <a:lnTo>
                  <a:pt x="1571" y="688"/>
                </a:lnTo>
                <a:lnTo>
                  <a:pt x="1622" y="677"/>
                </a:lnTo>
                <a:moveTo>
                  <a:pt x="1324" y="679"/>
                </a:moveTo>
                <a:lnTo>
                  <a:pt x="1329" y="677"/>
                </a:lnTo>
                <a:lnTo>
                  <a:pt x="1347" y="670"/>
                </a:lnTo>
                <a:lnTo>
                  <a:pt x="1349" y="670"/>
                </a:lnTo>
                <a:lnTo>
                  <a:pt x="1357" y="678"/>
                </a:lnTo>
                <a:lnTo>
                  <a:pt x="1365" y="685"/>
                </a:lnTo>
                <a:lnTo>
                  <a:pt x="1380" y="693"/>
                </a:lnTo>
                <a:moveTo>
                  <a:pt x="1439" y="706"/>
                </a:moveTo>
                <a:lnTo>
                  <a:pt x="1435" y="706"/>
                </a:lnTo>
                <a:lnTo>
                  <a:pt x="1424" y="703"/>
                </a:lnTo>
                <a:lnTo>
                  <a:pt x="1419" y="702"/>
                </a:lnTo>
                <a:lnTo>
                  <a:pt x="1388" y="695"/>
                </a:lnTo>
                <a:lnTo>
                  <a:pt x="1380" y="693"/>
                </a:lnTo>
                <a:moveTo>
                  <a:pt x="2732" y="958"/>
                </a:moveTo>
                <a:lnTo>
                  <a:pt x="2719" y="963"/>
                </a:lnTo>
                <a:moveTo>
                  <a:pt x="2707" y="969"/>
                </a:moveTo>
                <a:lnTo>
                  <a:pt x="2719" y="963"/>
                </a:lnTo>
                <a:moveTo>
                  <a:pt x="2764" y="2428"/>
                </a:moveTo>
                <a:lnTo>
                  <a:pt x="2752" y="2514"/>
                </a:lnTo>
                <a:moveTo>
                  <a:pt x="2736" y="2617"/>
                </a:moveTo>
                <a:lnTo>
                  <a:pt x="2741" y="2593"/>
                </a:lnTo>
                <a:lnTo>
                  <a:pt x="2744" y="2579"/>
                </a:lnTo>
                <a:lnTo>
                  <a:pt x="2748" y="2547"/>
                </a:lnTo>
                <a:lnTo>
                  <a:pt x="2748" y="2546"/>
                </a:lnTo>
                <a:lnTo>
                  <a:pt x="2752" y="2514"/>
                </a:lnTo>
                <a:moveTo>
                  <a:pt x="2713" y="2673"/>
                </a:moveTo>
                <a:lnTo>
                  <a:pt x="2706" y="2683"/>
                </a:lnTo>
                <a:lnTo>
                  <a:pt x="2701" y="2694"/>
                </a:lnTo>
                <a:moveTo>
                  <a:pt x="2870" y="1069"/>
                </a:moveTo>
                <a:lnTo>
                  <a:pt x="2877" y="1091"/>
                </a:lnTo>
                <a:moveTo>
                  <a:pt x="2886" y="1119"/>
                </a:moveTo>
                <a:lnTo>
                  <a:pt x="2877" y="1091"/>
                </a:lnTo>
                <a:moveTo>
                  <a:pt x="2894" y="1145"/>
                </a:moveTo>
                <a:lnTo>
                  <a:pt x="2902" y="1171"/>
                </a:lnTo>
                <a:moveTo>
                  <a:pt x="2913" y="1204"/>
                </a:moveTo>
                <a:lnTo>
                  <a:pt x="2902" y="1171"/>
                </a:lnTo>
                <a:moveTo>
                  <a:pt x="2913" y="1204"/>
                </a:moveTo>
                <a:lnTo>
                  <a:pt x="2922" y="1235"/>
                </a:lnTo>
                <a:moveTo>
                  <a:pt x="2931" y="1268"/>
                </a:moveTo>
                <a:lnTo>
                  <a:pt x="2922" y="1235"/>
                </a:lnTo>
                <a:moveTo>
                  <a:pt x="2933" y="1298"/>
                </a:moveTo>
                <a:lnTo>
                  <a:pt x="2931" y="1268"/>
                </a:lnTo>
                <a:moveTo>
                  <a:pt x="2931" y="1332"/>
                </a:moveTo>
                <a:lnTo>
                  <a:pt x="2933" y="1307"/>
                </a:lnTo>
                <a:lnTo>
                  <a:pt x="2933" y="1298"/>
                </a:lnTo>
                <a:moveTo>
                  <a:pt x="2926" y="1364"/>
                </a:moveTo>
                <a:lnTo>
                  <a:pt x="2931" y="1332"/>
                </a:lnTo>
                <a:moveTo>
                  <a:pt x="2915" y="1436"/>
                </a:moveTo>
                <a:lnTo>
                  <a:pt x="2926" y="1364"/>
                </a:lnTo>
                <a:moveTo>
                  <a:pt x="2906" y="1492"/>
                </a:moveTo>
                <a:lnTo>
                  <a:pt x="2915" y="1436"/>
                </a:lnTo>
                <a:moveTo>
                  <a:pt x="2898" y="1549"/>
                </a:moveTo>
                <a:lnTo>
                  <a:pt x="2895" y="1578"/>
                </a:lnTo>
                <a:moveTo>
                  <a:pt x="2889" y="1614"/>
                </a:moveTo>
                <a:lnTo>
                  <a:pt x="2895" y="1578"/>
                </a:lnTo>
                <a:moveTo>
                  <a:pt x="2884" y="1644"/>
                </a:moveTo>
                <a:lnTo>
                  <a:pt x="2889" y="1614"/>
                </a:lnTo>
                <a:moveTo>
                  <a:pt x="2732" y="1688"/>
                </a:moveTo>
                <a:lnTo>
                  <a:pt x="2723" y="1720"/>
                </a:lnTo>
                <a:moveTo>
                  <a:pt x="2717" y="1747"/>
                </a:moveTo>
                <a:lnTo>
                  <a:pt x="2723" y="1720"/>
                </a:lnTo>
                <a:moveTo>
                  <a:pt x="2711" y="1776"/>
                </a:moveTo>
                <a:lnTo>
                  <a:pt x="2717" y="1747"/>
                </a:lnTo>
                <a:moveTo>
                  <a:pt x="2873" y="1715"/>
                </a:moveTo>
                <a:lnTo>
                  <a:pt x="2868" y="1746"/>
                </a:lnTo>
                <a:moveTo>
                  <a:pt x="2865" y="1765"/>
                </a:moveTo>
                <a:lnTo>
                  <a:pt x="2868" y="1746"/>
                </a:lnTo>
                <a:moveTo>
                  <a:pt x="2709" y="1807"/>
                </a:moveTo>
                <a:lnTo>
                  <a:pt x="2711" y="1776"/>
                </a:lnTo>
                <a:moveTo>
                  <a:pt x="2863" y="1780"/>
                </a:moveTo>
                <a:lnTo>
                  <a:pt x="2861" y="1791"/>
                </a:lnTo>
                <a:moveTo>
                  <a:pt x="2861" y="1797"/>
                </a:moveTo>
                <a:lnTo>
                  <a:pt x="2861" y="1791"/>
                </a:lnTo>
                <a:moveTo>
                  <a:pt x="2709" y="1807"/>
                </a:moveTo>
                <a:lnTo>
                  <a:pt x="2709" y="1813"/>
                </a:lnTo>
                <a:moveTo>
                  <a:pt x="2707" y="1855"/>
                </a:moveTo>
                <a:lnTo>
                  <a:pt x="2707" y="1847"/>
                </a:lnTo>
                <a:moveTo>
                  <a:pt x="2848" y="1893"/>
                </a:moveTo>
                <a:lnTo>
                  <a:pt x="2845" y="1914"/>
                </a:lnTo>
                <a:moveTo>
                  <a:pt x="2840" y="1948"/>
                </a:moveTo>
                <a:lnTo>
                  <a:pt x="2845" y="1914"/>
                </a:lnTo>
                <a:moveTo>
                  <a:pt x="2835" y="1977"/>
                </a:moveTo>
                <a:lnTo>
                  <a:pt x="2840" y="1948"/>
                </a:lnTo>
                <a:moveTo>
                  <a:pt x="2831" y="2004"/>
                </a:moveTo>
                <a:lnTo>
                  <a:pt x="2835" y="1977"/>
                </a:lnTo>
                <a:moveTo>
                  <a:pt x="2827" y="2027"/>
                </a:moveTo>
                <a:lnTo>
                  <a:pt x="2831" y="2004"/>
                </a:lnTo>
                <a:moveTo>
                  <a:pt x="2827" y="2027"/>
                </a:moveTo>
                <a:lnTo>
                  <a:pt x="2823" y="2050"/>
                </a:lnTo>
                <a:moveTo>
                  <a:pt x="2817" y="2090"/>
                </a:moveTo>
                <a:lnTo>
                  <a:pt x="2820" y="2071"/>
                </a:lnTo>
                <a:lnTo>
                  <a:pt x="2823" y="2050"/>
                </a:lnTo>
                <a:moveTo>
                  <a:pt x="2817" y="2090"/>
                </a:moveTo>
                <a:lnTo>
                  <a:pt x="2813" y="2120"/>
                </a:lnTo>
                <a:moveTo>
                  <a:pt x="2808" y="2149"/>
                </a:moveTo>
                <a:lnTo>
                  <a:pt x="2813" y="2120"/>
                </a:lnTo>
                <a:moveTo>
                  <a:pt x="2808" y="2149"/>
                </a:moveTo>
                <a:lnTo>
                  <a:pt x="2803" y="2179"/>
                </a:lnTo>
                <a:moveTo>
                  <a:pt x="2798" y="2209"/>
                </a:moveTo>
                <a:lnTo>
                  <a:pt x="2803" y="2179"/>
                </a:lnTo>
                <a:moveTo>
                  <a:pt x="2798" y="2209"/>
                </a:moveTo>
                <a:lnTo>
                  <a:pt x="2794" y="2236"/>
                </a:lnTo>
                <a:moveTo>
                  <a:pt x="2790" y="2265"/>
                </a:moveTo>
                <a:lnTo>
                  <a:pt x="2794" y="2236"/>
                </a:lnTo>
                <a:moveTo>
                  <a:pt x="2785" y="2292"/>
                </a:moveTo>
                <a:lnTo>
                  <a:pt x="2781" y="2319"/>
                </a:lnTo>
                <a:moveTo>
                  <a:pt x="2776" y="2347"/>
                </a:moveTo>
                <a:lnTo>
                  <a:pt x="2781" y="2319"/>
                </a:lnTo>
                <a:moveTo>
                  <a:pt x="2776" y="2347"/>
                </a:moveTo>
                <a:lnTo>
                  <a:pt x="2772" y="2371"/>
                </a:lnTo>
                <a:moveTo>
                  <a:pt x="2768" y="2397"/>
                </a:moveTo>
                <a:lnTo>
                  <a:pt x="2772" y="2371"/>
                </a:lnTo>
                <a:moveTo>
                  <a:pt x="2764" y="2428"/>
                </a:moveTo>
                <a:lnTo>
                  <a:pt x="2768" y="2397"/>
                </a:lnTo>
                <a:moveTo>
                  <a:pt x="3675" y="2355"/>
                </a:moveTo>
                <a:lnTo>
                  <a:pt x="3672" y="2384"/>
                </a:lnTo>
                <a:lnTo>
                  <a:pt x="3670" y="2395"/>
                </a:lnTo>
                <a:moveTo>
                  <a:pt x="3665" y="2425"/>
                </a:moveTo>
                <a:lnTo>
                  <a:pt x="3665" y="2417"/>
                </a:lnTo>
                <a:lnTo>
                  <a:pt x="3670" y="2395"/>
                </a:lnTo>
                <a:moveTo>
                  <a:pt x="3663" y="2448"/>
                </a:moveTo>
                <a:lnTo>
                  <a:pt x="3665" y="2425"/>
                </a:lnTo>
                <a:moveTo>
                  <a:pt x="3662" y="2474"/>
                </a:moveTo>
                <a:lnTo>
                  <a:pt x="3663" y="2448"/>
                </a:lnTo>
                <a:moveTo>
                  <a:pt x="3649" y="2519"/>
                </a:moveTo>
                <a:lnTo>
                  <a:pt x="3654" y="2514"/>
                </a:lnTo>
                <a:lnTo>
                  <a:pt x="3656" y="2510"/>
                </a:lnTo>
                <a:lnTo>
                  <a:pt x="3658" y="2504"/>
                </a:lnTo>
                <a:lnTo>
                  <a:pt x="3658" y="2500"/>
                </a:lnTo>
                <a:lnTo>
                  <a:pt x="3659" y="2495"/>
                </a:lnTo>
                <a:lnTo>
                  <a:pt x="3662" y="2474"/>
                </a:lnTo>
                <a:moveTo>
                  <a:pt x="2358" y="2012"/>
                </a:moveTo>
                <a:lnTo>
                  <a:pt x="2344" y="2015"/>
                </a:lnTo>
                <a:lnTo>
                  <a:pt x="2303" y="2026"/>
                </a:lnTo>
                <a:lnTo>
                  <a:pt x="2297" y="2026"/>
                </a:lnTo>
                <a:lnTo>
                  <a:pt x="2253" y="2036"/>
                </a:lnTo>
                <a:moveTo>
                  <a:pt x="2525" y="1989"/>
                </a:moveTo>
                <a:lnTo>
                  <a:pt x="2516" y="1993"/>
                </a:lnTo>
                <a:lnTo>
                  <a:pt x="2490" y="2002"/>
                </a:lnTo>
                <a:lnTo>
                  <a:pt x="2422" y="2024"/>
                </a:lnTo>
                <a:moveTo>
                  <a:pt x="2104" y="2059"/>
                </a:moveTo>
                <a:lnTo>
                  <a:pt x="2107" y="2058"/>
                </a:lnTo>
                <a:moveTo>
                  <a:pt x="2104" y="2059"/>
                </a:moveTo>
                <a:lnTo>
                  <a:pt x="2102" y="2032"/>
                </a:lnTo>
                <a:moveTo>
                  <a:pt x="2104" y="2059"/>
                </a:moveTo>
                <a:lnTo>
                  <a:pt x="2105" y="2073"/>
                </a:lnTo>
                <a:moveTo>
                  <a:pt x="2381" y="2219"/>
                </a:moveTo>
                <a:lnTo>
                  <a:pt x="2379" y="2236"/>
                </a:lnTo>
                <a:moveTo>
                  <a:pt x="2378" y="2261"/>
                </a:moveTo>
                <a:lnTo>
                  <a:pt x="2377" y="2270"/>
                </a:lnTo>
                <a:moveTo>
                  <a:pt x="2378" y="2261"/>
                </a:moveTo>
                <a:lnTo>
                  <a:pt x="2379" y="2236"/>
                </a:lnTo>
                <a:moveTo>
                  <a:pt x="2377" y="2270"/>
                </a:moveTo>
                <a:lnTo>
                  <a:pt x="2374" y="2308"/>
                </a:lnTo>
                <a:moveTo>
                  <a:pt x="2119" y="2393"/>
                </a:moveTo>
                <a:lnTo>
                  <a:pt x="2119" y="2391"/>
                </a:lnTo>
                <a:lnTo>
                  <a:pt x="2118" y="2366"/>
                </a:lnTo>
                <a:moveTo>
                  <a:pt x="2119" y="2393"/>
                </a:moveTo>
                <a:lnTo>
                  <a:pt x="2120" y="2423"/>
                </a:lnTo>
                <a:moveTo>
                  <a:pt x="2446" y="2694"/>
                </a:moveTo>
                <a:lnTo>
                  <a:pt x="2515" y="2701"/>
                </a:lnTo>
                <a:moveTo>
                  <a:pt x="2446" y="2694"/>
                </a:moveTo>
                <a:lnTo>
                  <a:pt x="2412" y="2691"/>
                </a:lnTo>
                <a:moveTo>
                  <a:pt x="2515" y="2701"/>
                </a:moveTo>
                <a:lnTo>
                  <a:pt x="2518" y="2701"/>
                </a:lnTo>
                <a:lnTo>
                  <a:pt x="2523" y="2702"/>
                </a:lnTo>
                <a:lnTo>
                  <a:pt x="2528" y="2702"/>
                </a:lnTo>
                <a:moveTo>
                  <a:pt x="3174" y="809"/>
                </a:moveTo>
                <a:lnTo>
                  <a:pt x="3169" y="811"/>
                </a:lnTo>
                <a:lnTo>
                  <a:pt x="3160" y="814"/>
                </a:lnTo>
                <a:lnTo>
                  <a:pt x="3153" y="817"/>
                </a:lnTo>
                <a:lnTo>
                  <a:pt x="3133" y="824"/>
                </a:lnTo>
                <a:lnTo>
                  <a:pt x="3107" y="832"/>
                </a:lnTo>
                <a:lnTo>
                  <a:pt x="3090" y="838"/>
                </a:lnTo>
                <a:lnTo>
                  <a:pt x="3070" y="845"/>
                </a:lnTo>
                <a:lnTo>
                  <a:pt x="3046" y="853"/>
                </a:lnTo>
                <a:moveTo>
                  <a:pt x="3174" y="809"/>
                </a:moveTo>
                <a:lnTo>
                  <a:pt x="3194" y="802"/>
                </a:lnTo>
                <a:lnTo>
                  <a:pt x="3197" y="801"/>
                </a:lnTo>
                <a:lnTo>
                  <a:pt x="3203" y="799"/>
                </a:lnTo>
                <a:moveTo>
                  <a:pt x="2931" y="958"/>
                </a:moveTo>
                <a:lnTo>
                  <a:pt x="2913" y="930"/>
                </a:lnTo>
                <a:lnTo>
                  <a:pt x="2904" y="912"/>
                </a:lnTo>
                <a:moveTo>
                  <a:pt x="2904" y="912"/>
                </a:moveTo>
                <a:lnTo>
                  <a:pt x="2899" y="914"/>
                </a:lnTo>
                <a:lnTo>
                  <a:pt x="2858" y="926"/>
                </a:lnTo>
                <a:lnTo>
                  <a:pt x="2854" y="928"/>
                </a:lnTo>
                <a:moveTo>
                  <a:pt x="2904" y="912"/>
                </a:moveTo>
                <a:lnTo>
                  <a:pt x="2934" y="902"/>
                </a:lnTo>
                <a:lnTo>
                  <a:pt x="2940" y="901"/>
                </a:lnTo>
                <a:lnTo>
                  <a:pt x="2973" y="888"/>
                </a:lnTo>
                <a:moveTo>
                  <a:pt x="2941" y="974"/>
                </a:moveTo>
                <a:lnTo>
                  <a:pt x="2931" y="958"/>
                </a:lnTo>
                <a:moveTo>
                  <a:pt x="2973" y="1059"/>
                </a:moveTo>
                <a:lnTo>
                  <a:pt x="2966" y="1038"/>
                </a:lnTo>
                <a:moveTo>
                  <a:pt x="2957" y="1010"/>
                </a:moveTo>
                <a:lnTo>
                  <a:pt x="2966" y="1038"/>
                </a:lnTo>
                <a:moveTo>
                  <a:pt x="2978" y="1077"/>
                </a:moveTo>
                <a:lnTo>
                  <a:pt x="2975" y="1067"/>
                </a:lnTo>
                <a:lnTo>
                  <a:pt x="2973" y="1059"/>
                </a:lnTo>
                <a:moveTo>
                  <a:pt x="2998" y="1136"/>
                </a:moveTo>
                <a:lnTo>
                  <a:pt x="2990" y="1114"/>
                </a:lnTo>
                <a:moveTo>
                  <a:pt x="2984" y="1097"/>
                </a:moveTo>
                <a:lnTo>
                  <a:pt x="2990" y="1114"/>
                </a:lnTo>
                <a:moveTo>
                  <a:pt x="3020" y="1208"/>
                </a:moveTo>
                <a:lnTo>
                  <a:pt x="3010" y="1179"/>
                </a:lnTo>
                <a:moveTo>
                  <a:pt x="3005" y="1161"/>
                </a:moveTo>
                <a:lnTo>
                  <a:pt x="3010" y="1179"/>
                </a:lnTo>
                <a:moveTo>
                  <a:pt x="3023" y="1221"/>
                </a:moveTo>
                <a:lnTo>
                  <a:pt x="3020" y="1208"/>
                </a:lnTo>
                <a:moveTo>
                  <a:pt x="3251" y="1854"/>
                </a:moveTo>
                <a:lnTo>
                  <a:pt x="3255" y="1856"/>
                </a:lnTo>
                <a:lnTo>
                  <a:pt x="3260" y="1860"/>
                </a:lnTo>
                <a:lnTo>
                  <a:pt x="3263" y="1864"/>
                </a:lnTo>
                <a:lnTo>
                  <a:pt x="3266" y="1867"/>
                </a:lnTo>
                <a:lnTo>
                  <a:pt x="3267" y="1870"/>
                </a:lnTo>
                <a:moveTo>
                  <a:pt x="3270" y="1895"/>
                </a:moveTo>
                <a:lnTo>
                  <a:pt x="3270" y="1885"/>
                </a:lnTo>
                <a:lnTo>
                  <a:pt x="3270" y="1879"/>
                </a:lnTo>
                <a:lnTo>
                  <a:pt x="3267" y="1870"/>
                </a:lnTo>
                <a:moveTo>
                  <a:pt x="2968" y="1737"/>
                </a:moveTo>
                <a:lnTo>
                  <a:pt x="2995" y="1575"/>
                </a:lnTo>
                <a:moveTo>
                  <a:pt x="3025" y="1389"/>
                </a:moveTo>
                <a:lnTo>
                  <a:pt x="3002" y="1525"/>
                </a:lnTo>
                <a:lnTo>
                  <a:pt x="2995" y="1575"/>
                </a:lnTo>
                <a:moveTo>
                  <a:pt x="2963" y="1775"/>
                </a:moveTo>
                <a:lnTo>
                  <a:pt x="2968" y="1737"/>
                </a:lnTo>
                <a:moveTo>
                  <a:pt x="2957" y="1811"/>
                </a:moveTo>
                <a:lnTo>
                  <a:pt x="2963" y="1775"/>
                </a:lnTo>
                <a:moveTo>
                  <a:pt x="2957" y="1811"/>
                </a:moveTo>
                <a:lnTo>
                  <a:pt x="2951" y="1847"/>
                </a:lnTo>
                <a:moveTo>
                  <a:pt x="2950" y="1850"/>
                </a:moveTo>
                <a:lnTo>
                  <a:pt x="2951" y="1847"/>
                </a:lnTo>
                <a:moveTo>
                  <a:pt x="3146" y="1830"/>
                </a:moveTo>
                <a:lnTo>
                  <a:pt x="3165" y="1833"/>
                </a:lnTo>
                <a:lnTo>
                  <a:pt x="3182" y="1837"/>
                </a:lnTo>
                <a:lnTo>
                  <a:pt x="3233" y="1848"/>
                </a:lnTo>
                <a:lnTo>
                  <a:pt x="3245" y="1852"/>
                </a:lnTo>
                <a:lnTo>
                  <a:pt x="3251" y="1854"/>
                </a:lnTo>
                <a:moveTo>
                  <a:pt x="3320" y="1989"/>
                </a:moveTo>
                <a:lnTo>
                  <a:pt x="3318" y="1982"/>
                </a:lnTo>
                <a:lnTo>
                  <a:pt x="3316" y="1976"/>
                </a:lnTo>
                <a:lnTo>
                  <a:pt x="3314" y="1971"/>
                </a:lnTo>
                <a:lnTo>
                  <a:pt x="3311" y="1963"/>
                </a:lnTo>
                <a:lnTo>
                  <a:pt x="3309" y="1958"/>
                </a:lnTo>
                <a:lnTo>
                  <a:pt x="3302" y="1949"/>
                </a:lnTo>
                <a:lnTo>
                  <a:pt x="3290" y="1934"/>
                </a:lnTo>
                <a:lnTo>
                  <a:pt x="3284" y="1928"/>
                </a:lnTo>
                <a:lnTo>
                  <a:pt x="3277" y="1917"/>
                </a:lnTo>
                <a:lnTo>
                  <a:pt x="3274" y="1912"/>
                </a:lnTo>
                <a:lnTo>
                  <a:pt x="3272" y="1907"/>
                </a:lnTo>
                <a:lnTo>
                  <a:pt x="3271" y="1901"/>
                </a:lnTo>
                <a:lnTo>
                  <a:pt x="3270" y="1895"/>
                </a:lnTo>
                <a:moveTo>
                  <a:pt x="2527" y="2712"/>
                </a:moveTo>
                <a:lnTo>
                  <a:pt x="2523" y="2711"/>
                </a:lnTo>
                <a:lnTo>
                  <a:pt x="2517" y="2711"/>
                </a:lnTo>
                <a:lnTo>
                  <a:pt x="2513" y="2710"/>
                </a:lnTo>
                <a:moveTo>
                  <a:pt x="2513" y="2710"/>
                </a:moveTo>
                <a:lnTo>
                  <a:pt x="2445" y="2706"/>
                </a:lnTo>
                <a:moveTo>
                  <a:pt x="2407" y="2701"/>
                </a:moveTo>
                <a:lnTo>
                  <a:pt x="2445" y="2706"/>
                </a:lnTo>
                <a:moveTo>
                  <a:pt x="588" y="2654"/>
                </a:moveTo>
                <a:lnTo>
                  <a:pt x="592" y="2662"/>
                </a:lnTo>
                <a:lnTo>
                  <a:pt x="593" y="2666"/>
                </a:lnTo>
                <a:lnTo>
                  <a:pt x="592" y="2671"/>
                </a:lnTo>
                <a:lnTo>
                  <a:pt x="591" y="2675"/>
                </a:lnTo>
                <a:lnTo>
                  <a:pt x="570" y="2712"/>
                </a:lnTo>
                <a:moveTo>
                  <a:pt x="588" y="2654"/>
                </a:moveTo>
                <a:lnTo>
                  <a:pt x="593" y="2657"/>
                </a:lnTo>
                <a:lnTo>
                  <a:pt x="598" y="2658"/>
                </a:lnTo>
                <a:lnTo>
                  <a:pt x="604" y="2659"/>
                </a:lnTo>
                <a:lnTo>
                  <a:pt x="610" y="2659"/>
                </a:lnTo>
                <a:moveTo>
                  <a:pt x="40" y="2523"/>
                </a:moveTo>
                <a:lnTo>
                  <a:pt x="45" y="2593"/>
                </a:lnTo>
                <a:lnTo>
                  <a:pt x="47" y="2601"/>
                </a:lnTo>
                <a:moveTo>
                  <a:pt x="40" y="2523"/>
                </a:moveTo>
                <a:lnTo>
                  <a:pt x="39" y="2514"/>
                </a:lnTo>
                <a:lnTo>
                  <a:pt x="38" y="2510"/>
                </a:lnTo>
                <a:moveTo>
                  <a:pt x="52" y="2687"/>
                </a:moveTo>
                <a:lnTo>
                  <a:pt x="54" y="2709"/>
                </a:lnTo>
                <a:moveTo>
                  <a:pt x="52" y="2687"/>
                </a:moveTo>
                <a:lnTo>
                  <a:pt x="51" y="2673"/>
                </a:lnTo>
                <a:lnTo>
                  <a:pt x="50" y="2664"/>
                </a:lnTo>
                <a:moveTo>
                  <a:pt x="40" y="2687"/>
                </a:moveTo>
                <a:lnTo>
                  <a:pt x="42" y="2708"/>
                </a:lnTo>
                <a:moveTo>
                  <a:pt x="47" y="2627"/>
                </a:moveTo>
                <a:lnTo>
                  <a:pt x="50" y="2664"/>
                </a:lnTo>
                <a:moveTo>
                  <a:pt x="47" y="2627"/>
                </a:moveTo>
                <a:lnTo>
                  <a:pt x="47" y="2601"/>
                </a:lnTo>
                <a:moveTo>
                  <a:pt x="3542" y="719"/>
                </a:moveTo>
                <a:lnTo>
                  <a:pt x="3497" y="721"/>
                </a:lnTo>
                <a:moveTo>
                  <a:pt x="3542" y="719"/>
                </a:moveTo>
                <a:lnTo>
                  <a:pt x="3518" y="717"/>
                </a:lnTo>
                <a:lnTo>
                  <a:pt x="3516" y="715"/>
                </a:lnTo>
                <a:moveTo>
                  <a:pt x="3683" y="2297"/>
                </a:moveTo>
                <a:lnTo>
                  <a:pt x="3681" y="2326"/>
                </a:lnTo>
                <a:moveTo>
                  <a:pt x="3675" y="2355"/>
                </a:moveTo>
                <a:lnTo>
                  <a:pt x="3681" y="2326"/>
                </a:lnTo>
                <a:moveTo>
                  <a:pt x="3033" y="1275"/>
                </a:moveTo>
                <a:lnTo>
                  <a:pt x="3034" y="1284"/>
                </a:lnTo>
                <a:lnTo>
                  <a:pt x="3034" y="1302"/>
                </a:lnTo>
                <a:lnTo>
                  <a:pt x="3034" y="1321"/>
                </a:lnTo>
                <a:lnTo>
                  <a:pt x="3033" y="1333"/>
                </a:lnTo>
                <a:lnTo>
                  <a:pt x="3025" y="1389"/>
                </a:lnTo>
                <a:moveTo>
                  <a:pt x="3624" y="1483"/>
                </a:moveTo>
                <a:lnTo>
                  <a:pt x="3619" y="1481"/>
                </a:lnTo>
                <a:moveTo>
                  <a:pt x="3612" y="1502"/>
                </a:moveTo>
                <a:lnTo>
                  <a:pt x="3614" y="1495"/>
                </a:lnTo>
                <a:lnTo>
                  <a:pt x="3616" y="1489"/>
                </a:lnTo>
                <a:lnTo>
                  <a:pt x="3618" y="1483"/>
                </a:lnTo>
                <a:lnTo>
                  <a:pt x="3619" y="1481"/>
                </a:lnTo>
                <a:moveTo>
                  <a:pt x="3608" y="1516"/>
                </a:moveTo>
                <a:lnTo>
                  <a:pt x="3612" y="1502"/>
                </a:lnTo>
                <a:moveTo>
                  <a:pt x="3741" y="1533"/>
                </a:moveTo>
                <a:lnTo>
                  <a:pt x="3715" y="1511"/>
                </a:lnTo>
                <a:moveTo>
                  <a:pt x="3683" y="1503"/>
                </a:moveTo>
                <a:lnTo>
                  <a:pt x="3688" y="1504"/>
                </a:lnTo>
                <a:lnTo>
                  <a:pt x="3715" y="1511"/>
                </a:lnTo>
                <a:moveTo>
                  <a:pt x="3602" y="1533"/>
                </a:moveTo>
                <a:lnTo>
                  <a:pt x="3594" y="1555"/>
                </a:lnTo>
                <a:lnTo>
                  <a:pt x="3588" y="1574"/>
                </a:lnTo>
                <a:lnTo>
                  <a:pt x="3583" y="1592"/>
                </a:lnTo>
                <a:lnTo>
                  <a:pt x="3582" y="1597"/>
                </a:lnTo>
                <a:moveTo>
                  <a:pt x="3571" y="1646"/>
                </a:moveTo>
                <a:lnTo>
                  <a:pt x="3573" y="1641"/>
                </a:lnTo>
                <a:lnTo>
                  <a:pt x="3582" y="1597"/>
                </a:lnTo>
                <a:moveTo>
                  <a:pt x="3569" y="1658"/>
                </a:moveTo>
                <a:lnTo>
                  <a:pt x="3567" y="1666"/>
                </a:lnTo>
                <a:moveTo>
                  <a:pt x="3567" y="1671"/>
                </a:moveTo>
                <a:lnTo>
                  <a:pt x="3567" y="1666"/>
                </a:lnTo>
                <a:moveTo>
                  <a:pt x="3551" y="1928"/>
                </a:moveTo>
                <a:lnTo>
                  <a:pt x="3551" y="1949"/>
                </a:lnTo>
                <a:moveTo>
                  <a:pt x="3552" y="1998"/>
                </a:moveTo>
                <a:lnTo>
                  <a:pt x="3553" y="1977"/>
                </a:lnTo>
                <a:lnTo>
                  <a:pt x="3553" y="1955"/>
                </a:lnTo>
                <a:lnTo>
                  <a:pt x="3551" y="1949"/>
                </a:lnTo>
                <a:moveTo>
                  <a:pt x="515" y="2628"/>
                </a:moveTo>
                <a:lnTo>
                  <a:pt x="522" y="2624"/>
                </a:lnTo>
                <a:lnTo>
                  <a:pt x="527" y="2621"/>
                </a:lnTo>
                <a:lnTo>
                  <a:pt x="536" y="2620"/>
                </a:lnTo>
                <a:moveTo>
                  <a:pt x="337" y="2679"/>
                </a:moveTo>
                <a:lnTo>
                  <a:pt x="322" y="2711"/>
                </a:lnTo>
                <a:moveTo>
                  <a:pt x="4538" y="2696"/>
                </a:moveTo>
                <a:lnTo>
                  <a:pt x="4542" y="2697"/>
                </a:lnTo>
                <a:lnTo>
                  <a:pt x="4545" y="2698"/>
                </a:lnTo>
                <a:lnTo>
                  <a:pt x="4563" y="2701"/>
                </a:lnTo>
                <a:lnTo>
                  <a:pt x="4568" y="2703"/>
                </a:lnTo>
                <a:lnTo>
                  <a:pt x="4573" y="2704"/>
                </a:lnTo>
                <a:lnTo>
                  <a:pt x="4579" y="2708"/>
                </a:lnTo>
                <a:lnTo>
                  <a:pt x="4588" y="2716"/>
                </a:lnTo>
                <a:lnTo>
                  <a:pt x="4605" y="2728"/>
                </a:lnTo>
                <a:moveTo>
                  <a:pt x="4595" y="2771"/>
                </a:moveTo>
                <a:lnTo>
                  <a:pt x="4600" y="2752"/>
                </a:lnTo>
                <a:lnTo>
                  <a:pt x="4604" y="2738"/>
                </a:lnTo>
                <a:lnTo>
                  <a:pt x="4605" y="2728"/>
                </a:lnTo>
                <a:moveTo>
                  <a:pt x="3516" y="715"/>
                </a:moveTo>
                <a:lnTo>
                  <a:pt x="3509" y="718"/>
                </a:lnTo>
                <a:lnTo>
                  <a:pt x="3497" y="721"/>
                </a:lnTo>
                <a:moveTo>
                  <a:pt x="2559" y="1631"/>
                </a:moveTo>
                <a:lnTo>
                  <a:pt x="2506" y="1618"/>
                </a:lnTo>
                <a:lnTo>
                  <a:pt x="2434" y="1607"/>
                </a:lnTo>
                <a:moveTo>
                  <a:pt x="2426" y="1607"/>
                </a:moveTo>
                <a:lnTo>
                  <a:pt x="2430" y="1607"/>
                </a:lnTo>
                <a:lnTo>
                  <a:pt x="2434" y="1607"/>
                </a:lnTo>
                <a:moveTo>
                  <a:pt x="2614" y="1649"/>
                </a:moveTo>
                <a:lnTo>
                  <a:pt x="2595" y="1642"/>
                </a:lnTo>
                <a:lnTo>
                  <a:pt x="2559" y="1631"/>
                </a:lnTo>
                <a:moveTo>
                  <a:pt x="2292" y="1666"/>
                </a:moveTo>
                <a:lnTo>
                  <a:pt x="2292" y="1682"/>
                </a:lnTo>
                <a:lnTo>
                  <a:pt x="2293" y="1687"/>
                </a:lnTo>
                <a:moveTo>
                  <a:pt x="2292" y="1666"/>
                </a:moveTo>
                <a:lnTo>
                  <a:pt x="2291" y="1649"/>
                </a:lnTo>
                <a:moveTo>
                  <a:pt x="2310" y="1808"/>
                </a:moveTo>
                <a:lnTo>
                  <a:pt x="2324" y="1865"/>
                </a:lnTo>
                <a:moveTo>
                  <a:pt x="2310" y="1808"/>
                </a:moveTo>
                <a:lnTo>
                  <a:pt x="2303" y="1776"/>
                </a:lnTo>
                <a:lnTo>
                  <a:pt x="2303" y="1773"/>
                </a:lnTo>
                <a:moveTo>
                  <a:pt x="2707" y="1870"/>
                </a:moveTo>
                <a:lnTo>
                  <a:pt x="2707" y="1855"/>
                </a:lnTo>
                <a:moveTo>
                  <a:pt x="2707" y="1870"/>
                </a:moveTo>
                <a:lnTo>
                  <a:pt x="2707" y="1881"/>
                </a:lnTo>
                <a:moveTo>
                  <a:pt x="2586" y="1965"/>
                </a:moveTo>
                <a:lnTo>
                  <a:pt x="2603" y="1958"/>
                </a:lnTo>
                <a:moveTo>
                  <a:pt x="2105" y="2073"/>
                </a:moveTo>
                <a:lnTo>
                  <a:pt x="2105" y="2091"/>
                </a:lnTo>
                <a:moveTo>
                  <a:pt x="2108" y="2139"/>
                </a:moveTo>
                <a:lnTo>
                  <a:pt x="2108" y="2137"/>
                </a:lnTo>
                <a:lnTo>
                  <a:pt x="2107" y="2124"/>
                </a:lnTo>
                <a:moveTo>
                  <a:pt x="2108" y="2139"/>
                </a:moveTo>
                <a:lnTo>
                  <a:pt x="2108" y="2157"/>
                </a:lnTo>
                <a:moveTo>
                  <a:pt x="2785" y="2292"/>
                </a:moveTo>
                <a:lnTo>
                  <a:pt x="2790" y="2265"/>
                </a:lnTo>
                <a:moveTo>
                  <a:pt x="2122" y="2495"/>
                </a:moveTo>
                <a:lnTo>
                  <a:pt x="2122" y="2490"/>
                </a:lnTo>
                <a:moveTo>
                  <a:pt x="2122" y="2495"/>
                </a:moveTo>
                <a:lnTo>
                  <a:pt x="2122" y="2514"/>
                </a:lnTo>
                <a:moveTo>
                  <a:pt x="2125" y="2566"/>
                </a:moveTo>
                <a:lnTo>
                  <a:pt x="2125" y="2553"/>
                </a:lnTo>
                <a:moveTo>
                  <a:pt x="2736" y="2617"/>
                </a:moveTo>
                <a:lnTo>
                  <a:pt x="2733" y="2628"/>
                </a:lnTo>
                <a:lnTo>
                  <a:pt x="2729" y="2640"/>
                </a:lnTo>
                <a:lnTo>
                  <a:pt x="2723" y="2656"/>
                </a:lnTo>
                <a:lnTo>
                  <a:pt x="2722" y="2658"/>
                </a:lnTo>
                <a:moveTo>
                  <a:pt x="2713" y="2673"/>
                </a:moveTo>
                <a:lnTo>
                  <a:pt x="2719" y="2665"/>
                </a:lnTo>
                <a:lnTo>
                  <a:pt x="2722" y="2658"/>
                </a:lnTo>
                <a:moveTo>
                  <a:pt x="2831" y="2608"/>
                </a:moveTo>
                <a:lnTo>
                  <a:pt x="2820" y="2685"/>
                </a:lnTo>
                <a:moveTo>
                  <a:pt x="2816" y="2715"/>
                </a:moveTo>
                <a:lnTo>
                  <a:pt x="2820" y="2685"/>
                </a:lnTo>
                <a:moveTo>
                  <a:pt x="2528" y="2702"/>
                </a:moveTo>
                <a:lnTo>
                  <a:pt x="2586" y="2709"/>
                </a:lnTo>
                <a:moveTo>
                  <a:pt x="2816" y="2732"/>
                </a:moveTo>
                <a:lnTo>
                  <a:pt x="2816" y="2715"/>
                </a:lnTo>
                <a:moveTo>
                  <a:pt x="3176" y="2722"/>
                </a:moveTo>
                <a:lnTo>
                  <a:pt x="3161" y="2717"/>
                </a:lnTo>
                <a:lnTo>
                  <a:pt x="3144" y="2717"/>
                </a:lnTo>
                <a:lnTo>
                  <a:pt x="3119" y="2717"/>
                </a:lnTo>
                <a:lnTo>
                  <a:pt x="3092" y="2718"/>
                </a:lnTo>
                <a:moveTo>
                  <a:pt x="2933" y="2737"/>
                </a:moveTo>
                <a:lnTo>
                  <a:pt x="2949" y="2736"/>
                </a:lnTo>
                <a:lnTo>
                  <a:pt x="2977" y="2732"/>
                </a:lnTo>
                <a:lnTo>
                  <a:pt x="2980" y="2732"/>
                </a:lnTo>
                <a:lnTo>
                  <a:pt x="3025" y="2727"/>
                </a:lnTo>
                <a:lnTo>
                  <a:pt x="3030" y="2726"/>
                </a:lnTo>
                <a:lnTo>
                  <a:pt x="3092" y="2718"/>
                </a:lnTo>
                <a:moveTo>
                  <a:pt x="3191" y="2726"/>
                </a:moveTo>
                <a:lnTo>
                  <a:pt x="3176" y="2722"/>
                </a:lnTo>
                <a:moveTo>
                  <a:pt x="3206" y="2729"/>
                </a:moveTo>
                <a:lnTo>
                  <a:pt x="3197" y="2728"/>
                </a:lnTo>
                <a:lnTo>
                  <a:pt x="3191" y="2726"/>
                </a:lnTo>
                <a:moveTo>
                  <a:pt x="3240" y="2736"/>
                </a:moveTo>
                <a:lnTo>
                  <a:pt x="3226" y="2734"/>
                </a:lnTo>
                <a:lnTo>
                  <a:pt x="3206" y="2729"/>
                </a:lnTo>
                <a:moveTo>
                  <a:pt x="3240" y="2736"/>
                </a:moveTo>
                <a:lnTo>
                  <a:pt x="3246" y="2735"/>
                </a:lnTo>
                <a:lnTo>
                  <a:pt x="3251" y="2735"/>
                </a:lnTo>
                <a:moveTo>
                  <a:pt x="3240" y="2736"/>
                </a:moveTo>
                <a:lnTo>
                  <a:pt x="3246" y="2740"/>
                </a:lnTo>
                <a:lnTo>
                  <a:pt x="3254" y="2741"/>
                </a:lnTo>
                <a:lnTo>
                  <a:pt x="3279" y="2742"/>
                </a:lnTo>
                <a:moveTo>
                  <a:pt x="3279" y="2742"/>
                </a:moveTo>
                <a:lnTo>
                  <a:pt x="3279" y="2739"/>
                </a:lnTo>
                <a:moveTo>
                  <a:pt x="3279" y="2737"/>
                </a:moveTo>
                <a:lnTo>
                  <a:pt x="3279" y="2739"/>
                </a:lnTo>
                <a:moveTo>
                  <a:pt x="2909" y="2743"/>
                </a:moveTo>
                <a:lnTo>
                  <a:pt x="2902" y="2742"/>
                </a:lnTo>
                <a:moveTo>
                  <a:pt x="2909" y="2743"/>
                </a:moveTo>
                <a:lnTo>
                  <a:pt x="2904" y="2746"/>
                </a:lnTo>
                <a:lnTo>
                  <a:pt x="2890" y="2748"/>
                </a:lnTo>
                <a:lnTo>
                  <a:pt x="2868" y="2751"/>
                </a:lnTo>
                <a:lnTo>
                  <a:pt x="2856" y="2752"/>
                </a:lnTo>
                <a:lnTo>
                  <a:pt x="2844" y="2751"/>
                </a:lnTo>
                <a:lnTo>
                  <a:pt x="2838" y="2751"/>
                </a:lnTo>
                <a:lnTo>
                  <a:pt x="2830" y="2750"/>
                </a:lnTo>
                <a:lnTo>
                  <a:pt x="2822" y="2750"/>
                </a:lnTo>
                <a:lnTo>
                  <a:pt x="2817" y="2751"/>
                </a:lnTo>
                <a:moveTo>
                  <a:pt x="2909" y="2743"/>
                </a:moveTo>
                <a:lnTo>
                  <a:pt x="2930" y="2741"/>
                </a:lnTo>
                <a:lnTo>
                  <a:pt x="2933" y="2737"/>
                </a:lnTo>
                <a:moveTo>
                  <a:pt x="3335" y="2225"/>
                </a:moveTo>
                <a:lnTo>
                  <a:pt x="3333" y="2194"/>
                </a:lnTo>
                <a:moveTo>
                  <a:pt x="3341" y="2316"/>
                </a:moveTo>
                <a:lnTo>
                  <a:pt x="3341" y="2326"/>
                </a:lnTo>
                <a:moveTo>
                  <a:pt x="3341" y="2345"/>
                </a:moveTo>
                <a:lnTo>
                  <a:pt x="3341" y="2329"/>
                </a:lnTo>
                <a:lnTo>
                  <a:pt x="3341" y="2326"/>
                </a:lnTo>
                <a:moveTo>
                  <a:pt x="3302" y="2593"/>
                </a:moveTo>
                <a:lnTo>
                  <a:pt x="3297" y="2622"/>
                </a:lnTo>
                <a:lnTo>
                  <a:pt x="3292" y="2656"/>
                </a:lnTo>
                <a:moveTo>
                  <a:pt x="3279" y="2737"/>
                </a:moveTo>
                <a:lnTo>
                  <a:pt x="3286" y="2693"/>
                </a:lnTo>
                <a:lnTo>
                  <a:pt x="3289" y="2671"/>
                </a:lnTo>
                <a:lnTo>
                  <a:pt x="3290" y="2662"/>
                </a:lnTo>
                <a:lnTo>
                  <a:pt x="3292" y="2656"/>
                </a:lnTo>
                <a:moveTo>
                  <a:pt x="2064" y="668"/>
                </a:moveTo>
                <a:lnTo>
                  <a:pt x="2064" y="672"/>
                </a:lnTo>
                <a:moveTo>
                  <a:pt x="2065" y="698"/>
                </a:moveTo>
                <a:lnTo>
                  <a:pt x="2064" y="672"/>
                </a:lnTo>
                <a:moveTo>
                  <a:pt x="1624" y="745"/>
                </a:moveTo>
                <a:lnTo>
                  <a:pt x="1624" y="760"/>
                </a:lnTo>
                <a:moveTo>
                  <a:pt x="1624" y="764"/>
                </a:moveTo>
                <a:lnTo>
                  <a:pt x="1624" y="760"/>
                </a:lnTo>
                <a:moveTo>
                  <a:pt x="2820" y="939"/>
                </a:moveTo>
                <a:lnTo>
                  <a:pt x="2832" y="935"/>
                </a:lnTo>
                <a:lnTo>
                  <a:pt x="2854" y="928"/>
                </a:lnTo>
                <a:moveTo>
                  <a:pt x="2075" y="1078"/>
                </a:moveTo>
                <a:lnTo>
                  <a:pt x="2073" y="1020"/>
                </a:lnTo>
                <a:moveTo>
                  <a:pt x="2069" y="841"/>
                </a:moveTo>
                <a:lnTo>
                  <a:pt x="2070" y="902"/>
                </a:lnTo>
                <a:lnTo>
                  <a:pt x="2073" y="1020"/>
                </a:lnTo>
                <a:moveTo>
                  <a:pt x="2662" y="1068"/>
                </a:moveTo>
                <a:lnTo>
                  <a:pt x="2653" y="1073"/>
                </a:lnTo>
                <a:lnTo>
                  <a:pt x="2641" y="1081"/>
                </a:lnTo>
                <a:lnTo>
                  <a:pt x="2612" y="1099"/>
                </a:lnTo>
                <a:lnTo>
                  <a:pt x="2600" y="1106"/>
                </a:lnTo>
                <a:lnTo>
                  <a:pt x="2591" y="1112"/>
                </a:lnTo>
                <a:lnTo>
                  <a:pt x="2589" y="1113"/>
                </a:lnTo>
                <a:lnTo>
                  <a:pt x="2546" y="1139"/>
                </a:lnTo>
                <a:moveTo>
                  <a:pt x="2274" y="1119"/>
                </a:moveTo>
                <a:lnTo>
                  <a:pt x="2289" y="1111"/>
                </a:lnTo>
                <a:moveTo>
                  <a:pt x="2274" y="1119"/>
                </a:moveTo>
                <a:lnTo>
                  <a:pt x="2266" y="1123"/>
                </a:lnTo>
                <a:moveTo>
                  <a:pt x="2546" y="1139"/>
                </a:moveTo>
                <a:lnTo>
                  <a:pt x="2515" y="1158"/>
                </a:lnTo>
                <a:lnTo>
                  <a:pt x="2502" y="1167"/>
                </a:lnTo>
                <a:lnTo>
                  <a:pt x="2494" y="1171"/>
                </a:lnTo>
                <a:lnTo>
                  <a:pt x="2438" y="1206"/>
                </a:lnTo>
                <a:lnTo>
                  <a:pt x="2428" y="1212"/>
                </a:lnTo>
                <a:lnTo>
                  <a:pt x="2414" y="1221"/>
                </a:lnTo>
                <a:lnTo>
                  <a:pt x="2403" y="1227"/>
                </a:lnTo>
                <a:moveTo>
                  <a:pt x="2886" y="1119"/>
                </a:moveTo>
                <a:lnTo>
                  <a:pt x="2894" y="1145"/>
                </a:lnTo>
                <a:moveTo>
                  <a:pt x="2077" y="1101"/>
                </a:moveTo>
                <a:lnTo>
                  <a:pt x="2079" y="1206"/>
                </a:lnTo>
                <a:moveTo>
                  <a:pt x="2403" y="1227"/>
                </a:moveTo>
                <a:lnTo>
                  <a:pt x="2387" y="1237"/>
                </a:lnTo>
                <a:lnTo>
                  <a:pt x="2366" y="1251"/>
                </a:lnTo>
                <a:lnTo>
                  <a:pt x="2362" y="1253"/>
                </a:lnTo>
                <a:lnTo>
                  <a:pt x="2352" y="1258"/>
                </a:lnTo>
                <a:moveTo>
                  <a:pt x="2352" y="1258"/>
                </a:moveTo>
                <a:lnTo>
                  <a:pt x="2342" y="1265"/>
                </a:lnTo>
                <a:moveTo>
                  <a:pt x="2291" y="1297"/>
                </a:moveTo>
                <a:lnTo>
                  <a:pt x="2271" y="1308"/>
                </a:lnTo>
                <a:moveTo>
                  <a:pt x="1680" y="1265"/>
                </a:moveTo>
                <a:lnTo>
                  <a:pt x="1681" y="1275"/>
                </a:lnTo>
                <a:lnTo>
                  <a:pt x="1683" y="1293"/>
                </a:lnTo>
                <a:lnTo>
                  <a:pt x="1686" y="1322"/>
                </a:lnTo>
                <a:moveTo>
                  <a:pt x="2271" y="1469"/>
                </a:moveTo>
                <a:lnTo>
                  <a:pt x="2255" y="1433"/>
                </a:lnTo>
                <a:moveTo>
                  <a:pt x="2287" y="1505"/>
                </a:moveTo>
                <a:lnTo>
                  <a:pt x="2285" y="1502"/>
                </a:lnTo>
                <a:lnTo>
                  <a:pt x="2271" y="1469"/>
                </a:lnTo>
                <a:moveTo>
                  <a:pt x="2287" y="1505"/>
                </a:moveTo>
                <a:lnTo>
                  <a:pt x="2289" y="1511"/>
                </a:lnTo>
                <a:moveTo>
                  <a:pt x="2290" y="1542"/>
                </a:moveTo>
                <a:lnTo>
                  <a:pt x="2290" y="1534"/>
                </a:lnTo>
                <a:lnTo>
                  <a:pt x="2290" y="1523"/>
                </a:lnTo>
                <a:lnTo>
                  <a:pt x="2289" y="1511"/>
                </a:lnTo>
                <a:moveTo>
                  <a:pt x="2906" y="1492"/>
                </a:moveTo>
                <a:lnTo>
                  <a:pt x="2902" y="1520"/>
                </a:lnTo>
                <a:moveTo>
                  <a:pt x="2898" y="1549"/>
                </a:moveTo>
                <a:lnTo>
                  <a:pt x="2902" y="1520"/>
                </a:lnTo>
                <a:moveTo>
                  <a:pt x="2881" y="1662"/>
                </a:moveTo>
                <a:lnTo>
                  <a:pt x="2884" y="1644"/>
                </a:lnTo>
                <a:moveTo>
                  <a:pt x="2616" y="1649"/>
                </a:moveTo>
                <a:lnTo>
                  <a:pt x="2614" y="1649"/>
                </a:lnTo>
                <a:moveTo>
                  <a:pt x="2616" y="1649"/>
                </a:moveTo>
                <a:lnTo>
                  <a:pt x="2617" y="1649"/>
                </a:lnTo>
                <a:lnTo>
                  <a:pt x="2627" y="1652"/>
                </a:lnTo>
                <a:lnTo>
                  <a:pt x="2632" y="1654"/>
                </a:lnTo>
                <a:moveTo>
                  <a:pt x="3046" y="853"/>
                </a:moveTo>
                <a:lnTo>
                  <a:pt x="3002" y="876"/>
                </a:lnTo>
                <a:lnTo>
                  <a:pt x="2979" y="886"/>
                </a:lnTo>
                <a:lnTo>
                  <a:pt x="2973" y="888"/>
                </a:lnTo>
                <a:moveTo>
                  <a:pt x="3042" y="850"/>
                </a:moveTo>
                <a:lnTo>
                  <a:pt x="3067" y="839"/>
                </a:lnTo>
                <a:lnTo>
                  <a:pt x="3135" y="817"/>
                </a:lnTo>
                <a:lnTo>
                  <a:pt x="3151" y="811"/>
                </a:lnTo>
                <a:lnTo>
                  <a:pt x="3155" y="811"/>
                </a:lnTo>
                <a:lnTo>
                  <a:pt x="3163" y="807"/>
                </a:lnTo>
                <a:lnTo>
                  <a:pt x="3171" y="804"/>
                </a:lnTo>
                <a:moveTo>
                  <a:pt x="2537" y="970"/>
                </a:moveTo>
                <a:lnTo>
                  <a:pt x="2520" y="979"/>
                </a:lnTo>
                <a:lnTo>
                  <a:pt x="2441" y="1022"/>
                </a:lnTo>
                <a:lnTo>
                  <a:pt x="2433" y="1026"/>
                </a:lnTo>
                <a:lnTo>
                  <a:pt x="2429" y="1029"/>
                </a:lnTo>
                <a:lnTo>
                  <a:pt x="2385" y="1054"/>
                </a:lnTo>
                <a:lnTo>
                  <a:pt x="2368" y="1066"/>
                </a:lnTo>
                <a:lnTo>
                  <a:pt x="2364" y="1068"/>
                </a:lnTo>
                <a:lnTo>
                  <a:pt x="2354" y="1074"/>
                </a:lnTo>
                <a:lnTo>
                  <a:pt x="2337" y="1082"/>
                </a:lnTo>
                <a:lnTo>
                  <a:pt x="2317" y="1094"/>
                </a:lnTo>
                <a:lnTo>
                  <a:pt x="2289" y="1111"/>
                </a:lnTo>
                <a:moveTo>
                  <a:pt x="2957" y="1010"/>
                </a:moveTo>
                <a:lnTo>
                  <a:pt x="2948" y="987"/>
                </a:lnTo>
                <a:lnTo>
                  <a:pt x="2941" y="974"/>
                </a:lnTo>
                <a:moveTo>
                  <a:pt x="3033" y="1950"/>
                </a:moveTo>
                <a:lnTo>
                  <a:pt x="3015" y="1937"/>
                </a:lnTo>
                <a:lnTo>
                  <a:pt x="3009" y="1933"/>
                </a:lnTo>
                <a:moveTo>
                  <a:pt x="3033" y="1950"/>
                </a:moveTo>
                <a:lnTo>
                  <a:pt x="3057" y="1968"/>
                </a:lnTo>
                <a:lnTo>
                  <a:pt x="3060" y="1970"/>
                </a:lnTo>
                <a:moveTo>
                  <a:pt x="3695" y="2227"/>
                </a:moveTo>
                <a:lnTo>
                  <a:pt x="3693" y="2237"/>
                </a:lnTo>
                <a:moveTo>
                  <a:pt x="3690" y="2249"/>
                </a:moveTo>
                <a:lnTo>
                  <a:pt x="3693" y="2237"/>
                </a:lnTo>
                <a:moveTo>
                  <a:pt x="3690" y="2249"/>
                </a:moveTo>
                <a:lnTo>
                  <a:pt x="3689" y="2258"/>
                </a:lnTo>
                <a:moveTo>
                  <a:pt x="3683" y="2297"/>
                </a:moveTo>
                <a:lnTo>
                  <a:pt x="3689" y="2258"/>
                </a:lnTo>
                <a:moveTo>
                  <a:pt x="4001" y="670"/>
                </a:moveTo>
                <a:lnTo>
                  <a:pt x="4007" y="669"/>
                </a:lnTo>
                <a:moveTo>
                  <a:pt x="4001" y="670"/>
                </a:moveTo>
                <a:lnTo>
                  <a:pt x="3838" y="684"/>
                </a:lnTo>
                <a:lnTo>
                  <a:pt x="3800" y="687"/>
                </a:lnTo>
                <a:lnTo>
                  <a:pt x="3789" y="688"/>
                </a:lnTo>
                <a:lnTo>
                  <a:pt x="3768" y="689"/>
                </a:lnTo>
                <a:lnTo>
                  <a:pt x="3756" y="691"/>
                </a:lnTo>
                <a:lnTo>
                  <a:pt x="3709" y="694"/>
                </a:lnTo>
                <a:lnTo>
                  <a:pt x="3697" y="696"/>
                </a:lnTo>
                <a:lnTo>
                  <a:pt x="3656" y="698"/>
                </a:lnTo>
                <a:lnTo>
                  <a:pt x="3619" y="700"/>
                </a:lnTo>
                <a:lnTo>
                  <a:pt x="3592" y="702"/>
                </a:lnTo>
                <a:lnTo>
                  <a:pt x="3589" y="703"/>
                </a:lnTo>
                <a:moveTo>
                  <a:pt x="4141" y="661"/>
                </a:moveTo>
                <a:lnTo>
                  <a:pt x="4140" y="655"/>
                </a:lnTo>
                <a:moveTo>
                  <a:pt x="4140" y="655"/>
                </a:moveTo>
                <a:lnTo>
                  <a:pt x="4141" y="655"/>
                </a:lnTo>
                <a:lnTo>
                  <a:pt x="4232" y="645"/>
                </a:lnTo>
                <a:lnTo>
                  <a:pt x="4297" y="637"/>
                </a:lnTo>
                <a:lnTo>
                  <a:pt x="4302" y="637"/>
                </a:lnTo>
                <a:lnTo>
                  <a:pt x="4339" y="634"/>
                </a:lnTo>
                <a:lnTo>
                  <a:pt x="4365" y="631"/>
                </a:lnTo>
                <a:lnTo>
                  <a:pt x="4415" y="627"/>
                </a:lnTo>
                <a:lnTo>
                  <a:pt x="4439" y="625"/>
                </a:lnTo>
                <a:lnTo>
                  <a:pt x="4478" y="622"/>
                </a:lnTo>
                <a:lnTo>
                  <a:pt x="4492" y="621"/>
                </a:lnTo>
                <a:lnTo>
                  <a:pt x="4508" y="619"/>
                </a:lnTo>
                <a:lnTo>
                  <a:pt x="4538" y="617"/>
                </a:lnTo>
                <a:lnTo>
                  <a:pt x="4575" y="614"/>
                </a:lnTo>
                <a:lnTo>
                  <a:pt x="4582" y="614"/>
                </a:lnTo>
                <a:lnTo>
                  <a:pt x="4602" y="614"/>
                </a:lnTo>
                <a:moveTo>
                  <a:pt x="4140" y="655"/>
                </a:moveTo>
                <a:lnTo>
                  <a:pt x="4136" y="655"/>
                </a:lnTo>
                <a:lnTo>
                  <a:pt x="4112" y="658"/>
                </a:lnTo>
                <a:lnTo>
                  <a:pt x="4097" y="659"/>
                </a:lnTo>
                <a:lnTo>
                  <a:pt x="4007" y="669"/>
                </a:lnTo>
                <a:moveTo>
                  <a:pt x="4459" y="632"/>
                </a:moveTo>
                <a:lnTo>
                  <a:pt x="4442" y="640"/>
                </a:lnTo>
                <a:lnTo>
                  <a:pt x="4424" y="642"/>
                </a:lnTo>
                <a:lnTo>
                  <a:pt x="4352" y="648"/>
                </a:lnTo>
                <a:lnTo>
                  <a:pt x="4307" y="652"/>
                </a:lnTo>
                <a:lnTo>
                  <a:pt x="4302" y="652"/>
                </a:lnTo>
                <a:lnTo>
                  <a:pt x="4297" y="653"/>
                </a:lnTo>
                <a:lnTo>
                  <a:pt x="4282" y="655"/>
                </a:lnTo>
                <a:lnTo>
                  <a:pt x="4170" y="668"/>
                </a:lnTo>
                <a:lnTo>
                  <a:pt x="4124" y="672"/>
                </a:lnTo>
                <a:lnTo>
                  <a:pt x="4063" y="677"/>
                </a:lnTo>
                <a:lnTo>
                  <a:pt x="4010" y="683"/>
                </a:lnTo>
                <a:lnTo>
                  <a:pt x="4006" y="684"/>
                </a:lnTo>
                <a:lnTo>
                  <a:pt x="3908" y="693"/>
                </a:lnTo>
                <a:lnTo>
                  <a:pt x="3892" y="694"/>
                </a:lnTo>
                <a:lnTo>
                  <a:pt x="3870" y="696"/>
                </a:lnTo>
                <a:lnTo>
                  <a:pt x="3864" y="697"/>
                </a:lnTo>
                <a:lnTo>
                  <a:pt x="3813" y="701"/>
                </a:lnTo>
                <a:lnTo>
                  <a:pt x="3800" y="702"/>
                </a:lnTo>
                <a:lnTo>
                  <a:pt x="3749" y="706"/>
                </a:lnTo>
                <a:lnTo>
                  <a:pt x="3699" y="710"/>
                </a:lnTo>
                <a:lnTo>
                  <a:pt x="3622" y="717"/>
                </a:lnTo>
                <a:lnTo>
                  <a:pt x="3591" y="719"/>
                </a:lnTo>
                <a:lnTo>
                  <a:pt x="3577" y="717"/>
                </a:lnTo>
                <a:moveTo>
                  <a:pt x="4459" y="632"/>
                </a:moveTo>
                <a:lnTo>
                  <a:pt x="4442" y="635"/>
                </a:lnTo>
                <a:lnTo>
                  <a:pt x="4305" y="648"/>
                </a:lnTo>
                <a:lnTo>
                  <a:pt x="4302" y="648"/>
                </a:lnTo>
                <a:lnTo>
                  <a:pt x="4297" y="649"/>
                </a:lnTo>
                <a:lnTo>
                  <a:pt x="4141" y="666"/>
                </a:lnTo>
                <a:moveTo>
                  <a:pt x="3577" y="717"/>
                </a:moveTo>
                <a:lnTo>
                  <a:pt x="3813" y="696"/>
                </a:lnTo>
                <a:lnTo>
                  <a:pt x="3907" y="688"/>
                </a:lnTo>
                <a:lnTo>
                  <a:pt x="4003" y="680"/>
                </a:lnTo>
                <a:moveTo>
                  <a:pt x="4008" y="674"/>
                </a:moveTo>
                <a:lnTo>
                  <a:pt x="4141" y="661"/>
                </a:lnTo>
                <a:moveTo>
                  <a:pt x="4008" y="674"/>
                </a:moveTo>
                <a:lnTo>
                  <a:pt x="4008" y="679"/>
                </a:lnTo>
                <a:moveTo>
                  <a:pt x="4008" y="674"/>
                </a:moveTo>
                <a:lnTo>
                  <a:pt x="4007" y="669"/>
                </a:lnTo>
                <a:moveTo>
                  <a:pt x="5559" y="318"/>
                </a:moveTo>
                <a:lnTo>
                  <a:pt x="5562" y="326"/>
                </a:lnTo>
                <a:lnTo>
                  <a:pt x="5562" y="327"/>
                </a:lnTo>
                <a:lnTo>
                  <a:pt x="5563" y="335"/>
                </a:lnTo>
                <a:lnTo>
                  <a:pt x="5554" y="372"/>
                </a:lnTo>
                <a:lnTo>
                  <a:pt x="5539" y="438"/>
                </a:lnTo>
                <a:moveTo>
                  <a:pt x="5559" y="318"/>
                </a:moveTo>
                <a:lnTo>
                  <a:pt x="5555" y="311"/>
                </a:lnTo>
                <a:moveTo>
                  <a:pt x="5559" y="318"/>
                </a:moveTo>
                <a:lnTo>
                  <a:pt x="5570" y="314"/>
                </a:lnTo>
                <a:lnTo>
                  <a:pt x="5572" y="313"/>
                </a:lnTo>
                <a:lnTo>
                  <a:pt x="5593" y="305"/>
                </a:lnTo>
                <a:lnTo>
                  <a:pt x="5648" y="284"/>
                </a:lnTo>
                <a:lnTo>
                  <a:pt x="5696" y="265"/>
                </a:lnTo>
                <a:lnTo>
                  <a:pt x="5743" y="248"/>
                </a:lnTo>
                <a:lnTo>
                  <a:pt x="5779" y="234"/>
                </a:lnTo>
                <a:lnTo>
                  <a:pt x="5813" y="221"/>
                </a:lnTo>
                <a:lnTo>
                  <a:pt x="5862" y="203"/>
                </a:lnTo>
                <a:lnTo>
                  <a:pt x="5880" y="196"/>
                </a:lnTo>
                <a:lnTo>
                  <a:pt x="5885" y="194"/>
                </a:lnTo>
                <a:lnTo>
                  <a:pt x="5908" y="185"/>
                </a:lnTo>
                <a:lnTo>
                  <a:pt x="5941" y="174"/>
                </a:lnTo>
                <a:lnTo>
                  <a:pt x="5953" y="169"/>
                </a:lnTo>
                <a:lnTo>
                  <a:pt x="6038" y="138"/>
                </a:lnTo>
                <a:lnTo>
                  <a:pt x="6046" y="136"/>
                </a:lnTo>
                <a:lnTo>
                  <a:pt x="6104" y="114"/>
                </a:lnTo>
                <a:lnTo>
                  <a:pt x="6121" y="108"/>
                </a:lnTo>
                <a:lnTo>
                  <a:pt x="6129" y="104"/>
                </a:lnTo>
                <a:lnTo>
                  <a:pt x="6209" y="75"/>
                </a:lnTo>
                <a:lnTo>
                  <a:pt x="6252" y="59"/>
                </a:lnTo>
                <a:lnTo>
                  <a:pt x="6346" y="24"/>
                </a:lnTo>
                <a:moveTo>
                  <a:pt x="3743" y="2716"/>
                </a:moveTo>
                <a:lnTo>
                  <a:pt x="3730" y="2685"/>
                </a:lnTo>
                <a:moveTo>
                  <a:pt x="3730" y="2685"/>
                </a:moveTo>
                <a:lnTo>
                  <a:pt x="3693" y="2610"/>
                </a:lnTo>
                <a:lnTo>
                  <a:pt x="3679" y="2580"/>
                </a:lnTo>
                <a:lnTo>
                  <a:pt x="3671" y="2563"/>
                </a:lnTo>
                <a:lnTo>
                  <a:pt x="3671" y="2563"/>
                </a:lnTo>
                <a:lnTo>
                  <a:pt x="3649" y="2519"/>
                </a:lnTo>
                <a:moveTo>
                  <a:pt x="3644" y="2522"/>
                </a:moveTo>
                <a:lnTo>
                  <a:pt x="3649" y="2519"/>
                </a:lnTo>
                <a:moveTo>
                  <a:pt x="3649" y="2519"/>
                </a:moveTo>
                <a:lnTo>
                  <a:pt x="3617" y="2449"/>
                </a:lnTo>
                <a:lnTo>
                  <a:pt x="3601" y="2413"/>
                </a:lnTo>
                <a:lnTo>
                  <a:pt x="3582" y="2379"/>
                </a:lnTo>
                <a:moveTo>
                  <a:pt x="3582" y="2379"/>
                </a:moveTo>
                <a:lnTo>
                  <a:pt x="3567" y="2356"/>
                </a:lnTo>
                <a:lnTo>
                  <a:pt x="3552" y="2336"/>
                </a:lnTo>
                <a:moveTo>
                  <a:pt x="3327" y="2158"/>
                </a:moveTo>
                <a:lnTo>
                  <a:pt x="3407" y="2214"/>
                </a:lnTo>
                <a:lnTo>
                  <a:pt x="3493" y="2275"/>
                </a:lnTo>
                <a:moveTo>
                  <a:pt x="3317" y="2132"/>
                </a:moveTo>
                <a:lnTo>
                  <a:pt x="3318" y="2137"/>
                </a:lnTo>
                <a:lnTo>
                  <a:pt x="3320" y="2141"/>
                </a:lnTo>
                <a:lnTo>
                  <a:pt x="3327" y="2158"/>
                </a:lnTo>
                <a:moveTo>
                  <a:pt x="3327" y="2158"/>
                </a:moveTo>
                <a:lnTo>
                  <a:pt x="3306" y="2142"/>
                </a:lnTo>
                <a:moveTo>
                  <a:pt x="2796" y="1707"/>
                </a:moveTo>
                <a:lnTo>
                  <a:pt x="2804" y="1713"/>
                </a:lnTo>
                <a:lnTo>
                  <a:pt x="2839" y="1745"/>
                </a:lnTo>
                <a:lnTo>
                  <a:pt x="2992" y="1909"/>
                </a:lnTo>
                <a:lnTo>
                  <a:pt x="3012" y="1928"/>
                </a:lnTo>
                <a:lnTo>
                  <a:pt x="3026" y="1940"/>
                </a:lnTo>
                <a:lnTo>
                  <a:pt x="3032" y="1942"/>
                </a:lnTo>
                <a:moveTo>
                  <a:pt x="2796" y="1707"/>
                </a:moveTo>
                <a:lnTo>
                  <a:pt x="2774" y="1696"/>
                </a:lnTo>
                <a:lnTo>
                  <a:pt x="2735" y="1682"/>
                </a:lnTo>
                <a:moveTo>
                  <a:pt x="2732" y="1688"/>
                </a:moveTo>
                <a:lnTo>
                  <a:pt x="2735" y="1682"/>
                </a:lnTo>
                <a:moveTo>
                  <a:pt x="2735" y="1682"/>
                </a:moveTo>
                <a:lnTo>
                  <a:pt x="2727" y="1683"/>
                </a:lnTo>
                <a:moveTo>
                  <a:pt x="2727" y="1683"/>
                </a:moveTo>
                <a:lnTo>
                  <a:pt x="2732" y="1688"/>
                </a:lnTo>
                <a:moveTo>
                  <a:pt x="5110" y="2767"/>
                </a:moveTo>
                <a:lnTo>
                  <a:pt x="5107" y="2760"/>
                </a:lnTo>
                <a:lnTo>
                  <a:pt x="5107" y="2755"/>
                </a:lnTo>
                <a:lnTo>
                  <a:pt x="5107" y="2748"/>
                </a:lnTo>
                <a:lnTo>
                  <a:pt x="5112" y="2717"/>
                </a:lnTo>
                <a:moveTo>
                  <a:pt x="5338" y="2505"/>
                </a:moveTo>
                <a:lnTo>
                  <a:pt x="5334" y="2504"/>
                </a:lnTo>
                <a:lnTo>
                  <a:pt x="5325" y="2503"/>
                </a:lnTo>
                <a:lnTo>
                  <a:pt x="5311" y="2502"/>
                </a:lnTo>
                <a:lnTo>
                  <a:pt x="5296" y="2504"/>
                </a:lnTo>
                <a:lnTo>
                  <a:pt x="5271" y="2509"/>
                </a:lnTo>
                <a:lnTo>
                  <a:pt x="5224" y="2521"/>
                </a:lnTo>
                <a:lnTo>
                  <a:pt x="5197" y="2531"/>
                </a:lnTo>
                <a:lnTo>
                  <a:pt x="5187" y="2536"/>
                </a:lnTo>
                <a:lnTo>
                  <a:pt x="5176" y="2545"/>
                </a:lnTo>
                <a:lnTo>
                  <a:pt x="5153" y="2565"/>
                </a:lnTo>
                <a:lnTo>
                  <a:pt x="5137" y="2582"/>
                </a:lnTo>
                <a:lnTo>
                  <a:pt x="5130" y="2589"/>
                </a:lnTo>
                <a:lnTo>
                  <a:pt x="5105" y="2614"/>
                </a:lnTo>
                <a:lnTo>
                  <a:pt x="5101" y="2619"/>
                </a:lnTo>
                <a:lnTo>
                  <a:pt x="5098" y="2626"/>
                </a:lnTo>
                <a:lnTo>
                  <a:pt x="5094" y="2633"/>
                </a:lnTo>
                <a:lnTo>
                  <a:pt x="5094" y="2640"/>
                </a:lnTo>
                <a:lnTo>
                  <a:pt x="5094" y="2649"/>
                </a:lnTo>
                <a:lnTo>
                  <a:pt x="5096" y="2656"/>
                </a:lnTo>
                <a:lnTo>
                  <a:pt x="5112" y="2696"/>
                </a:lnTo>
                <a:lnTo>
                  <a:pt x="5116" y="2710"/>
                </a:lnTo>
                <a:lnTo>
                  <a:pt x="5116" y="2715"/>
                </a:lnTo>
                <a:lnTo>
                  <a:pt x="5110" y="2763"/>
                </a:lnTo>
                <a:lnTo>
                  <a:pt x="5110" y="2767"/>
                </a:lnTo>
                <a:moveTo>
                  <a:pt x="5110" y="2767"/>
                </a:moveTo>
                <a:lnTo>
                  <a:pt x="5114" y="2757"/>
                </a:lnTo>
                <a:lnTo>
                  <a:pt x="5116" y="2753"/>
                </a:lnTo>
                <a:lnTo>
                  <a:pt x="5120" y="2720"/>
                </a:lnTo>
                <a:lnTo>
                  <a:pt x="5121" y="2714"/>
                </a:lnTo>
                <a:lnTo>
                  <a:pt x="5120" y="2709"/>
                </a:lnTo>
                <a:lnTo>
                  <a:pt x="5114" y="2689"/>
                </a:lnTo>
                <a:lnTo>
                  <a:pt x="5102" y="2654"/>
                </a:lnTo>
                <a:lnTo>
                  <a:pt x="5099" y="2639"/>
                </a:lnTo>
                <a:lnTo>
                  <a:pt x="5098" y="2633"/>
                </a:lnTo>
                <a:lnTo>
                  <a:pt x="5097" y="2631"/>
                </a:lnTo>
                <a:lnTo>
                  <a:pt x="5095" y="2628"/>
                </a:lnTo>
                <a:lnTo>
                  <a:pt x="5091" y="2626"/>
                </a:lnTo>
                <a:moveTo>
                  <a:pt x="5112" y="2717"/>
                </a:moveTo>
                <a:lnTo>
                  <a:pt x="5112" y="2713"/>
                </a:lnTo>
                <a:lnTo>
                  <a:pt x="5109" y="2701"/>
                </a:lnTo>
                <a:lnTo>
                  <a:pt x="5098" y="2673"/>
                </a:lnTo>
                <a:lnTo>
                  <a:pt x="5093" y="2660"/>
                </a:lnTo>
                <a:lnTo>
                  <a:pt x="5090" y="2652"/>
                </a:lnTo>
                <a:lnTo>
                  <a:pt x="5090" y="2637"/>
                </a:lnTo>
                <a:moveTo>
                  <a:pt x="5090" y="2637"/>
                </a:moveTo>
                <a:lnTo>
                  <a:pt x="5081" y="2628"/>
                </a:lnTo>
                <a:lnTo>
                  <a:pt x="5072" y="2619"/>
                </a:lnTo>
                <a:moveTo>
                  <a:pt x="5072" y="2619"/>
                </a:moveTo>
                <a:lnTo>
                  <a:pt x="5091" y="2626"/>
                </a:lnTo>
                <a:moveTo>
                  <a:pt x="5034" y="2586"/>
                </a:moveTo>
                <a:lnTo>
                  <a:pt x="5036" y="2589"/>
                </a:lnTo>
                <a:lnTo>
                  <a:pt x="5072" y="2619"/>
                </a:lnTo>
                <a:moveTo>
                  <a:pt x="5059" y="2544"/>
                </a:moveTo>
                <a:lnTo>
                  <a:pt x="5035" y="2573"/>
                </a:lnTo>
                <a:lnTo>
                  <a:pt x="5033" y="2579"/>
                </a:lnTo>
                <a:lnTo>
                  <a:pt x="5033" y="2584"/>
                </a:lnTo>
                <a:lnTo>
                  <a:pt x="5034" y="2586"/>
                </a:lnTo>
                <a:moveTo>
                  <a:pt x="5160" y="2543"/>
                </a:moveTo>
                <a:lnTo>
                  <a:pt x="5112" y="2503"/>
                </a:lnTo>
                <a:moveTo>
                  <a:pt x="5094" y="2504"/>
                </a:moveTo>
                <a:lnTo>
                  <a:pt x="5099" y="2500"/>
                </a:lnTo>
                <a:lnTo>
                  <a:pt x="5101" y="2499"/>
                </a:lnTo>
                <a:lnTo>
                  <a:pt x="5104" y="2498"/>
                </a:lnTo>
                <a:lnTo>
                  <a:pt x="5107" y="2499"/>
                </a:lnTo>
                <a:lnTo>
                  <a:pt x="5109" y="2500"/>
                </a:lnTo>
                <a:lnTo>
                  <a:pt x="5112" y="2503"/>
                </a:lnTo>
                <a:moveTo>
                  <a:pt x="5347" y="2739"/>
                </a:moveTo>
                <a:lnTo>
                  <a:pt x="5342" y="2733"/>
                </a:lnTo>
                <a:lnTo>
                  <a:pt x="5341" y="2729"/>
                </a:lnTo>
                <a:lnTo>
                  <a:pt x="5341" y="2725"/>
                </a:lnTo>
                <a:lnTo>
                  <a:pt x="5343" y="2717"/>
                </a:lnTo>
                <a:lnTo>
                  <a:pt x="5343" y="2713"/>
                </a:lnTo>
                <a:lnTo>
                  <a:pt x="5343" y="2708"/>
                </a:lnTo>
                <a:moveTo>
                  <a:pt x="5320" y="2686"/>
                </a:moveTo>
                <a:lnTo>
                  <a:pt x="5331" y="2695"/>
                </a:lnTo>
                <a:lnTo>
                  <a:pt x="5339" y="2703"/>
                </a:lnTo>
                <a:lnTo>
                  <a:pt x="5343" y="2708"/>
                </a:lnTo>
                <a:moveTo>
                  <a:pt x="5160" y="2543"/>
                </a:moveTo>
                <a:lnTo>
                  <a:pt x="5175" y="2556"/>
                </a:lnTo>
                <a:moveTo>
                  <a:pt x="5219" y="2596"/>
                </a:moveTo>
                <a:lnTo>
                  <a:pt x="5175" y="2556"/>
                </a:lnTo>
                <a:moveTo>
                  <a:pt x="5175" y="2556"/>
                </a:moveTo>
                <a:lnTo>
                  <a:pt x="5198" y="2540"/>
                </a:lnTo>
                <a:lnTo>
                  <a:pt x="5209" y="2534"/>
                </a:lnTo>
                <a:lnTo>
                  <a:pt x="5221" y="2529"/>
                </a:lnTo>
                <a:lnTo>
                  <a:pt x="5243" y="2522"/>
                </a:lnTo>
                <a:moveTo>
                  <a:pt x="5160" y="2543"/>
                </a:moveTo>
                <a:lnTo>
                  <a:pt x="5175" y="2532"/>
                </a:lnTo>
                <a:lnTo>
                  <a:pt x="5187" y="2525"/>
                </a:lnTo>
                <a:lnTo>
                  <a:pt x="5202" y="2520"/>
                </a:lnTo>
                <a:lnTo>
                  <a:pt x="5213" y="2517"/>
                </a:lnTo>
                <a:moveTo>
                  <a:pt x="4493" y="626"/>
                </a:moveTo>
                <a:lnTo>
                  <a:pt x="4602" y="614"/>
                </a:lnTo>
                <a:moveTo>
                  <a:pt x="4493" y="626"/>
                </a:moveTo>
                <a:lnTo>
                  <a:pt x="4337" y="640"/>
                </a:lnTo>
                <a:lnTo>
                  <a:pt x="4302" y="644"/>
                </a:lnTo>
                <a:lnTo>
                  <a:pt x="4297" y="644"/>
                </a:lnTo>
                <a:lnTo>
                  <a:pt x="4232" y="651"/>
                </a:lnTo>
                <a:lnTo>
                  <a:pt x="4221" y="653"/>
                </a:lnTo>
                <a:lnTo>
                  <a:pt x="4141" y="661"/>
                </a:lnTo>
                <a:moveTo>
                  <a:pt x="4602" y="614"/>
                </a:moveTo>
                <a:lnTo>
                  <a:pt x="4629" y="612"/>
                </a:lnTo>
                <a:lnTo>
                  <a:pt x="4671" y="608"/>
                </a:lnTo>
                <a:moveTo>
                  <a:pt x="5549" y="314"/>
                </a:moveTo>
                <a:lnTo>
                  <a:pt x="5555" y="311"/>
                </a:lnTo>
                <a:moveTo>
                  <a:pt x="5549" y="314"/>
                </a:moveTo>
                <a:lnTo>
                  <a:pt x="5540" y="317"/>
                </a:lnTo>
                <a:lnTo>
                  <a:pt x="5501" y="332"/>
                </a:lnTo>
                <a:moveTo>
                  <a:pt x="5555" y="311"/>
                </a:moveTo>
                <a:lnTo>
                  <a:pt x="5581" y="301"/>
                </a:lnTo>
                <a:moveTo>
                  <a:pt x="6342" y="19"/>
                </a:moveTo>
                <a:lnTo>
                  <a:pt x="6378" y="5"/>
                </a:lnTo>
                <a:moveTo>
                  <a:pt x="6342" y="19"/>
                </a:moveTo>
                <a:lnTo>
                  <a:pt x="6300" y="34"/>
                </a:lnTo>
                <a:lnTo>
                  <a:pt x="6238" y="56"/>
                </a:lnTo>
                <a:lnTo>
                  <a:pt x="6189" y="75"/>
                </a:lnTo>
                <a:lnTo>
                  <a:pt x="6142" y="93"/>
                </a:lnTo>
                <a:lnTo>
                  <a:pt x="6129" y="98"/>
                </a:lnTo>
                <a:lnTo>
                  <a:pt x="6121" y="101"/>
                </a:lnTo>
                <a:lnTo>
                  <a:pt x="6089" y="113"/>
                </a:lnTo>
                <a:lnTo>
                  <a:pt x="6078" y="117"/>
                </a:lnTo>
                <a:lnTo>
                  <a:pt x="6051" y="127"/>
                </a:lnTo>
                <a:lnTo>
                  <a:pt x="6000" y="145"/>
                </a:lnTo>
                <a:lnTo>
                  <a:pt x="5955" y="160"/>
                </a:lnTo>
                <a:lnTo>
                  <a:pt x="5937" y="167"/>
                </a:lnTo>
                <a:lnTo>
                  <a:pt x="5916" y="176"/>
                </a:lnTo>
                <a:lnTo>
                  <a:pt x="5905" y="179"/>
                </a:lnTo>
                <a:lnTo>
                  <a:pt x="5882" y="188"/>
                </a:lnTo>
                <a:lnTo>
                  <a:pt x="5876" y="190"/>
                </a:lnTo>
                <a:moveTo>
                  <a:pt x="366" y="2533"/>
                </a:moveTo>
                <a:lnTo>
                  <a:pt x="386" y="2543"/>
                </a:lnTo>
                <a:moveTo>
                  <a:pt x="366" y="2533"/>
                </a:moveTo>
                <a:lnTo>
                  <a:pt x="346" y="2525"/>
                </a:lnTo>
                <a:moveTo>
                  <a:pt x="854" y="1970"/>
                </a:moveTo>
                <a:lnTo>
                  <a:pt x="850" y="1982"/>
                </a:lnTo>
                <a:moveTo>
                  <a:pt x="739" y="1446"/>
                </a:moveTo>
                <a:lnTo>
                  <a:pt x="725" y="1408"/>
                </a:lnTo>
                <a:moveTo>
                  <a:pt x="2051" y="1603"/>
                </a:moveTo>
                <a:lnTo>
                  <a:pt x="2050" y="1598"/>
                </a:lnTo>
                <a:lnTo>
                  <a:pt x="2050" y="1587"/>
                </a:lnTo>
                <a:lnTo>
                  <a:pt x="2051" y="1580"/>
                </a:lnTo>
                <a:moveTo>
                  <a:pt x="2051" y="1603"/>
                </a:moveTo>
                <a:lnTo>
                  <a:pt x="2050" y="1614"/>
                </a:lnTo>
                <a:lnTo>
                  <a:pt x="2049" y="1618"/>
                </a:lnTo>
                <a:lnTo>
                  <a:pt x="2046" y="1621"/>
                </a:lnTo>
                <a:lnTo>
                  <a:pt x="1932" y="1658"/>
                </a:lnTo>
                <a:lnTo>
                  <a:pt x="1869" y="1677"/>
                </a:lnTo>
                <a:moveTo>
                  <a:pt x="2051" y="1603"/>
                </a:moveTo>
                <a:lnTo>
                  <a:pt x="2054" y="1608"/>
                </a:lnTo>
                <a:lnTo>
                  <a:pt x="2062" y="1614"/>
                </a:lnTo>
                <a:lnTo>
                  <a:pt x="2069" y="1618"/>
                </a:lnTo>
                <a:lnTo>
                  <a:pt x="2076" y="1621"/>
                </a:lnTo>
                <a:moveTo>
                  <a:pt x="1869" y="1677"/>
                </a:moveTo>
                <a:lnTo>
                  <a:pt x="1830" y="1687"/>
                </a:lnTo>
                <a:lnTo>
                  <a:pt x="1814" y="1691"/>
                </a:lnTo>
                <a:moveTo>
                  <a:pt x="1869" y="1683"/>
                </a:moveTo>
                <a:lnTo>
                  <a:pt x="1840" y="1691"/>
                </a:lnTo>
                <a:lnTo>
                  <a:pt x="1815" y="1699"/>
                </a:lnTo>
                <a:moveTo>
                  <a:pt x="1869" y="1683"/>
                </a:moveTo>
                <a:lnTo>
                  <a:pt x="1907" y="1671"/>
                </a:lnTo>
                <a:lnTo>
                  <a:pt x="1937" y="1663"/>
                </a:lnTo>
                <a:lnTo>
                  <a:pt x="1968" y="1653"/>
                </a:lnTo>
                <a:lnTo>
                  <a:pt x="2056" y="1627"/>
                </a:lnTo>
                <a:lnTo>
                  <a:pt x="2063" y="1624"/>
                </a:lnTo>
                <a:lnTo>
                  <a:pt x="2076" y="1621"/>
                </a:lnTo>
                <a:moveTo>
                  <a:pt x="1766" y="1712"/>
                </a:moveTo>
                <a:lnTo>
                  <a:pt x="1734" y="1720"/>
                </a:lnTo>
                <a:lnTo>
                  <a:pt x="1719" y="1724"/>
                </a:lnTo>
                <a:moveTo>
                  <a:pt x="1766" y="1712"/>
                </a:moveTo>
                <a:lnTo>
                  <a:pt x="1776" y="1709"/>
                </a:lnTo>
                <a:lnTo>
                  <a:pt x="1802" y="1702"/>
                </a:lnTo>
                <a:lnTo>
                  <a:pt x="1815" y="1699"/>
                </a:lnTo>
                <a:moveTo>
                  <a:pt x="2099" y="1863"/>
                </a:moveTo>
                <a:lnTo>
                  <a:pt x="2099" y="1858"/>
                </a:lnTo>
                <a:moveTo>
                  <a:pt x="2099" y="1863"/>
                </a:moveTo>
                <a:lnTo>
                  <a:pt x="2099" y="1870"/>
                </a:lnTo>
                <a:moveTo>
                  <a:pt x="2099" y="1870"/>
                </a:moveTo>
                <a:lnTo>
                  <a:pt x="2100" y="1884"/>
                </a:lnTo>
                <a:moveTo>
                  <a:pt x="2100" y="1884"/>
                </a:moveTo>
                <a:lnTo>
                  <a:pt x="2101" y="1911"/>
                </a:lnTo>
                <a:moveTo>
                  <a:pt x="1624" y="745"/>
                </a:moveTo>
                <a:lnTo>
                  <a:pt x="1622" y="725"/>
                </a:lnTo>
                <a:moveTo>
                  <a:pt x="1639" y="898"/>
                </a:moveTo>
                <a:lnTo>
                  <a:pt x="1634" y="850"/>
                </a:lnTo>
                <a:lnTo>
                  <a:pt x="1633" y="838"/>
                </a:lnTo>
                <a:lnTo>
                  <a:pt x="1631" y="818"/>
                </a:lnTo>
                <a:lnTo>
                  <a:pt x="1627" y="788"/>
                </a:lnTo>
                <a:lnTo>
                  <a:pt x="1624" y="764"/>
                </a:lnTo>
                <a:moveTo>
                  <a:pt x="1142" y="658"/>
                </a:moveTo>
                <a:lnTo>
                  <a:pt x="1132" y="656"/>
                </a:lnTo>
                <a:lnTo>
                  <a:pt x="1043" y="635"/>
                </a:lnTo>
                <a:lnTo>
                  <a:pt x="1023" y="630"/>
                </a:lnTo>
                <a:lnTo>
                  <a:pt x="1009" y="628"/>
                </a:lnTo>
                <a:lnTo>
                  <a:pt x="991" y="623"/>
                </a:lnTo>
                <a:lnTo>
                  <a:pt x="964" y="614"/>
                </a:lnTo>
                <a:lnTo>
                  <a:pt x="944" y="605"/>
                </a:lnTo>
                <a:lnTo>
                  <a:pt x="929" y="598"/>
                </a:lnTo>
                <a:lnTo>
                  <a:pt x="911" y="588"/>
                </a:lnTo>
                <a:lnTo>
                  <a:pt x="881" y="571"/>
                </a:lnTo>
                <a:lnTo>
                  <a:pt x="872" y="566"/>
                </a:lnTo>
                <a:lnTo>
                  <a:pt x="857" y="555"/>
                </a:lnTo>
                <a:lnTo>
                  <a:pt x="810" y="520"/>
                </a:lnTo>
                <a:lnTo>
                  <a:pt x="769" y="489"/>
                </a:lnTo>
                <a:lnTo>
                  <a:pt x="765" y="486"/>
                </a:lnTo>
                <a:lnTo>
                  <a:pt x="762" y="483"/>
                </a:lnTo>
                <a:lnTo>
                  <a:pt x="749" y="474"/>
                </a:lnTo>
                <a:lnTo>
                  <a:pt x="721" y="458"/>
                </a:lnTo>
                <a:lnTo>
                  <a:pt x="707" y="450"/>
                </a:lnTo>
                <a:lnTo>
                  <a:pt x="698" y="447"/>
                </a:lnTo>
                <a:lnTo>
                  <a:pt x="682" y="441"/>
                </a:lnTo>
                <a:lnTo>
                  <a:pt x="668" y="436"/>
                </a:lnTo>
                <a:lnTo>
                  <a:pt x="653" y="433"/>
                </a:lnTo>
                <a:lnTo>
                  <a:pt x="630" y="429"/>
                </a:lnTo>
                <a:lnTo>
                  <a:pt x="609" y="428"/>
                </a:lnTo>
                <a:lnTo>
                  <a:pt x="587" y="429"/>
                </a:lnTo>
                <a:lnTo>
                  <a:pt x="563" y="432"/>
                </a:lnTo>
                <a:lnTo>
                  <a:pt x="545" y="436"/>
                </a:lnTo>
                <a:lnTo>
                  <a:pt x="493" y="446"/>
                </a:lnTo>
                <a:lnTo>
                  <a:pt x="365" y="474"/>
                </a:lnTo>
                <a:lnTo>
                  <a:pt x="338" y="480"/>
                </a:lnTo>
                <a:moveTo>
                  <a:pt x="1142" y="658"/>
                </a:moveTo>
                <a:lnTo>
                  <a:pt x="1153" y="661"/>
                </a:lnTo>
                <a:moveTo>
                  <a:pt x="3526" y="2088"/>
                </a:moveTo>
                <a:lnTo>
                  <a:pt x="3521" y="2087"/>
                </a:lnTo>
                <a:lnTo>
                  <a:pt x="3480" y="2078"/>
                </a:lnTo>
                <a:moveTo>
                  <a:pt x="3697" y="2207"/>
                </a:moveTo>
                <a:lnTo>
                  <a:pt x="3698" y="2193"/>
                </a:lnTo>
                <a:moveTo>
                  <a:pt x="3697" y="2207"/>
                </a:moveTo>
                <a:lnTo>
                  <a:pt x="3695" y="2227"/>
                </a:lnTo>
                <a:moveTo>
                  <a:pt x="3493" y="2275"/>
                </a:moveTo>
                <a:lnTo>
                  <a:pt x="3500" y="2279"/>
                </a:lnTo>
                <a:lnTo>
                  <a:pt x="3549" y="2333"/>
                </a:lnTo>
                <a:lnTo>
                  <a:pt x="3552" y="2336"/>
                </a:lnTo>
                <a:moveTo>
                  <a:pt x="3339" y="2286"/>
                </a:moveTo>
                <a:lnTo>
                  <a:pt x="3340" y="2296"/>
                </a:lnTo>
                <a:lnTo>
                  <a:pt x="3341" y="2316"/>
                </a:lnTo>
                <a:moveTo>
                  <a:pt x="2937" y="1925"/>
                </a:moveTo>
                <a:lnTo>
                  <a:pt x="2934" y="1947"/>
                </a:lnTo>
                <a:moveTo>
                  <a:pt x="2831" y="2608"/>
                </a:moveTo>
                <a:lnTo>
                  <a:pt x="2863" y="2406"/>
                </a:lnTo>
                <a:lnTo>
                  <a:pt x="2877" y="2310"/>
                </a:lnTo>
                <a:lnTo>
                  <a:pt x="2889" y="2230"/>
                </a:lnTo>
                <a:lnTo>
                  <a:pt x="2906" y="2120"/>
                </a:lnTo>
                <a:lnTo>
                  <a:pt x="2921" y="2031"/>
                </a:lnTo>
                <a:lnTo>
                  <a:pt x="2934" y="1947"/>
                </a:lnTo>
                <a:moveTo>
                  <a:pt x="2097" y="1797"/>
                </a:moveTo>
                <a:lnTo>
                  <a:pt x="2097" y="1818"/>
                </a:lnTo>
                <a:moveTo>
                  <a:pt x="896" y="2771"/>
                </a:moveTo>
                <a:lnTo>
                  <a:pt x="901" y="2750"/>
                </a:lnTo>
                <a:lnTo>
                  <a:pt x="902" y="2747"/>
                </a:lnTo>
                <a:moveTo>
                  <a:pt x="1297" y="1267"/>
                </a:moveTo>
                <a:lnTo>
                  <a:pt x="1312" y="1263"/>
                </a:lnTo>
                <a:lnTo>
                  <a:pt x="1322" y="1259"/>
                </a:lnTo>
                <a:lnTo>
                  <a:pt x="1329" y="1257"/>
                </a:lnTo>
                <a:moveTo>
                  <a:pt x="1416" y="2384"/>
                </a:moveTo>
                <a:lnTo>
                  <a:pt x="1416" y="2380"/>
                </a:lnTo>
                <a:moveTo>
                  <a:pt x="1719" y="1724"/>
                </a:moveTo>
                <a:lnTo>
                  <a:pt x="1718" y="1717"/>
                </a:lnTo>
                <a:moveTo>
                  <a:pt x="1718" y="1717"/>
                </a:moveTo>
                <a:lnTo>
                  <a:pt x="1723" y="1716"/>
                </a:lnTo>
                <a:lnTo>
                  <a:pt x="1774" y="1702"/>
                </a:lnTo>
                <a:lnTo>
                  <a:pt x="1777" y="1701"/>
                </a:lnTo>
                <a:lnTo>
                  <a:pt x="1814" y="1691"/>
                </a:lnTo>
                <a:moveTo>
                  <a:pt x="1688" y="1535"/>
                </a:moveTo>
                <a:lnTo>
                  <a:pt x="1718" y="1591"/>
                </a:lnTo>
                <a:lnTo>
                  <a:pt x="1722" y="1605"/>
                </a:lnTo>
                <a:lnTo>
                  <a:pt x="1721" y="1616"/>
                </a:lnTo>
                <a:lnTo>
                  <a:pt x="1720" y="1652"/>
                </a:lnTo>
                <a:lnTo>
                  <a:pt x="1718" y="1717"/>
                </a:lnTo>
                <a:moveTo>
                  <a:pt x="1718" y="1717"/>
                </a:moveTo>
                <a:lnTo>
                  <a:pt x="1712" y="1719"/>
                </a:lnTo>
                <a:lnTo>
                  <a:pt x="1702" y="1719"/>
                </a:lnTo>
                <a:lnTo>
                  <a:pt x="1699" y="1718"/>
                </a:lnTo>
                <a:lnTo>
                  <a:pt x="1696" y="1718"/>
                </a:lnTo>
                <a:moveTo>
                  <a:pt x="2118" y="2366"/>
                </a:moveTo>
                <a:lnTo>
                  <a:pt x="2116" y="2349"/>
                </a:lnTo>
                <a:moveTo>
                  <a:pt x="2255" y="2135"/>
                </a:moveTo>
                <a:lnTo>
                  <a:pt x="2191" y="2165"/>
                </a:lnTo>
                <a:lnTo>
                  <a:pt x="2176" y="2169"/>
                </a:lnTo>
                <a:lnTo>
                  <a:pt x="2148" y="2173"/>
                </a:lnTo>
                <a:lnTo>
                  <a:pt x="2145" y="2174"/>
                </a:lnTo>
                <a:lnTo>
                  <a:pt x="2114" y="2176"/>
                </a:lnTo>
                <a:lnTo>
                  <a:pt x="2112" y="2176"/>
                </a:lnTo>
                <a:moveTo>
                  <a:pt x="2111" y="2262"/>
                </a:moveTo>
                <a:lnTo>
                  <a:pt x="2111" y="2255"/>
                </a:lnTo>
                <a:moveTo>
                  <a:pt x="2111" y="2262"/>
                </a:moveTo>
                <a:lnTo>
                  <a:pt x="2111" y="2269"/>
                </a:lnTo>
                <a:lnTo>
                  <a:pt x="2112" y="2275"/>
                </a:lnTo>
                <a:moveTo>
                  <a:pt x="2113" y="2302"/>
                </a:moveTo>
                <a:lnTo>
                  <a:pt x="2112" y="2282"/>
                </a:lnTo>
                <a:moveTo>
                  <a:pt x="2113" y="2302"/>
                </a:moveTo>
                <a:lnTo>
                  <a:pt x="2115" y="2315"/>
                </a:lnTo>
                <a:moveTo>
                  <a:pt x="2101" y="1993"/>
                </a:moveTo>
                <a:lnTo>
                  <a:pt x="2101" y="1977"/>
                </a:lnTo>
                <a:moveTo>
                  <a:pt x="2101" y="1993"/>
                </a:moveTo>
                <a:lnTo>
                  <a:pt x="2101" y="2013"/>
                </a:lnTo>
                <a:moveTo>
                  <a:pt x="2102" y="2032"/>
                </a:moveTo>
                <a:lnTo>
                  <a:pt x="2102" y="2022"/>
                </a:lnTo>
                <a:lnTo>
                  <a:pt x="2101" y="2013"/>
                </a:lnTo>
                <a:moveTo>
                  <a:pt x="2110" y="2216"/>
                </a:moveTo>
                <a:lnTo>
                  <a:pt x="2110" y="2211"/>
                </a:lnTo>
                <a:moveTo>
                  <a:pt x="2110" y="2216"/>
                </a:moveTo>
                <a:lnTo>
                  <a:pt x="2111" y="2223"/>
                </a:lnTo>
                <a:lnTo>
                  <a:pt x="2111" y="2232"/>
                </a:lnTo>
                <a:moveTo>
                  <a:pt x="2112" y="2275"/>
                </a:moveTo>
                <a:lnTo>
                  <a:pt x="2112" y="2282"/>
                </a:lnTo>
                <a:moveTo>
                  <a:pt x="1672" y="2181"/>
                </a:moveTo>
                <a:lnTo>
                  <a:pt x="1672" y="2212"/>
                </a:lnTo>
                <a:moveTo>
                  <a:pt x="1672" y="2181"/>
                </a:moveTo>
                <a:lnTo>
                  <a:pt x="1674" y="2095"/>
                </a:lnTo>
                <a:lnTo>
                  <a:pt x="1677" y="1998"/>
                </a:lnTo>
                <a:lnTo>
                  <a:pt x="1677" y="1984"/>
                </a:lnTo>
                <a:lnTo>
                  <a:pt x="1677" y="1980"/>
                </a:lnTo>
                <a:moveTo>
                  <a:pt x="1298" y="1755"/>
                </a:moveTo>
                <a:lnTo>
                  <a:pt x="1304" y="1790"/>
                </a:lnTo>
                <a:moveTo>
                  <a:pt x="1437" y="1783"/>
                </a:moveTo>
                <a:lnTo>
                  <a:pt x="1418" y="1804"/>
                </a:lnTo>
                <a:moveTo>
                  <a:pt x="1437" y="1783"/>
                </a:moveTo>
                <a:lnTo>
                  <a:pt x="1449" y="1771"/>
                </a:lnTo>
                <a:lnTo>
                  <a:pt x="1455" y="1766"/>
                </a:lnTo>
                <a:lnTo>
                  <a:pt x="1457" y="1763"/>
                </a:lnTo>
                <a:lnTo>
                  <a:pt x="1462" y="1758"/>
                </a:lnTo>
                <a:lnTo>
                  <a:pt x="1481" y="1738"/>
                </a:lnTo>
                <a:moveTo>
                  <a:pt x="1533" y="1814"/>
                </a:moveTo>
                <a:lnTo>
                  <a:pt x="1530" y="1816"/>
                </a:lnTo>
                <a:lnTo>
                  <a:pt x="1509" y="1822"/>
                </a:lnTo>
                <a:lnTo>
                  <a:pt x="1507" y="1823"/>
                </a:lnTo>
                <a:lnTo>
                  <a:pt x="1502" y="1824"/>
                </a:lnTo>
                <a:lnTo>
                  <a:pt x="1500" y="1825"/>
                </a:lnTo>
                <a:moveTo>
                  <a:pt x="1533" y="1814"/>
                </a:moveTo>
                <a:lnTo>
                  <a:pt x="1538" y="1811"/>
                </a:lnTo>
                <a:lnTo>
                  <a:pt x="1540" y="1806"/>
                </a:lnTo>
                <a:lnTo>
                  <a:pt x="1539" y="1801"/>
                </a:lnTo>
                <a:lnTo>
                  <a:pt x="1539" y="1793"/>
                </a:lnTo>
                <a:lnTo>
                  <a:pt x="1539" y="1792"/>
                </a:lnTo>
                <a:lnTo>
                  <a:pt x="1536" y="1779"/>
                </a:lnTo>
                <a:lnTo>
                  <a:pt x="1534" y="1767"/>
                </a:lnTo>
                <a:lnTo>
                  <a:pt x="1533" y="1759"/>
                </a:lnTo>
                <a:lnTo>
                  <a:pt x="1531" y="1751"/>
                </a:lnTo>
                <a:lnTo>
                  <a:pt x="1528" y="1734"/>
                </a:lnTo>
                <a:lnTo>
                  <a:pt x="1527" y="1725"/>
                </a:lnTo>
                <a:lnTo>
                  <a:pt x="1523" y="1710"/>
                </a:lnTo>
                <a:moveTo>
                  <a:pt x="1387" y="1834"/>
                </a:moveTo>
                <a:lnTo>
                  <a:pt x="1382" y="1841"/>
                </a:lnTo>
                <a:lnTo>
                  <a:pt x="1377" y="1846"/>
                </a:lnTo>
                <a:moveTo>
                  <a:pt x="1387" y="1834"/>
                </a:moveTo>
                <a:lnTo>
                  <a:pt x="1405" y="1816"/>
                </a:lnTo>
                <a:lnTo>
                  <a:pt x="1418" y="1804"/>
                </a:lnTo>
                <a:moveTo>
                  <a:pt x="1377" y="1846"/>
                </a:moveTo>
                <a:lnTo>
                  <a:pt x="1353" y="1870"/>
                </a:lnTo>
                <a:moveTo>
                  <a:pt x="1353" y="1870"/>
                </a:moveTo>
                <a:lnTo>
                  <a:pt x="1334" y="1889"/>
                </a:lnTo>
                <a:lnTo>
                  <a:pt x="1325" y="1898"/>
                </a:lnTo>
                <a:moveTo>
                  <a:pt x="1503" y="1911"/>
                </a:moveTo>
                <a:lnTo>
                  <a:pt x="1504" y="1921"/>
                </a:lnTo>
                <a:moveTo>
                  <a:pt x="1504" y="1921"/>
                </a:moveTo>
                <a:lnTo>
                  <a:pt x="1505" y="1944"/>
                </a:lnTo>
                <a:lnTo>
                  <a:pt x="1505" y="1948"/>
                </a:lnTo>
                <a:moveTo>
                  <a:pt x="1507" y="1970"/>
                </a:moveTo>
                <a:lnTo>
                  <a:pt x="1505" y="1948"/>
                </a:lnTo>
                <a:moveTo>
                  <a:pt x="1562" y="2016"/>
                </a:moveTo>
                <a:lnTo>
                  <a:pt x="1590" y="2004"/>
                </a:lnTo>
                <a:lnTo>
                  <a:pt x="1610" y="1996"/>
                </a:lnTo>
                <a:moveTo>
                  <a:pt x="1562" y="2016"/>
                </a:moveTo>
                <a:lnTo>
                  <a:pt x="1544" y="2023"/>
                </a:lnTo>
                <a:moveTo>
                  <a:pt x="2085" y="1447"/>
                </a:moveTo>
                <a:lnTo>
                  <a:pt x="2085" y="1477"/>
                </a:lnTo>
                <a:lnTo>
                  <a:pt x="2086" y="1488"/>
                </a:lnTo>
                <a:moveTo>
                  <a:pt x="5539" y="438"/>
                </a:moveTo>
                <a:lnTo>
                  <a:pt x="5536" y="438"/>
                </a:lnTo>
                <a:moveTo>
                  <a:pt x="5536" y="438"/>
                </a:moveTo>
                <a:lnTo>
                  <a:pt x="5527" y="504"/>
                </a:lnTo>
                <a:moveTo>
                  <a:pt x="6209" y="1804"/>
                </a:moveTo>
                <a:lnTo>
                  <a:pt x="6247" y="1827"/>
                </a:lnTo>
                <a:moveTo>
                  <a:pt x="6329" y="1858"/>
                </a:moveTo>
                <a:lnTo>
                  <a:pt x="6312" y="1853"/>
                </a:lnTo>
                <a:lnTo>
                  <a:pt x="6290" y="1846"/>
                </a:lnTo>
                <a:lnTo>
                  <a:pt x="6276" y="1841"/>
                </a:lnTo>
                <a:lnTo>
                  <a:pt x="6261" y="1834"/>
                </a:lnTo>
                <a:lnTo>
                  <a:pt x="6247" y="1827"/>
                </a:lnTo>
                <a:moveTo>
                  <a:pt x="6189" y="1794"/>
                </a:moveTo>
                <a:lnTo>
                  <a:pt x="6200" y="1800"/>
                </a:lnTo>
                <a:lnTo>
                  <a:pt x="6209" y="1804"/>
                </a:lnTo>
                <a:moveTo>
                  <a:pt x="6086" y="1751"/>
                </a:moveTo>
                <a:lnTo>
                  <a:pt x="6069" y="1745"/>
                </a:lnTo>
                <a:moveTo>
                  <a:pt x="6028" y="1729"/>
                </a:moveTo>
                <a:lnTo>
                  <a:pt x="6039" y="1734"/>
                </a:lnTo>
                <a:lnTo>
                  <a:pt x="6069" y="1745"/>
                </a:lnTo>
                <a:moveTo>
                  <a:pt x="6024" y="1727"/>
                </a:moveTo>
                <a:lnTo>
                  <a:pt x="6017" y="1722"/>
                </a:lnTo>
                <a:lnTo>
                  <a:pt x="6001" y="1713"/>
                </a:lnTo>
                <a:moveTo>
                  <a:pt x="5990" y="1707"/>
                </a:moveTo>
                <a:lnTo>
                  <a:pt x="5996" y="1710"/>
                </a:lnTo>
                <a:lnTo>
                  <a:pt x="6001" y="1713"/>
                </a:lnTo>
                <a:moveTo>
                  <a:pt x="5778" y="1604"/>
                </a:moveTo>
                <a:lnTo>
                  <a:pt x="5777" y="1602"/>
                </a:lnTo>
                <a:moveTo>
                  <a:pt x="5725" y="1586"/>
                </a:moveTo>
                <a:lnTo>
                  <a:pt x="5738" y="1588"/>
                </a:lnTo>
                <a:lnTo>
                  <a:pt x="5777" y="1602"/>
                </a:lnTo>
                <a:moveTo>
                  <a:pt x="5388" y="376"/>
                </a:moveTo>
                <a:lnTo>
                  <a:pt x="5414" y="366"/>
                </a:lnTo>
                <a:moveTo>
                  <a:pt x="5388" y="376"/>
                </a:moveTo>
                <a:lnTo>
                  <a:pt x="5344" y="393"/>
                </a:lnTo>
                <a:moveTo>
                  <a:pt x="2081" y="532"/>
                </a:moveTo>
                <a:lnTo>
                  <a:pt x="2064" y="540"/>
                </a:lnTo>
                <a:moveTo>
                  <a:pt x="2081" y="532"/>
                </a:moveTo>
                <a:lnTo>
                  <a:pt x="2064" y="554"/>
                </a:lnTo>
                <a:moveTo>
                  <a:pt x="2081" y="532"/>
                </a:moveTo>
                <a:lnTo>
                  <a:pt x="2159" y="503"/>
                </a:lnTo>
                <a:moveTo>
                  <a:pt x="2064" y="554"/>
                </a:moveTo>
                <a:lnTo>
                  <a:pt x="2064" y="540"/>
                </a:lnTo>
                <a:moveTo>
                  <a:pt x="2064" y="540"/>
                </a:moveTo>
                <a:lnTo>
                  <a:pt x="2043" y="551"/>
                </a:lnTo>
                <a:moveTo>
                  <a:pt x="5498" y="340"/>
                </a:moveTo>
                <a:lnTo>
                  <a:pt x="5441" y="362"/>
                </a:lnTo>
                <a:moveTo>
                  <a:pt x="2362" y="427"/>
                </a:moveTo>
                <a:lnTo>
                  <a:pt x="2416" y="407"/>
                </a:lnTo>
                <a:lnTo>
                  <a:pt x="2438" y="391"/>
                </a:lnTo>
                <a:moveTo>
                  <a:pt x="2062" y="619"/>
                </a:moveTo>
                <a:lnTo>
                  <a:pt x="2063" y="651"/>
                </a:lnTo>
                <a:moveTo>
                  <a:pt x="2064" y="668"/>
                </a:moveTo>
                <a:lnTo>
                  <a:pt x="2063" y="651"/>
                </a:lnTo>
                <a:moveTo>
                  <a:pt x="2066" y="721"/>
                </a:moveTo>
                <a:lnTo>
                  <a:pt x="2065" y="698"/>
                </a:lnTo>
                <a:moveTo>
                  <a:pt x="2064" y="554"/>
                </a:moveTo>
                <a:lnTo>
                  <a:pt x="2063" y="561"/>
                </a:lnTo>
                <a:moveTo>
                  <a:pt x="4008" y="679"/>
                </a:moveTo>
                <a:lnTo>
                  <a:pt x="4003" y="680"/>
                </a:lnTo>
                <a:moveTo>
                  <a:pt x="4008" y="679"/>
                </a:moveTo>
                <a:lnTo>
                  <a:pt x="4141" y="666"/>
                </a:lnTo>
                <a:moveTo>
                  <a:pt x="1958" y="584"/>
                </a:moveTo>
                <a:lnTo>
                  <a:pt x="1949" y="588"/>
                </a:lnTo>
                <a:lnTo>
                  <a:pt x="1945" y="589"/>
                </a:lnTo>
                <a:lnTo>
                  <a:pt x="1941" y="590"/>
                </a:lnTo>
                <a:lnTo>
                  <a:pt x="1937" y="589"/>
                </a:lnTo>
                <a:lnTo>
                  <a:pt x="1933" y="587"/>
                </a:lnTo>
                <a:lnTo>
                  <a:pt x="1928" y="585"/>
                </a:lnTo>
                <a:lnTo>
                  <a:pt x="1923" y="581"/>
                </a:lnTo>
                <a:lnTo>
                  <a:pt x="1919" y="579"/>
                </a:lnTo>
                <a:lnTo>
                  <a:pt x="1917" y="577"/>
                </a:lnTo>
                <a:lnTo>
                  <a:pt x="1915" y="576"/>
                </a:lnTo>
                <a:moveTo>
                  <a:pt x="1762" y="628"/>
                </a:moveTo>
                <a:lnTo>
                  <a:pt x="1841" y="602"/>
                </a:lnTo>
                <a:lnTo>
                  <a:pt x="1914" y="576"/>
                </a:lnTo>
                <a:lnTo>
                  <a:pt x="1915" y="576"/>
                </a:lnTo>
                <a:moveTo>
                  <a:pt x="3656" y="1234"/>
                </a:moveTo>
                <a:lnTo>
                  <a:pt x="3616" y="1197"/>
                </a:lnTo>
                <a:lnTo>
                  <a:pt x="3514" y="1106"/>
                </a:lnTo>
                <a:lnTo>
                  <a:pt x="3506" y="1099"/>
                </a:lnTo>
                <a:lnTo>
                  <a:pt x="3483" y="1078"/>
                </a:lnTo>
                <a:lnTo>
                  <a:pt x="3410" y="1014"/>
                </a:lnTo>
                <a:lnTo>
                  <a:pt x="3398" y="1004"/>
                </a:lnTo>
                <a:lnTo>
                  <a:pt x="3380" y="989"/>
                </a:lnTo>
                <a:lnTo>
                  <a:pt x="3356" y="964"/>
                </a:lnTo>
                <a:lnTo>
                  <a:pt x="3346" y="956"/>
                </a:lnTo>
                <a:lnTo>
                  <a:pt x="3341" y="951"/>
                </a:lnTo>
                <a:lnTo>
                  <a:pt x="3323" y="935"/>
                </a:lnTo>
                <a:lnTo>
                  <a:pt x="3309" y="921"/>
                </a:lnTo>
                <a:lnTo>
                  <a:pt x="3286" y="900"/>
                </a:lnTo>
                <a:lnTo>
                  <a:pt x="3268" y="879"/>
                </a:lnTo>
                <a:lnTo>
                  <a:pt x="3247" y="854"/>
                </a:lnTo>
                <a:lnTo>
                  <a:pt x="3206" y="802"/>
                </a:lnTo>
                <a:lnTo>
                  <a:pt x="3203" y="799"/>
                </a:lnTo>
                <a:moveTo>
                  <a:pt x="3203" y="799"/>
                </a:moveTo>
                <a:lnTo>
                  <a:pt x="3209" y="797"/>
                </a:lnTo>
                <a:lnTo>
                  <a:pt x="3240" y="787"/>
                </a:lnTo>
                <a:lnTo>
                  <a:pt x="3262" y="779"/>
                </a:lnTo>
                <a:moveTo>
                  <a:pt x="4760" y="1463"/>
                </a:moveTo>
                <a:lnTo>
                  <a:pt x="4769" y="1399"/>
                </a:lnTo>
                <a:lnTo>
                  <a:pt x="4770" y="1388"/>
                </a:lnTo>
                <a:moveTo>
                  <a:pt x="4770" y="1294"/>
                </a:moveTo>
                <a:lnTo>
                  <a:pt x="4770" y="1349"/>
                </a:lnTo>
                <a:lnTo>
                  <a:pt x="4770" y="1388"/>
                </a:lnTo>
                <a:moveTo>
                  <a:pt x="4750" y="1535"/>
                </a:moveTo>
                <a:lnTo>
                  <a:pt x="4752" y="1519"/>
                </a:lnTo>
                <a:moveTo>
                  <a:pt x="4760" y="1463"/>
                </a:moveTo>
                <a:lnTo>
                  <a:pt x="4752" y="1519"/>
                </a:lnTo>
                <a:moveTo>
                  <a:pt x="4742" y="1615"/>
                </a:moveTo>
                <a:lnTo>
                  <a:pt x="4744" y="1588"/>
                </a:lnTo>
                <a:moveTo>
                  <a:pt x="4750" y="1535"/>
                </a:moveTo>
                <a:lnTo>
                  <a:pt x="4744" y="1588"/>
                </a:lnTo>
                <a:moveTo>
                  <a:pt x="4707" y="1753"/>
                </a:moveTo>
                <a:lnTo>
                  <a:pt x="4710" y="1728"/>
                </a:lnTo>
                <a:moveTo>
                  <a:pt x="4718" y="1704"/>
                </a:moveTo>
                <a:lnTo>
                  <a:pt x="4710" y="1728"/>
                </a:lnTo>
                <a:moveTo>
                  <a:pt x="4255" y="1773"/>
                </a:moveTo>
                <a:lnTo>
                  <a:pt x="4282" y="1795"/>
                </a:lnTo>
                <a:moveTo>
                  <a:pt x="4287" y="1799"/>
                </a:moveTo>
                <a:lnTo>
                  <a:pt x="4282" y="1795"/>
                </a:lnTo>
                <a:moveTo>
                  <a:pt x="4705" y="1818"/>
                </a:moveTo>
                <a:lnTo>
                  <a:pt x="4692" y="1806"/>
                </a:lnTo>
                <a:lnTo>
                  <a:pt x="4691" y="1804"/>
                </a:lnTo>
                <a:lnTo>
                  <a:pt x="4690" y="1802"/>
                </a:lnTo>
                <a:moveTo>
                  <a:pt x="4707" y="1753"/>
                </a:moveTo>
                <a:lnTo>
                  <a:pt x="4706" y="1762"/>
                </a:lnTo>
                <a:lnTo>
                  <a:pt x="4690" y="1802"/>
                </a:lnTo>
                <a:moveTo>
                  <a:pt x="4677" y="1873"/>
                </a:moveTo>
                <a:lnTo>
                  <a:pt x="4705" y="1818"/>
                </a:lnTo>
                <a:moveTo>
                  <a:pt x="4268" y="1881"/>
                </a:moveTo>
                <a:lnTo>
                  <a:pt x="4270" y="1874"/>
                </a:lnTo>
                <a:lnTo>
                  <a:pt x="4274" y="1856"/>
                </a:lnTo>
                <a:lnTo>
                  <a:pt x="4275" y="1852"/>
                </a:lnTo>
                <a:lnTo>
                  <a:pt x="4277" y="1846"/>
                </a:lnTo>
                <a:lnTo>
                  <a:pt x="4276" y="1841"/>
                </a:lnTo>
                <a:lnTo>
                  <a:pt x="4275" y="1836"/>
                </a:lnTo>
                <a:lnTo>
                  <a:pt x="4273" y="1831"/>
                </a:lnTo>
                <a:lnTo>
                  <a:pt x="4271" y="1827"/>
                </a:lnTo>
                <a:lnTo>
                  <a:pt x="4264" y="1821"/>
                </a:lnTo>
                <a:moveTo>
                  <a:pt x="4179" y="1742"/>
                </a:moveTo>
                <a:lnTo>
                  <a:pt x="4216" y="1774"/>
                </a:lnTo>
                <a:lnTo>
                  <a:pt x="4264" y="1821"/>
                </a:lnTo>
                <a:moveTo>
                  <a:pt x="4390" y="1891"/>
                </a:moveTo>
                <a:lnTo>
                  <a:pt x="4399" y="1898"/>
                </a:lnTo>
                <a:lnTo>
                  <a:pt x="4426" y="1922"/>
                </a:lnTo>
                <a:lnTo>
                  <a:pt x="4442" y="1935"/>
                </a:lnTo>
                <a:lnTo>
                  <a:pt x="4455" y="1947"/>
                </a:lnTo>
                <a:lnTo>
                  <a:pt x="4477" y="1967"/>
                </a:lnTo>
                <a:lnTo>
                  <a:pt x="4494" y="1982"/>
                </a:lnTo>
                <a:lnTo>
                  <a:pt x="4501" y="1988"/>
                </a:lnTo>
                <a:lnTo>
                  <a:pt x="4504" y="1991"/>
                </a:lnTo>
                <a:lnTo>
                  <a:pt x="4520" y="2005"/>
                </a:lnTo>
                <a:lnTo>
                  <a:pt x="4559" y="2041"/>
                </a:lnTo>
                <a:lnTo>
                  <a:pt x="4597" y="2075"/>
                </a:lnTo>
                <a:moveTo>
                  <a:pt x="4740" y="2207"/>
                </a:moveTo>
                <a:lnTo>
                  <a:pt x="4669" y="2143"/>
                </a:lnTo>
                <a:lnTo>
                  <a:pt x="4664" y="2138"/>
                </a:lnTo>
                <a:lnTo>
                  <a:pt x="4597" y="2075"/>
                </a:lnTo>
                <a:moveTo>
                  <a:pt x="4625" y="2007"/>
                </a:moveTo>
                <a:lnTo>
                  <a:pt x="4602" y="2064"/>
                </a:lnTo>
                <a:lnTo>
                  <a:pt x="4598" y="2072"/>
                </a:lnTo>
                <a:lnTo>
                  <a:pt x="4597" y="2075"/>
                </a:lnTo>
                <a:moveTo>
                  <a:pt x="5062" y="2483"/>
                </a:moveTo>
                <a:lnTo>
                  <a:pt x="5094" y="2504"/>
                </a:lnTo>
                <a:moveTo>
                  <a:pt x="5059" y="2544"/>
                </a:moveTo>
                <a:lnTo>
                  <a:pt x="5074" y="2527"/>
                </a:lnTo>
                <a:lnTo>
                  <a:pt x="5075" y="2525"/>
                </a:lnTo>
                <a:lnTo>
                  <a:pt x="5085" y="2515"/>
                </a:lnTo>
                <a:lnTo>
                  <a:pt x="5094" y="2504"/>
                </a:lnTo>
                <a:moveTo>
                  <a:pt x="10" y="2315"/>
                </a:moveTo>
                <a:lnTo>
                  <a:pt x="7" y="2282"/>
                </a:lnTo>
                <a:moveTo>
                  <a:pt x="7" y="2282"/>
                </a:moveTo>
                <a:lnTo>
                  <a:pt x="4" y="2247"/>
                </a:lnTo>
                <a:moveTo>
                  <a:pt x="4" y="2247"/>
                </a:moveTo>
                <a:lnTo>
                  <a:pt x="4" y="2237"/>
                </a:lnTo>
                <a:lnTo>
                  <a:pt x="3" y="2214"/>
                </a:lnTo>
                <a:lnTo>
                  <a:pt x="0" y="2194"/>
                </a:lnTo>
                <a:moveTo>
                  <a:pt x="4573" y="2559"/>
                </a:moveTo>
                <a:lnTo>
                  <a:pt x="4581" y="2509"/>
                </a:lnTo>
                <a:moveTo>
                  <a:pt x="4593" y="2447"/>
                </a:moveTo>
                <a:lnTo>
                  <a:pt x="4588" y="2474"/>
                </a:lnTo>
                <a:lnTo>
                  <a:pt x="4587" y="2477"/>
                </a:lnTo>
                <a:lnTo>
                  <a:pt x="4581" y="2509"/>
                </a:lnTo>
                <a:moveTo>
                  <a:pt x="4593" y="2447"/>
                </a:moveTo>
                <a:lnTo>
                  <a:pt x="4593" y="2444"/>
                </a:lnTo>
                <a:moveTo>
                  <a:pt x="4593" y="2444"/>
                </a:moveTo>
                <a:lnTo>
                  <a:pt x="4584" y="2442"/>
                </a:lnTo>
                <a:moveTo>
                  <a:pt x="4547" y="2659"/>
                </a:moveTo>
                <a:lnTo>
                  <a:pt x="4540" y="2689"/>
                </a:lnTo>
                <a:lnTo>
                  <a:pt x="4538" y="2696"/>
                </a:lnTo>
                <a:moveTo>
                  <a:pt x="4378" y="2347"/>
                </a:moveTo>
                <a:lnTo>
                  <a:pt x="4449" y="2388"/>
                </a:lnTo>
                <a:lnTo>
                  <a:pt x="4452" y="2390"/>
                </a:lnTo>
                <a:moveTo>
                  <a:pt x="4378" y="2347"/>
                </a:moveTo>
                <a:lnTo>
                  <a:pt x="4293" y="2322"/>
                </a:lnTo>
                <a:moveTo>
                  <a:pt x="6145" y="2659"/>
                </a:moveTo>
                <a:lnTo>
                  <a:pt x="6141" y="2647"/>
                </a:lnTo>
                <a:lnTo>
                  <a:pt x="6139" y="2637"/>
                </a:lnTo>
                <a:moveTo>
                  <a:pt x="6138" y="2620"/>
                </a:moveTo>
                <a:lnTo>
                  <a:pt x="6138" y="2626"/>
                </a:lnTo>
                <a:lnTo>
                  <a:pt x="6138" y="2630"/>
                </a:lnTo>
                <a:lnTo>
                  <a:pt x="6138" y="2634"/>
                </a:lnTo>
                <a:lnTo>
                  <a:pt x="6139" y="2637"/>
                </a:lnTo>
                <a:moveTo>
                  <a:pt x="5939" y="2429"/>
                </a:moveTo>
                <a:lnTo>
                  <a:pt x="5921" y="2425"/>
                </a:lnTo>
                <a:lnTo>
                  <a:pt x="5907" y="2420"/>
                </a:lnTo>
                <a:moveTo>
                  <a:pt x="5882" y="2350"/>
                </a:moveTo>
                <a:lnTo>
                  <a:pt x="5878" y="2354"/>
                </a:lnTo>
                <a:lnTo>
                  <a:pt x="5874" y="2358"/>
                </a:lnTo>
                <a:lnTo>
                  <a:pt x="5870" y="2361"/>
                </a:lnTo>
                <a:lnTo>
                  <a:pt x="5869" y="2364"/>
                </a:lnTo>
                <a:lnTo>
                  <a:pt x="5867" y="2366"/>
                </a:lnTo>
                <a:lnTo>
                  <a:pt x="5867" y="2368"/>
                </a:lnTo>
                <a:lnTo>
                  <a:pt x="5867" y="2370"/>
                </a:lnTo>
                <a:lnTo>
                  <a:pt x="5868" y="2375"/>
                </a:lnTo>
                <a:lnTo>
                  <a:pt x="5871" y="2385"/>
                </a:lnTo>
                <a:lnTo>
                  <a:pt x="5878" y="2394"/>
                </a:lnTo>
                <a:lnTo>
                  <a:pt x="5884" y="2401"/>
                </a:lnTo>
                <a:lnTo>
                  <a:pt x="5894" y="2411"/>
                </a:lnTo>
                <a:lnTo>
                  <a:pt x="5899" y="2415"/>
                </a:lnTo>
                <a:lnTo>
                  <a:pt x="5907" y="2420"/>
                </a:lnTo>
                <a:moveTo>
                  <a:pt x="4771" y="1277"/>
                </a:moveTo>
                <a:lnTo>
                  <a:pt x="4770" y="1246"/>
                </a:lnTo>
                <a:lnTo>
                  <a:pt x="4770" y="1225"/>
                </a:lnTo>
                <a:lnTo>
                  <a:pt x="4770" y="1218"/>
                </a:lnTo>
                <a:lnTo>
                  <a:pt x="4771" y="1210"/>
                </a:lnTo>
                <a:lnTo>
                  <a:pt x="4771" y="1183"/>
                </a:lnTo>
                <a:moveTo>
                  <a:pt x="4770" y="1140"/>
                </a:moveTo>
                <a:lnTo>
                  <a:pt x="4770" y="1160"/>
                </a:lnTo>
                <a:lnTo>
                  <a:pt x="4771" y="1183"/>
                </a:lnTo>
                <a:moveTo>
                  <a:pt x="48" y="1746"/>
                </a:moveTo>
                <a:lnTo>
                  <a:pt x="49" y="1756"/>
                </a:lnTo>
                <a:moveTo>
                  <a:pt x="50" y="1767"/>
                </a:moveTo>
                <a:lnTo>
                  <a:pt x="49" y="1756"/>
                </a:lnTo>
                <a:moveTo>
                  <a:pt x="47" y="1736"/>
                </a:moveTo>
                <a:lnTo>
                  <a:pt x="48" y="1746"/>
                </a:lnTo>
                <a:moveTo>
                  <a:pt x="46" y="1724"/>
                </a:moveTo>
                <a:lnTo>
                  <a:pt x="47" y="1731"/>
                </a:lnTo>
                <a:lnTo>
                  <a:pt x="47" y="1736"/>
                </a:lnTo>
                <a:moveTo>
                  <a:pt x="54" y="2709"/>
                </a:moveTo>
                <a:lnTo>
                  <a:pt x="54" y="2717"/>
                </a:lnTo>
                <a:lnTo>
                  <a:pt x="56" y="2732"/>
                </a:lnTo>
                <a:lnTo>
                  <a:pt x="56" y="2738"/>
                </a:lnTo>
                <a:moveTo>
                  <a:pt x="56" y="2738"/>
                </a:moveTo>
                <a:lnTo>
                  <a:pt x="56" y="2744"/>
                </a:lnTo>
                <a:lnTo>
                  <a:pt x="58" y="2766"/>
                </a:lnTo>
                <a:moveTo>
                  <a:pt x="6210" y="642"/>
                </a:moveTo>
                <a:lnTo>
                  <a:pt x="6232" y="648"/>
                </a:lnTo>
                <a:lnTo>
                  <a:pt x="6253" y="655"/>
                </a:lnTo>
                <a:lnTo>
                  <a:pt x="6298" y="670"/>
                </a:lnTo>
                <a:lnTo>
                  <a:pt x="6327" y="680"/>
                </a:lnTo>
                <a:lnTo>
                  <a:pt x="6346" y="685"/>
                </a:lnTo>
                <a:lnTo>
                  <a:pt x="6358" y="689"/>
                </a:lnTo>
                <a:moveTo>
                  <a:pt x="1903" y="1508"/>
                </a:moveTo>
                <a:lnTo>
                  <a:pt x="1919" y="1504"/>
                </a:lnTo>
                <a:lnTo>
                  <a:pt x="1928" y="1501"/>
                </a:lnTo>
                <a:lnTo>
                  <a:pt x="1951" y="1493"/>
                </a:lnTo>
                <a:lnTo>
                  <a:pt x="1955" y="1492"/>
                </a:lnTo>
                <a:lnTo>
                  <a:pt x="1978" y="1482"/>
                </a:lnTo>
                <a:moveTo>
                  <a:pt x="634" y="2200"/>
                </a:moveTo>
                <a:lnTo>
                  <a:pt x="622" y="2201"/>
                </a:lnTo>
                <a:lnTo>
                  <a:pt x="595" y="2204"/>
                </a:lnTo>
                <a:moveTo>
                  <a:pt x="4268" y="1881"/>
                </a:moveTo>
                <a:lnTo>
                  <a:pt x="4264" y="1892"/>
                </a:lnTo>
                <a:moveTo>
                  <a:pt x="4054" y="2261"/>
                </a:moveTo>
                <a:lnTo>
                  <a:pt x="4036" y="2256"/>
                </a:lnTo>
                <a:lnTo>
                  <a:pt x="4024" y="2252"/>
                </a:lnTo>
                <a:moveTo>
                  <a:pt x="4054" y="2261"/>
                </a:moveTo>
                <a:lnTo>
                  <a:pt x="4117" y="2279"/>
                </a:lnTo>
                <a:moveTo>
                  <a:pt x="4203" y="2297"/>
                </a:moveTo>
                <a:lnTo>
                  <a:pt x="4253" y="2311"/>
                </a:lnTo>
                <a:lnTo>
                  <a:pt x="4293" y="2322"/>
                </a:lnTo>
                <a:moveTo>
                  <a:pt x="4487" y="2411"/>
                </a:moveTo>
                <a:lnTo>
                  <a:pt x="4509" y="2422"/>
                </a:lnTo>
                <a:moveTo>
                  <a:pt x="4487" y="2411"/>
                </a:moveTo>
                <a:lnTo>
                  <a:pt x="4469" y="2399"/>
                </a:lnTo>
                <a:lnTo>
                  <a:pt x="4452" y="2390"/>
                </a:lnTo>
                <a:moveTo>
                  <a:pt x="4566" y="2591"/>
                </a:moveTo>
                <a:lnTo>
                  <a:pt x="4573" y="2559"/>
                </a:lnTo>
                <a:moveTo>
                  <a:pt x="4557" y="2438"/>
                </a:moveTo>
                <a:lnTo>
                  <a:pt x="4568" y="2439"/>
                </a:lnTo>
                <a:lnTo>
                  <a:pt x="4576" y="2441"/>
                </a:lnTo>
                <a:lnTo>
                  <a:pt x="4584" y="2442"/>
                </a:lnTo>
                <a:moveTo>
                  <a:pt x="4557" y="2438"/>
                </a:moveTo>
                <a:lnTo>
                  <a:pt x="4520" y="2429"/>
                </a:lnTo>
                <a:lnTo>
                  <a:pt x="4509" y="2422"/>
                </a:lnTo>
                <a:moveTo>
                  <a:pt x="4127" y="2432"/>
                </a:moveTo>
                <a:lnTo>
                  <a:pt x="4129" y="2420"/>
                </a:lnTo>
                <a:lnTo>
                  <a:pt x="4141" y="2378"/>
                </a:lnTo>
                <a:lnTo>
                  <a:pt x="4166" y="2293"/>
                </a:lnTo>
                <a:moveTo>
                  <a:pt x="5529" y="2203"/>
                </a:moveTo>
                <a:lnTo>
                  <a:pt x="5531" y="2198"/>
                </a:lnTo>
                <a:moveTo>
                  <a:pt x="5558" y="2132"/>
                </a:moveTo>
                <a:lnTo>
                  <a:pt x="5558" y="2137"/>
                </a:lnTo>
                <a:lnTo>
                  <a:pt x="5558" y="2143"/>
                </a:lnTo>
                <a:lnTo>
                  <a:pt x="5556" y="2150"/>
                </a:lnTo>
                <a:lnTo>
                  <a:pt x="5554" y="2156"/>
                </a:lnTo>
                <a:lnTo>
                  <a:pt x="5552" y="2162"/>
                </a:lnTo>
                <a:lnTo>
                  <a:pt x="5550" y="2167"/>
                </a:lnTo>
                <a:lnTo>
                  <a:pt x="5544" y="2178"/>
                </a:lnTo>
                <a:lnTo>
                  <a:pt x="5537" y="2190"/>
                </a:lnTo>
                <a:lnTo>
                  <a:pt x="5531" y="2198"/>
                </a:lnTo>
                <a:moveTo>
                  <a:pt x="6028" y="1729"/>
                </a:moveTo>
                <a:lnTo>
                  <a:pt x="6024" y="1727"/>
                </a:lnTo>
                <a:moveTo>
                  <a:pt x="5216" y="450"/>
                </a:moveTo>
                <a:lnTo>
                  <a:pt x="5105" y="495"/>
                </a:lnTo>
                <a:moveTo>
                  <a:pt x="5216" y="450"/>
                </a:moveTo>
                <a:lnTo>
                  <a:pt x="5232" y="444"/>
                </a:lnTo>
                <a:lnTo>
                  <a:pt x="5308" y="415"/>
                </a:lnTo>
                <a:lnTo>
                  <a:pt x="5326" y="407"/>
                </a:lnTo>
                <a:moveTo>
                  <a:pt x="5347" y="398"/>
                </a:moveTo>
                <a:lnTo>
                  <a:pt x="5326" y="407"/>
                </a:lnTo>
                <a:moveTo>
                  <a:pt x="5347" y="398"/>
                </a:moveTo>
                <a:lnTo>
                  <a:pt x="5356" y="395"/>
                </a:lnTo>
                <a:lnTo>
                  <a:pt x="5441" y="362"/>
                </a:lnTo>
                <a:moveTo>
                  <a:pt x="4799" y="590"/>
                </a:moveTo>
                <a:lnTo>
                  <a:pt x="4795" y="591"/>
                </a:lnTo>
                <a:lnTo>
                  <a:pt x="4771" y="597"/>
                </a:lnTo>
                <a:lnTo>
                  <a:pt x="4746" y="603"/>
                </a:lnTo>
                <a:lnTo>
                  <a:pt x="4733" y="606"/>
                </a:lnTo>
                <a:lnTo>
                  <a:pt x="4710" y="610"/>
                </a:lnTo>
                <a:lnTo>
                  <a:pt x="4690" y="612"/>
                </a:lnTo>
                <a:moveTo>
                  <a:pt x="4799" y="590"/>
                </a:moveTo>
                <a:lnTo>
                  <a:pt x="4847" y="579"/>
                </a:lnTo>
                <a:lnTo>
                  <a:pt x="4862" y="575"/>
                </a:lnTo>
                <a:lnTo>
                  <a:pt x="4933" y="555"/>
                </a:lnTo>
                <a:lnTo>
                  <a:pt x="4963" y="546"/>
                </a:lnTo>
                <a:lnTo>
                  <a:pt x="5010" y="532"/>
                </a:lnTo>
                <a:lnTo>
                  <a:pt x="5026" y="526"/>
                </a:lnTo>
                <a:lnTo>
                  <a:pt x="5043" y="519"/>
                </a:lnTo>
                <a:lnTo>
                  <a:pt x="5078" y="506"/>
                </a:lnTo>
                <a:lnTo>
                  <a:pt x="5105" y="495"/>
                </a:lnTo>
                <a:moveTo>
                  <a:pt x="4737" y="808"/>
                </a:moveTo>
                <a:lnTo>
                  <a:pt x="4749" y="857"/>
                </a:lnTo>
                <a:lnTo>
                  <a:pt x="4753" y="869"/>
                </a:lnTo>
                <a:moveTo>
                  <a:pt x="4760" y="920"/>
                </a:moveTo>
                <a:lnTo>
                  <a:pt x="4759" y="893"/>
                </a:lnTo>
                <a:lnTo>
                  <a:pt x="4755" y="880"/>
                </a:lnTo>
                <a:lnTo>
                  <a:pt x="4753" y="869"/>
                </a:lnTo>
                <a:moveTo>
                  <a:pt x="4718" y="735"/>
                </a:moveTo>
                <a:lnTo>
                  <a:pt x="4716" y="726"/>
                </a:lnTo>
                <a:lnTo>
                  <a:pt x="4714" y="716"/>
                </a:lnTo>
                <a:lnTo>
                  <a:pt x="4709" y="696"/>
                </a:lnTo>
                <a:lnTo>
                  <a:pt x="4702" y="673"/>
                </a:lnTo>
                <a:lnTo>
                  <a:pt x="4694" y="640"/>
                </a:lnTo>
                <a:lnTo>
                  <a:pt x="4690" y="612"/>
                </a:lnTo>
                <a:moveTo>
                  <a:pt x="4734" y="799"/>
                </a:moveTo>
                <a:lnTo>
                  <a:pt x="4728" y="776"/>
                </a:lnTo>
                <a:lnTo>
                  <a:pt x="4718" y="735"/>
                </a:lnTo>
                <a:moveTo>
                  <a:pt x="5629" y="471"/>
                </a:moveTo>
                <a:lnTo>
                  <a:pt x="5676" y="486"/>
                </a:lnTo>
                <a:lnTo>
                  <a:pt x="5697" y="492"/>
                </a:lnTo>
                <a:moveTo>
                  <a:pt x="5780" y="518"/>
                </a:moveTo>
                <a:lnTo>
                  <a:pt x="5769" y="515"/>
                </a:lnTo>
                <a:lnTo>
                  <a:pt x="5697" y="492"/>
                </a:lnTo>
                <a:moveTo>
                  <a:pt x="5501" y="332"/>
                </a:moveTo>
                <a:lnTo>
                  <a:pt x="5470" y="344"/>
                </a:lnTo>
                <a:moveTo>
                  <a:pt x="5581" y="301"/>
                </a:moveTo>
                <a:lnTo>
                  <a:pt x="5592" y="297"/>
                </a:lnTo>
                <a:moveTo>
                  <a:pt x="5434" y="1290"/>
                </a:moveTo>
                <a:lnTo>
                  <a:pt x="5419" y="1239"/>
                </a:lnTo>
                <a:lnTo>
                  <a:pt x="5408" y="1198"/>
                </a:lnTo>
                <a:moveTo>
                  <a:pt x="5434" y="1290"/>
                </a:moveTo>
                <a:lnTo>
                  <a:pt x="5437" y="1300"/>
                </a:lnTo>
                <a:lnTo>
                  <a:pt x="5443" y="1312"/>
                </a:lnTo>
                <a:lnTo>
                  <a:pt x="5456" y="1333"/>
                </a:lnTo>
                <a:moveTo>
                  <a:pt x="3997" y="1664"/>
                </a:moveTo>
                <a:lnTo>
                  <a:pt x="4013" y="1670"/>
                </a:lnTo>
                <a:moveTo>
                  <a:pt x="4035" y="1677"/>
                </a:moveTo>
                <a:lnTo>
                  <a:pt x="4025" y="1673"/>
                </a:lnTo>
                <a:lnTo>
                  <a:pt x="4013" y="1670"/>
                </a:lnTo>
                <a:moveTo>
                  <a:pt x="3822" y="1598"/>
                </a:moveTo>
                <a:lnTo>
                  <a:pt x="3818" y="1596"/>
                </a:lnTo>
                <a:moveTo>
                  <a:pt x="3804" y="1589"/>
                </a:moveTo>
                <a:lnTo>
                  <a:pt x="3818" y="1596"/>
                </a:lnTo>
                <a:moveTo>
                  <a:pt x="1831" y="2267"/>
                </a:moveTo>
                <a:lnTo>
                  <a:pt x="1806" y="2274"/>
                </a:lnTo>
                <a:lnTo>
                  <a:pt x="1805" y="2274"/>
                </a:lnTo>
                <a:lnTo>
                  <a:pt x="1804" y="2274"/>
                </a:lnTo>
                <a:lnTo>
                  <a:pt x="1804" y="2273"/>
                </a:lnTo>
                <a:lnTo>
                  <a:pt x="1788" y="2230"/>
                </a:lnTo>
                <a:lnTo>
                  <a:pt x="1787" y="2229"/>
                </a:lnTo>
                <a:lnTo>
                  <a:pt x="1787" y="2228"/>
                </a:lnTo>
                <a:moveTo>
                  <a:pt x="2816" y="2732"/>
                </a:moveTo>
                <a:lnTo>
                  <a:pt x="2819" y="2738"/>
                </a:lnTo>
                <a:moveTo>
                  <a:pt x="2816" y="2732"/>
                </a:moveTo>
                <a:lnTo>
                  <a:pt x="2813" y="2755"/>
                </a:lnTo>
                <a:moveTo>
                  <a:pt x="2817" y="2751"/>
                </a:moveTo>
                <a:lnTo>
                  <a:pt x="2813" y="2755"/>
                </a:lnTo>
                <a:moveTo>
                  <a:pt x="2817" y="2751"/>
                </a:moveTo>
                <a:lnTo>
                  <a:pt x="2819" y="2738"/>
                </a:lnTo>
                <a:moveTo>
                  <a:pt x="1439" y="706"/>
                </a:moveTo>
                <a:lnTo>
                  <a:pt x="1444" y="707"/>
                </a:lnTo>
                <a:lnTo>
                  <a:pt x="1459" y="706"/>
                </a:lnTo>
                <a:lnTo>
                  <a:pt x="1470" y="704"/>
                </a:lnTo>
                <a:moveTo>
                  <a:pt x="1270" y="1274"/>
                </a:moveTo>
                <a:lnTo>
                  <a:pt x="1283" y="1270"/>
                </a:lnTo>
                <a:lnTo>
                  <a:pt x="1297" y="1267"/>
                </a:lnTo>
                <a:moveTo>
                  <a:pt x="1248" y="1281"/>
                </a:moveTo>
                <a:lnTo>
                  <a:pt x="1270" y="1274"/>
                </a:lnTo>
                <a:moveTo>
                  <a:pt x="1248" y="1281"/>
                </a:moveTo>
                <a:lnTo>
                  <a:pt x="1244" y="1282"/>
                </a:lnTo>
                <a:moveTo>
                  <a:pt x="1064" y="1342"/>
                </a:moveTo>
                <a:lnTo>
                  <a:pt x="1089" y="1334"/>
                </a:lnTo>
                <a:moveTo>
                  <a:pt x="1229" y="1535"/>
                </a:moveTo>
                <a:lnTo>
                  <a:pt x="1223" y="1538"/>
                </a:lnTo>
                <a:lnTo>
                  <a:pt x="1213" y="1544"/>
                </a:lnTo>
                <a:lnTo>
                  <a:pt x="1181" y="1569"/>
                </a:lnTo>
                <a:moveTo>
                  <a:pt x="1490" y="2380"/>
                </a:moveTo>
                <a:lnTo>
                  <a:pt x="1426" y="2388"/>
                </a:lnTo>
                <a:lnTo>
                  <a:pt x="1425" y="2388"/>
                </a:lnTo>
                <a:lnTo>
                  <a:pt x="1423" y="2388"/>
                </a:lnTo>
                <a:lnTo>
                  <a:pt x="1423" y="2387"/>
                </a:lnTo>
                <a:lnTo>
                  <a:pt x="1422" y="2387"/>
                </a:lnTo>
                <a:lnTo>
                  <a:pt x="1421" y="2386"/>
                </a:lnTo>
                <a:lnTo>
                  <a:pt x="1418" y="2383"/>
                </a:lnTo>
                <a:lnTo>
                  <a:pt x="1416" y="2380"/>
                </a:lnTo>
                <a:moveTo>
                  <a:pt x="1490" y="2380"/>
                </a:moveTo>
                <a:lnTo>
                  <a:pt x="1491" y="2380"/>
                </a:lnTo>
                <a:lnTo>
                  <a:pt x="1507" y="2377"/>
                </a:lnTo>
                <a:moveTo>
                  <a:pt x="1336" y="1689"/>
                </a:moveTo>
                <a:lnTo>
                  <a:pt x="1325" y="1694"/>
                </a:lnTo>
                <a:lnTo>
                  <a:pt x="1322" y="1696"/>
                </a:lnTo>
                <a:lnTo>
                  <a:pt x="1315" y="1699"/>
                </a:lnTo>
                <a:moveTo>
                  <a:pt x="245" y="2477"/>
                </a:moveTo>
                <a:lnTo>
                  <a:pt x="251" y="2480"/>
                </a:lnTo>
                <a:lnTo>
                  <a:pt x="256" y="2482"/>
                </a:lnTo>
                <a:lnTo>
                  <a:pt x="270" y="2488"/>
                </a:lnTo>
                <a:lnTo>
                  <a:pt x="327" y="2516"/>
                </a:lnTo>
                <a:lnTo>
                  <a:pt x="346" y="2525"/>
                </a:lnTo>
                <a:moveTo>
                  <a:pt x="3353" y="747"/>
                </a:moveTo>
                <a:lnTo>
                  <a:pt x="3303" y="764"/>
                </a:lnTo>
                <a:lnTo>
                  <a:pt x="3286" y="771"/>
                </a:lnTo>
                <a:lnTo>
                  <a:pt x="3262" y="779"/>
                </a:lnTo>
                <a:moveTo>
                  <a:pt x="1675" y="2723"/>
                </a:moveTo>
                <a:lnTo>
                  <a:pt x="1643" y="2725"/>
                </a:lnTo>
                <a:moveTo>
                  <a:pt x="798" y="1886"/>
                </a:moveTo>
                <a:lnTo>
                  <a:pt x="797" y="1863"/>
                </a:lnTo>
                <a:lnTo>
                  <a:pt x="797" y="1860"/>
                </a:lnTo>
                <a:moveTo>
                  <a:pt x="802" y="1891"/>
                </a:moveTo>
                <a:lnTo>
                  <a:pt x="804" y="1903"/>
                </a:lnTo>
                <a:lnTo>
                  <a:pt x="805" y="1906"/>
                </a:lnTo>
                <a:lnTo>
                  <a:pt x="807" y="1914"/>
                </a:lnTo>
                <a:lnTo>
                  <a:pt x="808" y="1917"/>
                </a:lnTo>
                <a:lnTo>
                  <a:pt x="810" y="1920"/>
                </a:lnTo>
                <a:lnTo>
                  <a:pt x="817" y="1930"/>
                </a:lnTo>
                <a:lnTo>
                  <a:pt x="830" y="1938"/>
                </a:lnTo>
                <a:moveTo>
                  <a:pt x="802" y="1891"/>
                </a:moveTo>
                <a:lnTo>
                  <a:pt x="801" y="1888"/>
                </a:lnTo>
                <a:lnTo>
                  <a:pt x="798" y="1886"/>
                </a:lnTo>
                <a:moveTo>
                  <a:pt x="1610" y="1996"/>
                </a:moveTo>
                <a:lnTo>
                  <a:pt x="1619" y="1991"/>
                </a:lnTo>
                <a:lnTo>
                  <a:pt x="1653" y="1978"/>
                </a:lnTo>
                <a:lnTo>
                  <a:pt x="1663" y="1973"/>
                </a:lnTo>
                <a:lnTo>
                  <a:pt x="1665" y="1972"/>
                </a:lnTo>
                <a:moveTo>
                  <a:pt x="1608" y="2254"/>
                </a:moveTo>
                <a:lnTo>
                  <a:pt x="1615" y="2251"/>
                </a:lnTo>
                <a:moveTo>
                  <a:pt x="2902" y="2742"/>
                </a:moveTo>
                <a:lnTo>
                  <a:pt x="2908" y="2738"/>
                </a:lnTo>
                <a:moveTo>
                  <a:pt x="5344" y="393"/>
                </a:moveTo>
                <a:lnTo>
                  <a:pt x="5334" y="397"/>
                </a:lnTo>
                <a:lnTo>
                  <a:pt x="5269" y="423"/>
                </a:lnTo>
                <a:moveTo>
                  <a:pt x="51" y="1799"/>
                </a:moveTo>
                <a:lnTo>
                  <a:pt x="51" y="1809"/>
                </a:lnTo>
                <a:moveTo>
                  <a:pt x="51" y="1789"/>
                </a:moveTo>
                <a:lnTo>
                  <a:pt x="51" y="1799"/>
                </a:lnTo>
                <a:moveTo>
                  <a:pt x="51" y="1778"/>
                </a:moveTo>
                <a:lnTo>
                  <a:pt x="51" y="1789"/>
                </a:lnTo>
                <a:moveTo>
                  <a:pt x="2111" y="2232"/>
                </a:moveTo>
                <a:lnTo>
                  <a:pt x="2111" y="2247"/>
                </a:lnTo>
                <a:moveTo>
                  <a:pt x="2100" y="1971"/>
                </a:moveTo>
                <a:lnTo>
                  <a:pt x="2101" y="1977"/>
                </a:lnTo>
                <a:moveTo>
                  <a:pt x="1649" y="990"/>
                </a:moveTo>
                <a:lnTo>
                  <a:pt x="1642" y="929"/>
                </a:lnTo>
                <a:lnTo>
                  <a:pt x="1642" y="926"/>
                </a:lnTo>
                <a:lnTo>
                  <a:pt x="1640" y="911"/>
                </a:lnTo>
                <a:lnTo>
                  <a:pt x="1639" y="898"/>
                </a:lnTo>
                <a:moveTo>
                  <a:pt x="2120" y="2444"/>
                </a:moveTo>
                <a:lnTo>
                  <a:pt x="2120" y="2433"/>
                </a:lnTo>
                <a:moveTo>
                  <a:pt x="2120" y="2444"/>
                </a:moveTo>
                <a:lnTo>
                  <a:pt x="2121" y="2460"/>
                </a:lnTo>
                <a:lnTo>
                  <a:pt x="2121" y="2468"/>
                </a:lnTo>
                <a:moveTo>
                  <a:pt x="2253" y="2036"/>
                </a:moveTo>
                <a:lnTo>
                  <a:pt x="2253" y="2036"/>
                </a:lnTo>
                <a:lnTo>
                  <a:pt x="2191" y="2049"/>
                </a:lnTo>
                <a:moveTo>
                  <a:pt x="2106" y="2103"/>
                </a:moveTo>
                <a:lnTo>
                  <a:pt x="2105" y="2091"/>
                </a:lnTo>
                <a:moveTo>
                  <a:pt x="2106" y="2103"/>
                </a:moveTo>
                <a:lnTo>
                  <a:pt x="2107" y="2124"/>
                </a:lnTo>
                <a:moveTo>
                  <a:pt x="2131" y="2643"/>
                </a:moveTo>
                <a:lnTo>
                  <a:pt x="2127" y="2643"/>
                </a:lnTo>
                <a:moveTo>
                  <a:pt x="2127" y="2643"/>
                </a:moveTo>
                <a:lnTo>
                  <a:pt x="2126" y="2632"/>
                </a:lnTo>
                <a:lnTo>
                  <a:pt x="2125" y="2616"/>
                </a:lnTo>
                <a:lnTo>
                  <a:pt x="2125" y="2605"/>
                </a:lnTo>
                <a:moveTo>
                  <a:pt x="3251" y="2735"/>
                </a:moveTo>
                <a:lnTo>
                  <a:pt x="3262" y="2736"/>
                </a:lnTo>
                <a:lnTo>
                  <a:pt x="3279" y="2737"/>
                </a:lnTo>
                <a:moveTo>
                  <a:pt x="3331" y="2441"/>
                </a:moveTo>
                <a:lnTo>
                  <a:pt x="3339" y="2412"/>
                </a:lnTo>
                <a:moveTo>
                  <a:pt x="2191" y="2049"/>
                </a:moveTo>
                <a:lnTo>
                  <a:pt x="2164" y="2052"/>
                </a:lnTo>
                <a:lnTo>
                  <a:pt x="2134" y="2056"/>
                </a:lnTo>
                <a:lnTo>
                  <a:pt x="2107" y="2058"/>
                </a:lnTo>
                <a:moveTo>
                  <a:pt x="2095" y="1745"/>
                </a:moveTo>
                <a:lnTo>
                  <a:pt x="2095" y="1741"/>
                </a:lnTo>
                <a:moveTo>
                  <a:pt x="2095" y="1745"/>
                </a:moveTo>
                <a:lnTo>
                  <a:pt x="2096" y="1781"/>
                </a:lnTo>
                <a:moveTo>
                  <a:pt x="2099" y="1858"/>
                </a:moveTo>
                <a:lnTo>
                  <a:pt x="2097" y="1818"/>
                </a:lnTo>
                <a:moveTo>
                  <a:pt x="2093" y="1696"/>
                </a:moveTo>
                <a:lnTo>
                  <a:pt x="2094" y="1714"/>
                </a:lnTo>
                <a:moveTo>
                  <a:pt x="2293" y="1687"/>
                </a:moveTo>
                <a:lnTo>
                  <a:pt x="2295" y="1712"/>
                </a:lnTo>
                <a:lnTo>
                  <a:pt x="2296" y="1730"/>
                </a:lnTo>
                <a:lnTo>
                  <a:pt x="2297" y="1734"/>
                </a:lnTo>
                <a:lnTo>
                  <a:pt x="2298" y="1742"/>
                </a:lnTo>
                <a:lnTo>
                  <a:pt x="2299" y="1753"/>
                </a:lnTo>
                <a:lnTo>
                  <a:pt x="2303" y="1773"/>
                </a:lnTo>
                <a:moveTo>
                  <a:pt x="2291" y="1649"/>
                </a:moveTo>
                <a:lnTo>
                  <a:pt x="2292" y="1623"/>
                </a:lnTo>
                <a:moveTo>
                  <a:pt x="1546" y="1666"/>
                </a:moveTo>
                <a:lnTo>
                  <a:pt x="1546" y="1672"/>
                </a:lnTo>
                <a:lnTo>
                  <a:pt x="1535" y="1683"/>
                </a:lnTo>
                <a:moveTo>
                  <a:pt x="1546" y="1666"/>
                </a:moveTo>
                <a:lnTo>
                  <a:pt x="1537" y="1668"/>
                </a:lnTo>
                <a:lnTo>
                  <a:pt x="1530" y="1675"/>
                </a:lnTo>
                <a:lnTo>
                  <a:pt x="1527" y="1677"/>
                </a:lnTo>
                <a:lnTo>
                  <a:pt x="1525" y="1680"/>
                </a:lnTo>
                <a:lnTo>
                  <a:pt x="1523" y="1682"/>
                </a:lnTo>
                <a:lnTo>
                  <a:pt x="1517" y="1689"/>
                </a:lnTo>
                <a:lnTo>
                  <a:pt x="1515" y="1691"/>
                </a:lnTo>
                <a:moveTo>
                  <a:pt x="1546" y="1666"/>
                </a:moveTo>
                <a:lnTo>
                  <a:pt x="1547" y="1665"/>
                </a:lnTo>
                <a:lnTo>
                  <a:pt x="1569" y="1640"/>
                </a:lnTo>
                <a:lnTo>
                  <a:pt x="1579" y="1630"/>
                </a:lnTo>
                <a:moveTo>
                  <a:pt x="1590" y="1619"/>
                </a:moveTo>
                <a:lnTo>
                  <a:pt x="1584" y="1625"/>
                </a:lnTo>
                <a:lnTo>
                  <a:pt x="1579" y="1630"/>
                </a:lnTo>
                <a:moveTo>
                  <a:pt x="1628" y="1714"/>
                </a:moveTo>
                <a:lnTo>
                  <a:pt x="1696" y="1718"/>
                </a:lnTo>
                <a:moveTo>
                  <a:pt x="1628" y="1714"/>
                </a:moveTo>
                <a:lnTo>
                  <a:pt x="1551" y="1708"/>
                </a:lnTo>
                <a:moveTo>
                  <a:pt x="2964" y="1812"/>
                </a:moveTo>
                <a:lnTo>
                  <a:pt x="2966" y="1812"/>
                </a:lnTo>
                <a:lnTo>
                  <a:pt x="2973" y="1813"/>
                </a:lnTo>
                <a:lnTo>
                  <a:pt x="3028" y="1817"/>
                </a:lnTo>
                <a:lnTo>
                  <a:pt x="3034" y="1818"/>
                </a:lnTo>
                <a:moveTo>
                  <a:pt x="3146" y="1830"/>
                </a:moveTo>
                <a:lnTo>
                  <a:pt x="3097" y="1824"/>
                </a:lnTo>
                <a:lnTo>
                  <a:pt x="3071" y="1822"/>
                </a:lnTo>
                <a:lnTo>
                  <a:pt x="3034" y="1818"/>
                </a:lnTo>
                <a:moveTo>
                  <a:pt x="3117" y="2005"/>
                </a:moveTo>
                <a:lnTo>
                  <a:pt x="3131" y="2016"/>
                </a:lnTo>
                <a:lnTo>
                  <a:pt x="3146" y="2027"/>
                </a:lnTo>
                <a:lnTo>
                  <a:pt x="3191" y="2060"/>
                </a:lnTo>
                <a:lnTo>
                  <a:pt x="3212" y="2075"/>
                </a:lnTo>
                <a:lnTo>
                  <a:pt x="3242" y="2096"/>
                </a:lnTo>
                <a:lnTo>
                  <a:pt x="3254" y="2104"/>
                </a:lnTo>
                <a:lnTo>
                  <a:pt x="3263" y="2110"/>
                </a:lnTo>
                <a:lnTo>
                  <a:pt x="3268" y="2114"/>
                </a:lnTo>
                <a:lnTo>
                  <a:pt x="3289" y="2129"/>
                </a:lnTo>
                <a:lnTo>
                  <a:pt x="3306" y="2142"/>
                </a:lnTo>
                <a:moveTo>
                  <a:pt x="3117" y="2005"/>
                </a:moveTo>
                <a:lnTo>
                  <a:pt x="3089" y="1984"/>
                </a:lnTo>
                <a:lnTo>
                  <a:pt x="3064" y="1966"/>
                </a:lnTo>
                <a:lnTo>
                  <a:pt x="3060" y="1963"/>
                </a:lnTo>
                <a:moveTo>
                  <a:pt x="3032" y="1942"/>
                </a:moveTo>
                <a:lnTo>
                  <a:pt x="3057" y="1961"/>
                </a:lnTo>
                <a:lnTo>
                  <a:pt x="3060" y="1963"/>
                </a:lnTo>
                <a:moveTo>
                  <a:pt x="2978" y="1077"/>
                </a:moveTo>
                <a:lnTo>
                  <a:pt x="2984" y="1097"/>
                </a:lnTo>
                <a:moveTo>
                  <a:pt x="3005" y="1161"/>
                </a:moveTo>
                <a:lnTo>
                  <a:pt x="2998" y="1136"/>
                </a:lnTo>
                <a:moveTo>
                  <a:pt x="3030" y="1246"/>
                </a:moveTo>
                <a:lnTo>
                  <a:pt x="3028" y="1239"/>
                </a:lnTo>
                <a:lnTo>
                  <a:pt x="3023" y="1221"/>
                </a:lnTo>
                <a:moveTo>
                  <a:pt x="3033" y="1275"/>
                </a:moveTo>
                <a:lnTo>
                  <a:pt x="3032" y="1269"/>
                </a:lnTo>
                <a:lnTo>
                  <a:pt x="3030" y="1246"/>
                </a:lnTo>
                <a:moveTo>
                  <a:pt x="3352" y="742"/>
                </a:moveTo>
                <a:lnTo>
                  <a:pt x="3357" y="740"/>
                </a:lnTo>
                <a:lnTo>
                  <a:pt x="3371" y="736"/>
                </a:lnTo>
                <a:lnTo>
                  <a:pt x="3400" y="729"/>
                </a:lnTo>
                <a:lnTo>
                  <a:pt x="3418" y="726"/>
                </a:lnTo>
                <a:lnTo>
                  <a:pt x="3439" y="722"/>
                </a:lnTo>
                <a:lnTo>
                  <a:pt x="3453" y="721"/>
                </a:lnTo>
                <a:lnTo>
                  <a:pt x="3466" y="719"/>
                </a:lnTo>
                <a:moveTo>
                  <a:pt x="3352" y="742"/>
                </a:moveTo>
                <a:lnTo>
                  <a:pt x="3301" y="760"/>
                </a:lnTo>
                <a:lnTo>
                  <a:pt x="3300" y="760"/>
                </a:lnTo>
                <a:lnTo>
                  <a:pt x="3299" y="760"/>
                </a:lnTo>
                <a:lnTo>
                  <a:pt x="3297" y="761"/>
                </a:lnTo>
                <a:lnTo>
                  <a:pt x="3285" y="765"/>
                </a:lnTo>
                <a:lnTo>
                  <a:pt x="3283" y="766"/>
                </a:lnTo>
                <a:lnTo>
                  <a:pt x="3261" y="773"/>
                </a:lnTo>
                <a:moveTo>
                  <a:pt x="3199" y="794"/>
                </a:moveTo>
                <a:lnTo>
                  <a:pt x="3216" y="789"/>
                </a:lnTo>
                <a:lnTo>
                  <a:pt x="3232" y="783"/>
                </a:lnTo>
                <a:lnTo>
                  <a:pt x="3247" y="778"/>
                </a:lnTo>
                <a:lnTo>
                  <a:pt x="3261" y="773"/>
                </a:lnTo>
                <a:moveTo>
                  <a:pt x="3199" y="794"/>
                </a:moveTo>
                <a:lnTo>
                  <a:pt x="3196" y="796"/>
                </a:lnTo>
                <a:lnTo>
                  <a:pt x="3193" y="797"/>
                </a:lnTo>
                <a:lnTo>
                  <a:pt x="3190" y="798"/>
                </a:lnTo>
                <a:lnTo>
                  <a:pt x="3178" y="802"/>
                </a:lnTo>
                <a:lnTo>
                  <a:pt x="3171" y="804"/>
                </a:lnTo>
                <a:moveTo>
                  <a:pt x="2950" y="1850"/>
                </a:moveTo>
                <a:lnTo>
                  <a:pt x="2943" y="1864"/>
                </a:lnTo>
                <a:lnTo>
                  <a:pt x="2943" y="1880"/>
                </a:lnTo>
                <a:lnTo>
                  <a:pt x="2942" y="1893"/>
                </a:lnTo>
                <a:lnTo>
                  <a:pt x="2937" y="1925"/>
                </a:lnTo>
                <a:moveTo>
                  <a:pt x="2881" y="1662"/>
                </a:moveTo>
                <a:lnTo>
                  <a:pt x="2877" y="1689"/>
                </a:lnTo>
                <a:moveTo>
                  <a:pt x="2873" y="1715"/>
                </a:moveTo>
                <a:lnTo>
                  <a:pt x="2877" y="1689"/>
                </a:lnTo>
                <a:moveTo>
                  <a:pt x="2865" y="1054"/>
                </a:moveTo>
                <a:lnTo>
                  <a:pt x="2870" y="1069"/>
                </a:lnTo>
                <a:moveTo>
                  <a:pt x="2861" y="1040"/>
                </a:moveTo>
                <a:lnTo>
                  <a:pt x="2854" y="1015"/>
                </a:lnTo>
                <a:moveTo>
                  <a:pt x="2854" y="928"/>
                </a:moveTo>
                <a:lnTo>
                  <a:pt x="2853" y="992"/>
                </a:lnTo>
                <a:lnTo>
                  <a:pt x="2853" y="1011"/>
                </a:lnTo>
                <a:lnTo>
                  <a:pt x="2854" y="1015"/>
                </a:lnTo>
                <a:moveTo>
                  <a:pt x="2865" y="1054"/>
                </a:moveTo>
                <a:lnTo>
                  <a:pt x="2861" y="1040"/>
                </a:lnTo>
                <a:moveTo>
                  <a:pt x="3734" y="1303"/>
                </a:moveTo>
                <a:lnTo>
                  <a:pt x="3661" y="1237"/>
                </a:lnTo>
                <a:lnTo>
                  <a:pt x="3656" y="1234"/>
                </a:lnTo>
                <a:moveTo>
                  <a:pt x="2342" y="1265"/>
                </a:moveTo>
                <a:lnTo>
                  <a:pt x="2322" y="1278"/>
                </a:lnTo>
                <a:moveTo>
                  <a:pt x="2216" y="1342"/>
                </a:moveTo>
                <a:lnTo>
                  <a:pt x="2243" y="1326"/>
                </a:lnTo>
                <a:moveTo>
                  <a:pt x="2271" y="1308"/>
                </a:moveTo>
                <a:lnTo>
                  <a:pt x="2255" y="1319"/>
                </a:lnTo>
                <a:moveTo>
                  <a:pt x="2138" y="1197"/>
                </a:moveTo>
                <a:lnTo>
                  <a:pt x="2164" y="1183"/>
                </a:lnTo>
                <a:moveTo>
                  <a:pt x="2172" y="1373"/>
                </a:moveTo>
                <a:lnTo>
                  <a:pt x="2182" y="1366"/>
                </a:lnTo>
                <a:moveTo>
                  <a:pt x="2674" y="968"/>
                </a:moveTo>
                <a:lnTo>
                  <a:pt x="2690" y="998"/>
                </a:lnTo>
                <a:moveTo>
                  <a:pt x="2696" y="1017"/>
                </a:moveTo>
                <a:lnTo>
                  <a:pt x="2696" y="1022"/>
                </a:lnTo>
                <a:moveTo>
                  <a:pt x="2696" y="1017"/>
                </a:moveTo>
                <a:lnTo>
                  <a:pt x="2694" y="1011"/>
                </a:lnTo>
                <a:lnTo>
                  <a:pt x="2691" y="1001"/>
                </a:lnTo>
                <a:lnTo>
                  <a:pt x="2690" y="998"/>
                </a:lnTo>
                <a:moveTo>
                  <a:pt x="1421" y="982"/>
                </a:moveTo>
                <a:lnTo>
                  <a:pt x="1432" y="1017"/>
                </a:lnTo>
                <a:moveTo>
                  <a:pt x="1555" y="1200"/>
                </a:moveTo>
                <a:lnTo>
                  <a:pt x="1549" y="1192"/>
                </a:lnTo>
                <a:lnTo>
                  <a:pt x="1538" y="1182"/>
                </a:lnTo>
                <a:lnTo>
                  <a:pt x="1528" y="1176"/>
                </a:lnTo>
                <a:lnTo>
                  <a:pt x="1519" y="1172"/>
                </a:lnTo>
                <a:lnTo>
                  <a:pt x="1512" y="1171"/>
                </a:lnTo>
                <a:lnTo>
                  <a:pt x="1507" y="1172"/>
                </a:lnTo>
                <a:moveTo>
                  <a:pt x="1482" y="1227"/>
                </a:moveTo>
                <a:lnTo>
                  <a:pt x="1483" y="1224"/>
                </a:lnTo>
                <a:lnTo>
                  <a:pt x="1487" y="1211"/>
                </a:lnTo>
                <a:lnTo>
                  <a:pt x="1487" y="1205"/>
                </a:lnTo>
                <a:moveTo>
                  <a:pt x="1677" y="1246"/>
                </a:moveTo>
                <a:lnTo>
                  <a:pt x="1680" y="1265"/>
                </a:lnTo>
                <a:moveTo>
                  <a:pt x="1048" y="1516"/>
                </a:moveTo>
                <a:lnTo>
                  <a:pt x="1044" y="1513"/>
                </a:lnTo>
                <a:lnTo>
                  <a:pt x="1030" y="1499"/>
                </a:lnTo>
                <a:moveTo>
                  <a:pt x="2492" y="353"/>
                </a:moveTo>
                <a:lnTo>
                  <a:pt x="2480" y="360"/>
                </a:lnTo>
                <a:lnTo>
                  <a:pt x="2468" y="368"/>
                </a:lnTo>
                <a:lnTo>
                  <a:pt x="2447" y="385"/>
                </a:lnTo>
                <a:lnTo>
                  <a:pt x="2438" y="391"/>
                </a:lnTo>
                <a:moveTo>
                  <a:pt x="5580" y="2027"/>
                </a:moveTo>
                <a:lnTo>
                  <a:pt x="5590" y="2010"/>
                </a:lnTo>
                <a:moveTo>
                  <a:pt x="5580" y="2027"/>
                </a:moveTo>
                <a:lnTo>
                  <a:pt x="5577" y="2032"/>
                </a:lnTo>
                <a:lnTo>
                  <a:pt x="5576" y="2036"/>
                </a:lnTo>
                <a:moveTo>
                  <a:pt x="5558" y="2132"/>
                </a:moveTo>
                <a:lnTo>
                  <a:pt x="5558" y="2125"/>
                </a:lnTo>
                <a:moveTo>
                  <a:pt x="5564" y="2059"/>
                </a:moveTo>
                <a:lnTo>
                  <a:pt x="5557" y="2073"/>
                </a:lnTo>
                <a:lnTo>
                  <a:pt x="5555" y="2078"/>
                </a:lnTo>
                <a:lnTo>
                  <a:pt x="5555" y="2085"/>
                </a:lnTo>
                <a:lnTo>
                  <a:pt x="5558" y="2125"/>
                </a:lnTo>
                <a:moveTo>
                  <a:pt x="5648" y="2146"/>
                </a:moveTo>
                <a:lnTo>
                  <a:pt x="5639" y="2144"/>
                </a:lnTo>
                <a:lnTo>
                  <a:pt x="5618" y="2141"/>
                </a:lnTo>
                <a:lnTo>
                  <a:pt x="5608" y="2139"/>
                </a:lnTo>
                <a:lnTo>
                  <a:pt x="5558" y="2132"/>
                </a:lnTo>
                <a:moveTo>
                  <a:pt x="5724" y="2160"/>
                </a:moveTo>
                <a:lnTo>
                  <a:pt x="5768" y="2169"/>
                </a:lnTo>
                <a:lnTo>
                  <a:pt x="5775" y="2172"/>
                </a:lnTo>
                <a:lnTo>
                  <a:pt x="5780" y="2174"/>
                </a:lnTo>
                <a:lnTo>
                  <a:pt x="5787" y="2178"/>
                </a:lnTo>
                <a:lnTo>
                  <a:pt x="5795" y="2182"/>
                </a:lnTo>
                <a:lnTo>
                  <a:pt x="5804" y="2188"/>
                </a:lnTo>
                <a:lnTo>
                  <a:pt x="5809" y="2191"/>
                </a:lnTo>
                <a:lnTo>
                  <a:pt x="5813" y="2193"/>
                </a:lnTo>
                <a:lnTo>
                  <a:pt x="5818" y="2195"/>
                </a:lnTo>
                <a:moveTo>
                  <a:pt x="5868" y="2206"/>
                </a:moveTo>
                <a:lnTo>
                  <a:pt x="5838" y="2200"/>
                </a:lnTo>
                <a:lnTo>
                  <a:pt x="5818" y="2195"/>
                </a:lnTo>
                <a:moveTo>
                  <a:pt x="5903" y="2217"/>
                </a:moveTo>
                <a:lnTo>
                  <a:pt x="5903" y="2216"/>
                </a:lnTo>
                <a:lnTo>
                  <a:pt x="5902" y="2214"/>
                </a:lnTo>
                <a:lnTo>
                  <a:pt x="5901" y="2213"/>
                </a:lnTo>
                <a:lnTo>
                  <a:pt x="5899" y="2212"/>
                </a:lnTo>
                <a:lnTo>
                  <a:pt x="5896" y="2211"/>
                </a:lnTo>
                <a:lnTo>
                  <a:pt x="5894" y="2210"/>
                </a:lnTo>
                <a:lnTo>
                  <a:pt x="5868" y="2206"/>
                </a:lnTo>
                <a:moveTo>
                  <a:pt x="5897" y="2230"/>
                </a:moveTo>
                <a:lnTo>
                  <a:pt x="5901" y="2220"/>
                </a:lnTo>
                <a:lnTo>
                  <a:pt x="5902" y="2219"/>
                </a:lnTo>
                <a:lnTo>
                  <a:pt x="5903" y="2217"/>
                </a:lnTo>
                <a:moveTo>
                  <a:pt x="5885" y="2312"/>
                </a:moveTo>
                <a:lnTo>
                  <a:pt x="5885" y="2310"/>
                </a:lnTo>
                <a:moveTo>
                  <a:pt x="5885" y="2295"/>
                </a:moveTo>
                <a:lnTo>
                  <a:pt x="5885" y="2310"/>
                </a:lnTo>
                <a:moveTo>
                  <a:pt x="4950" y="544"/>
                </a:moveTo>
                <a:lnTo>
                  <a:pt x="4966" y="539"/>
                </a:lnTo>
                <a:lnTo>
                  <a:pt x="5011" y="524"/>
                </a:lnTo>
                <a:lnTo>
                  <a:pt x="5022" y="520"/>
                </a:lnTo>
                <a:lnTo>
                  <a:pt x="5041" y="513"/>
                </a:lnTo>
                <a:lnTo>
                  <a:pt x="5049" y="510"/>
                </a:lnTo>
                <a:lnTo>
                  <a:pt x="5053" y="509"/>
                </a:lnTo>
                <a:moveTo>
                  <a:pt x="4950" y="544"/>
                </a:moveTo>
                <a:lnTo>
                  <a:pt x="4941" y="547"/>
                </a:lnTo>
                <a:lnTo>
                  <a:pt x="4929" y="551"/>
                </a:lnTo>
                <a:lnTo>
                  <a:pt x="4902" y="558"/>
                </a:lnTo>
                <a:moveTo>
                  <a:pt x="4902" y="558"/>
                </a:moveTo>
                <a:lnTo>
                  <a:pt x="4864" y="568"/>
                </a:lnTo>
                <a:lnTo>
                  <a:pt x="4856" y="570"/>
                </a:lnTo>
                <a:lnTo>
                  <a:pt x="4847" y="572"/>
                </a:lnTo>
                <a:lnTo>
                  <a:pt x="4838" y="574"/>
                </a:lnTo>
                <a:moveTo>
                  <a:pt x="4671" y="608"/>
                </a:moveTo>
                <a:lnTo>
                  <a:pt x="4693" y="606"/>
                </a:lnTo>
                <a:moveTo>
                  <a:pt x="1762" y="628"/>
                </a:moveTo>
                <a:lnTo>
                  <a:pt x="1654" y="665"/>
                </a:lnTo>
                <a:moveTo>
                  <a:pt x="2067" y="747"/>
                </a:moveTo>
                <a:lnTo>
                  <a:pt x="2066" y="721"/>
                </a:lnTo>
                <a:moveTo>
                  <a:pt x="4769" y="1064"/>
                </a:moveTo>
                <a:lnTo>
                  <a:pt x="4767" y="1042"/>
                </a:lnTo>
                <a:lnTo>
                  <a:pt x="4767" y="1036"/>
                </a:lnTo>
                <a:lnTo>
                  <a:pt x="4766" y="1030"/>
                </a:lnTo>
                <a:lnTo>
                  <a:pt x="4765" y="1022"/>
                </a:lnTo>
                <a:lnTo>
                  <a:pt x="4765" y="1007"/>
                </a:lnTo>
                <a:moveTo>
                  <a:pt x="4760" y="920"/>
                </a:moveTo>
                <a:lnTo>
                  <a:pt x="4761" y="945"/>
                </a:lnTo>
                <a:lnTo>
                  <a:pt x="4762" y="955"/>
                </a:lnTo>
                <a:lnTo>
                  <a:pt x="4762" y="982"/>
                </a:lnTo>
                <a:lnTo>
                  <a:pt x="4765" y="1007"/>
                </a:lnTo>
                <a:moveTo>
                  <a:pt x="4771" y="1277"/>
                </a:moveTo>
                <a:lnTo>
                  <a:pt x="4770" y="1294"/>
                </a:lnTo>
                <a:moveTo>
                  <a:pt x="2075" y="1078"/>
                </a:moveTo>
                <a:lnTo>
                  <a:pt x="2077" y="1101"/>
                </a:lnTo>
                <a:moveTo>
                  <a:pt x="1651" y="1003"/>
                </a:moveTo>
                <a:lnTo>
                  <a:pt x="1663" y="1115"/>
                </a:lnTo>
                <a:lnTo>
                  <a:pt x="1671" y="1190"/>
                </a:lnTo>
                <a:lnTo>
                  <a:pt x="1675" y="1224"/>
                </a:lnTo>
                <a:lnTo>
                  <a:pt x="1677" y="1246"/>
                </a:lnTo>
                <a:moveTo>
                  <a:pt x="2673" y="253"/>
                </a:moveTo>
                <a:lnTo>
                  <a:pt x="2678" y="251"/>
                </a:lnTo>
                <a:moveTo>
                  <a:pt x="4771" y="1113"/>
                </a:moveTo>
                <a:lnTo>
                  <a:pt x="4771" y="1128"/>
                </a:lnTo>
                <a:lnTo>
                  <a:pt x="4770" y="1140"/>
                </a:lnTo>
                <a:moveTo>
                  <a:pt x="5408" y="1198"/>
                </a:moveTo>
                <a:lnTo>
                  <a:pt x="5401" y="1167"/>
                </a:lnTo>
                <a:lnTo>
                  <a:pt x="5401" y="1155"/>
                </a:lnTo>
                <a:lnTo>
                  <a:pt x="5401" y="1147"/>
                </a:lnTo>
                <a:moveTo>
                  <a:pt x="5401" y="1113"/>
                </a:moveTo>
                <a:lnTo>
                  <a:pt x="5400" y="1132"/>
                </a:lnTo>
                <a:lnTo>
                  <a:pt x="5401" y="1147"/>
                </a:lnTo>
                <a:moveTo>
                  <a:pt x="5415" y="976"/>
                </a:moveTo>
                <a:lnTo>
                  <a:pt x="5421" y="941"/>
                </a:lnTo>
                <a:lnTo>
                  <a:pt x="5425" y="922"/>
                </a:lnTo>
                <a:moveTo>
                  <a:pt x="5425" y="922"/>
                </a:moveTo>
                <a:lnTo>
                  <a:pt x="5433" y="893"/>
                </a:lnTo>
                <a:lnTo>
                  <a:pt x="5452" y="832"/>
                </a:lnTo>
                <a:moveTo>
                  <a:pt x="2069" y="841"/>
                </a:moveTo>
                <a:lnTo>
                  <a:pt x="2069" y="824"/>
                </a:lnTo>
                <a:lnTo>
                  <a:pt x="2069" y="820"/>
                </a:lnTo>
                <a:lnTo>
                  <a:pt x="2067" y="753"/>
                </a:lnTo>
                <a:lnTo>
                  <a:pt x="2067" y="747"/>
                </a:lnTo>
                <a:moveTo>
                  <a:pt x="5414" y="366"/>
                </a:moveTo>
                <a:lnTo>
                  <a:pt x="5470" y="344"/>
                </a:lnTo>
                <a:moveTo>
                  <a:pt x="1297" y="1919"/>
                </a:moveTo>
                <a:lnTo>
                  <a:pt x="1280" y="1935"/>
                </a:lnTo>
                <a:moveTo>
                  <a:pt x="5505" y="657"/>
                </a:moveTo>
                <a:lnTo>
                  <a:pt x="5510" y="640"/>
                </a:lnTo>
                <a:moveTo>
                  <a:pt x="5452" y="832"/>
                </a:moveTo>
                <a:lnTo>
                  <a:pt x="5469" y="773"/>
                </a:lnTo>
                <a:lnTo>
                  <a:pt x="5471" y="766"/>
                </a:lnTo>
                <a:moveTo>
                  <a:pt x="6145" y="622"/>
                </a:moveTo>
                <a:lnTo>
                  <a:pt x="6120" y="614"/>
                </a:lnTo>
                <a:lnTo>
                  <a:pt x="6113" y="612"/>
                </a:lnTo>
                <a:lnTo>
                  <a:pt x="6106" y="609"/>
                </a:lnTo>
                <a:lnTo>
                  <a:pt x="6093" y="605"/>
                </a:lnTo>
                <a:lnTo>
                  <a:pt x="6088" y="604"/>
                </a:lnTo>
                <a:lnTo>
                  <a:pt x="6071" y="598"/>
                </a:lnTo>
                <a:lnTo>
                  <a:pt x="6053" y="593"/>
                </a:lnTo>
                <a:lnTo>
                  <a:pt x="6032" y="588"/>
                </a:lnTo>
                <a:lnTo>
                  <a:pt x="5994" y="578"/>
                </a:lnTo>
                <a:lnTo>
                  <a:pt x="5985" y="576"/>
                </a:lnTo>
                <a:lnTo>
                  <a:pt x="5962" y="570"/>
                </a:lnTo>
                <a:lnTo>
                  <a:pt x="5951" y="567"/>
                </a:lnTo>
                <a:lnTo>
                  <a:pt x="5942" y="565"/>
                </a:lnTo>
                <a:lnTo>
                  <a:pt x="5924" y="560"/>
                </a:lnTo>
                <a:lnTo>
                  <a:pt x="5907" y="556"/>
                </a:lnTo>
                <a:lnTo>
                  <a:pt x="5832" y="533"/>
                </a:lnTo>
                <a:lnTo>
                  <a:pt x="5825" y="532"/>
                </a:lnTo>
                <a:lnTo>
                  <a:pt x="5808" y="527"/>
                </a:lnTo>
                <a:lnTo>
                  <a:pt x="5800" y="525"/>
                </a:lnTo>
                <a:lnTo>
                  <a:pt x="5791" y="522"/>
                </a:lnTo>
                <a:lnTo>
                  <a:pt x="5780" y="518"/>
                </a:lnTo>
                <a:moveTo>
                  <a:pt x="5525" y="522"/>
                </a:moveTo>
                <a:lnTo>
                  <a:pt x="5527" y="504"/>
                </a:lnTo>
                <a:moveTo>
                  <a:pt x="5525" y="522"/>
                </a:moveTo>
                <a:lnTo>
                  <a:pt x="5515" y="590"/>
                </a:lnTo>
                <a:moveTo>
                  <a:pt x="1306" y="687"/>
                </a:moveTo>
                <a:lnTo>
                  <a:pt x="1311" y="684"/>
                </a:lnTo>
                <a:lnTo>
                  <a:pt x="1324" y="679"/>
                </a:lnTo>
                <a:moveTo>
                  <a:pt x="5510" y="640"/>
                </a:moveTo>
                <a:lnTo>
                  <a:pt x="5512" y="634"/>
                </a:lnTo>
                <a:lnTo>
                  <a:pt x="5514" y="608"/>
                </a:lnTo>
                <a:lnTo>
                  <a:pt x="5515" y="590"/>
                </a:lnTo>
                <a:moveTo>
                  <a:pt x="5471" y="766"/>
                </a:moveTo>
                <a:lnTo>
                  <a:pt x="5473" y="761"/>
                </a:lnTo>
                <a:moveTo>
                  <a:pt x="5583" y="1745"/>
                </a:moveTo>
                <a:lnTo>
                  <a:pt x="5581" y="1741"/>
                </a:lnTo>
                <a:lnTo>
                  <a:pt x="5581" y="1735"/>
                </a:lnTo>
                <a:lnTo>
                  <a:pt x="5581" y="1727"/>
                </a:lnTo>
                <a:lnTo>
                  <a:pt x="5584" y="1704"/>
                </a:lnTo>
                <a:lnTo>
                  <a:pt x="5587" y="1690"/>
                </a:lnTo>
                <a:moveTo>
                  <a:pt x="5583" y="1745"/>
                </a:moveTo>
                <a:lnTo>
                  <a:pt x="5588" y="1754"/>
                </a:lnTo>
                <a:lnTo>
                  <a:pt x="5597" y="1766"/>
                </a:lnTo>
                <a:lnTo>
                  <a:pt x="5603" y="1775"/>
                </a:lnTo>
                <a:lnTo>
                  <a:pt x="5606" y="1783"/>
                </a:lnTo>
                <a:lnTo>
                  <a:pt x="5606" y="1790"/>
                </a:lnTo>
                <a:lnTo>
                  <a:pt x="5608" y="1804"/>
                </a:lnTo>
                <a:lnTo>
                  <a:pt x="5608" y="1825"/>
                </a:lnTo>
                <a:moveTo>
                  <a:pt x="5593" y="1962"/>
                </a:moveTo>
                <a:lnTo>
                  <a:pt x="5592" y="1951"/>
                </a:lnTo>
                <a:lnTo>
                  <a:pt x="5593" y="1942"/>
                </a:lnTo>
                <a:lnTo>
                  <a:pt x="5603" y="1916"/>
                </a:lnTo>
                <a:lnTo>
                  <a:pt x="5605" y="1911"/>
                </a:lnTo>
                <a:lnTo>
                  <a:pt x="5606" y="1906"/>
                </a:lnTo>
                <a:moveTo>
                  <a:pt x="5608" y="1868"/>
                </a:moveTo>
                <a:lnTo>
                  <a:pt x="5608" y="1855"/>
                </a:lnTo>
                <a:moveTo>
                  <a:pt x="5608" y="1868"/>
                </a:moveTo>
                <a:lnTo>
                  <a:pt x="5606" y="1906"/>
                </a:lnTo>
                <a:moveTo>
                  <a:pt x="5608" y="1855"/>
                </a:moveTo>
                <a:lnTo>
                  <a:pt x="5608" y="1825"/>
                </a:lnTo>
                <a:moveTo>
                  <a:pt x="197" y="498"/>
                </a:moveTo>
                <a:lnTo>
                  <a:pt x="273" y="487"/>
                </a:lnTo>
                <a:lnTo>
                  <a:pt x="337" y="473"/>
                </a:lnTo>
                <a:moveTo>
                  <a:pt x="197" y="498"/>
                </a:moveTo>
                <a:lnTo>
                  <a:pt x="194" y="495"/>
                </a:lnTo>
                <a:lnTo>
                  <a:pt x="191" y="493"/>
                </a:lnTo>
                <a:lnTo>
                  <a:pt x="187" y="492"/>
                </a:lnTo>
                <a:lnTo>
                  <a:pt x="152" y="493"/>
                </a:lnTo>
                <a:lnTo>
                  <a:pt x="148" y="493"/>
                </a:lnTo>
                <a:lnTo>
                  <a:pt x="145" y="492"/>
                </a:lnTo>
                <a:lnTo>
                  <a:pt x="141" y="490"/>
                </a:lnTo>
                <a:lnTo>
                  <a:pt x="135" y="487"/>
                </a:lnTo>
                <a:moveTo>
                  <a:pt x="4189" y="1715"/>
                </a:moveTo>
                <a:lnTo>
                  <a:pt x="4255" y="1773"/>
                </a:lnTo>
                <a:moveTo>
                  <a:pt x="3949" y="1500"/>
                </a:moveTo>
                <a:lnTo>
                  <a:pt x="3974" y="1522"/>
                </a:lnTo>
                <a:lnTo>
                  <a:pt x="4006" y="1551"/>
                </a:lnTo>
                <a:lnTo>
                  <a:pt x="4152" y="1682"/>
                </a:lnTo>
                <a:lnTo>
                  <a:pt x="4166" y="1695"/>
                </a:lnTo>
                <a:lnTo>
                  <a:pt x="4189" y="1715"/>
                </a:lnTo>
                <a:moveTo>
                  <a:pt x="3892" y="1448"/>
                </a:moveTo>
                <a:lnTo>
                  <a:pt x="3909" y="1462"/>
                </a:lnTo>
                <a:lnTo>
                  <a:pt x="3949" y="1500"/>
                </a:lnTo>
                <a:moveTo>
                  <a:pt x="3690" y="2626"/>
                </a:moveTo>
                <a:lnTo>
                  <a:pt x="3672" y="2582"/>
                </a:lnTo>
                <a:lnTo>
                  <a:pt x="3660" y="2557"/>
                </a:lnTo>
                <a:moveTo>
                  <a:pt x="3690" y="2626"/>
                </a:moveTo>
                <a:lnTo>
                  <a:pt x="3693" y="2631"/>
                </a:lnTo>
                <a:lnTo>
                  <a:pt x="3733" y="2715"/>
                </a:lnTo>
                <a:moveTo>
                  <a:pt x="3736" y="2722"/>
                </a:moveTo>
                <a:lnTo>
                  <a:pt x="3733" y="2715"/>
                </a:lnTo>
                <a:moveTo>
                  <a:pt x="3892" y="1448"/>
                </a:moveTo>
                <a:lnTo>
                  <a:pt x="3889" y="1446"/>
                </a:lnTo>
                <a:lnTo>
                  <a:pt x="3878" y="1434"/>
                </a:lnTo>
                <a:lnTo>
                  <a:pt x="3866" y="1424"/>
                </a:lnTo>
                <a:lnTo>
                  <a:pt x="3833" y="1393"/>
                </a:lnTo>
                <a:lnTo>
                  <a:pt x="3820" y="1381"/>
                </a:lnTo>
                <a:lnTo>
                  <a:pt x="3807" y="1370"/>
                </a:lnTo>
                <a:lnTo>
                  <a:pt x="3734" y="1303"/>
                </a:lnTo>
                <a:moveTo>
                  <a:pt x="4730" y="1669"/>
                </a:moveTo>
                <a:lnTo>
                  <a:pt x="4742" y="1615"/>
                </a:lnTo>
                <a:moveTo>
                  <a:pt x="5688" y="1577"/>
                </a:moveTo>
                <a:lnTo>
                  <a:pt x="5725" y="1586"/>
                </a:lnTo>
                <a:moveTo>
                  <a:pt x="5622" y="1565"/>
                </a:moveTo>
                <a:lnTo>
                  <a:pt x="5688" y="1577"/>
                </a:lnTo>
                <a:moveTo>
                  <a:pt x="5536" y="1464"/>
                </a:moveTo>
                <a:lnTo>
                  <a:pt x="5523" y="1445"/>
                </a:lnTo>
                <a:lnTo>
                  <a:pt x="5510" y="1424"/>
                </a:lnTo>
                <a:moveTo>
                  <a:pt x="5536" y="1464"/>
                </a:moveTo>
                <a:lnTo>
                  <a:pt x="5564" y="1509"/>
                </a:lnTo>
                <a:lnTo>
                  <a:pt x="5574" y="1524"/>
                </a:lnTo>
                <a:lnTo>
                  <a:pt x="5585" y="1538"/>
                </a:lnTo>
                <a:lnTo>
                  <a:pt x="5595" y="1549"/>
                </a:lnTo>
                <a:lnTo>
                  <a:pt x="5610" y="1558"/>
                </a:lnTo>
                <a:lnTo>
                  <a:pt x="5616" y="1564"/>
                </a:lnTo>
                <a:moveTo>
                  <a:pt x="5456" y="1333"/>
                </a:moveTo>
                <a:lnTo>
                  <a:pt x="5486" y="1385"/>
                </a:lnTo>
                <a:lnTo>
                  <a:pt x="5494" y="1397"/>
                </a:lnTo>
                <a:lnTo>
                  <a:pt x="5510" y="1424"/>
                </a:lnTo>
                <a:moveTo>
                  <a:pt x="6157" y="1779"/>
                </a:moveTo>
                <a:lnTo>
                  <a:pt x="6135" y="1771"/>
                </a:lnTo>
                <a:lnTo>
                  <a:pt x="6086" y="1751"/>
                </a:lnTo>
                <a:moveTo>
                  <a:pt x="5949" y="1693"/>
                </a:moveTo>
                <a:lnTo>
                  <a:pt x="5961" y="1697"/>
                </a:lnTo>
                <a:lnTo>
                  <a:pt x="5969" y="1700"/>
                </a:lnTo>
                <a:lnTo>
                  <a:pt x="5982" y="1704"/>
                </a:lnTo>
                <a:lnTo>
                  <a:pt x="5985" y="1705"/>
                </a:lnTo>
                <a:lnTo>
                  <a:pt x="5990" y="1707"/>
                </a:lnTo>
                <a:moveTo>
                  <a:pt x="5820" y="1631"/>
                </a:moveTo>
                <a:lnTo>
                  <a:pt x="5802" y="1619"/>
                </a:lnTo>
                <a:moveTo>
                  <a:pt x="5795" y="1614"/>
                </a:moveTo>
                <a:lnTo>
                  <a:pt x="5802" y="1619"/>
                </a:lnTo>
                <a:moveTo>
                  <a:pt x="5919" y="1682"/>
                </a:moveTo>
                <a:lnTo>
                  <a:pt x="5899" y="1674"/>
                </a:lnTo>
                <a:moveTo>
                  <a:pt x="5874" y="1661"/>
                </a:moveTo>
                <a:lnTo>
                  <a:pt x="5898" y="1674"/>
                </a:lnTo>
                <a:lnTo>
                  <a:pt x="5899" y="1674"/>
                </a:lnTo>
                <a:moveTo>
                  <a:pt x="4693" y="606"/>
                </a:moveTo>
                <a:lnTo>
                  <a:pt x="4713" y="604"/>
                </a:lnTo>
                <a:lnTo>
                  <a:pt x="4726" y="601"/>
                </a:lnTo>
                <a:lnTo>
                  <a:pt x="4740" y="598"/>
                </a:lnTo>
                <a:lnTo>
                  <a:pt x="4827" y="577"/>
                </a:lnTo>
                <a:lnTo>
                  <a:pt x="4838" y="574"/>
                </a:lnTo>
                <a:moveTo>
                  <a:pt x="773" y="2729"/>
                </a:moveTo>
                <a:lnTo>
                  <a:pt x="735" y="2710"/>
                </a:lnTo>
                <a:moveTo>
                  <a:pt x="773" y="2729"/>
                </a:moveTo>
                <a:lnTo>
                  <a:pt x="829" y="2755"/>
                </a:lnTo>
                <a:moveTo>
                  <a:pt x="735" y="2710"/>
                </a:moveTo>
                <a:lnTo>
                  <a:pt x="626" y="2661"/>
                </a:lnTo>
                <a:lnTo>
                  <a:pt x="621" y="2659"/>
                </a:lnTo>
                <a:lnTo>
                  <a:pt x="618" y="2658"/>
                </a:lnTo>
                <a:lnTo>
                  <a:pt x="614" y="2657"/>
                </a:lnTo>
                <a:lnTo>
                  <a:pt x="610" y="2659"/>
                </a:lnTo>
                <a:moveTo>
                  <a:pt x="4361" y="1865"/>
                </a:moveTo>
                <a:lnTo>
                  <a:pt x="4384" y="1885"/>
                </a:lnTo>
                <a:lnTo>
                  <a:pt x="4390" y="1891"/>
                </a:lnTo>
                <a:moveTo>
                  <a:pt x="4361" y="1865"/>
                </a:moveTo>
                <a:lnTo>
                  <a:pt x="4287" y="1799"/>
                </a:lnTo>
                <a:moveTo>
                  <a:pt x="4660" y="1917"/>
                </a:moveTo>
                <a:lnTo>
                  <a:pt x="4661" y="1915"/>
                </a:lnTo>
                <a:moveTo>
                  <a:pt x="4677" y="1873"/>
                </a:moveTo>
                <a:lnTo>
                  <a:pt x="4667" y="1899"/>
                </a:lnTo>
                <a:lnTo>
                  <a:pt x="4661" y="1915"/>
                </a:lnTo>
                <a:moveTo>
                  <a:pt x="4642" y="1963"/>
                </a:moveTo>
                <a:lnTo>
                  <a:pt x="4628" y="1998"/>
                </a:lnTo>
                <a:lnTo>
                  <a:pt x="4625" y="2007"/>
                </a:lnTo>
                <a:moveTo>
                  <a:pt x="4660" y="1917"/>
                </a:moveTo>
                <a:lnTo>
                  <a:pt x="4654" y="1932"/>
                </a:lnTo>
                <a:moveTo>
                  <a:pt x="4653" y="1934"/>
                </a:moveTo>
                <a:lnTo>
                  <a:pt x="4654" y="1932"/>
                </a:lnTo>
                <a:moveTo>
                  <a:pt x="4648" y="1948"/>
                </a:moveTo>
                <a:lnTo>
                  <a:pt x="4642" y="1963"/>
                </a:lnTo>
                <a:moveTo>
                  <a:pt x="4653" y="1934"/>
                </a:moveTo>
                <a:lnTo>
                  <a:pt x="4648" y="1948"/>
                </a:lnTo>
                <a:moveTo>
                  <a:pt x="5062" y="2483"/>
                </a:moveTo>
                <a:lnTo>
                  <a:pt x="5018" y="2454"/>
                </a:lnTo>
                <a:moveTo>
                  <a:pt x="4934" y="2378"/>
                </a:moveTo>
                <a:lnTo>
                  <a:pt x="4962" y="2404"/>
                </a:lnTo>
                <a:lnTo>
                  <a:pt x="5018" y="2454"/>
                </a:lnTo>
                <a:moveTo>
                  <a:pt x="4718" y="1704"/>
                </a:moveTo>
                <a:lnTo>
                  <a:pt x="4730" y="1669"/>
                </a:lnTo>
                <a:moveTo>
                  <a:pt x="4915" y="2362"/>
                </a:moveTo>
                <a:lnTo>
                  <a:pt x="4934" y="2378"/>
                </a:lnTo>
                <a:moveTo>
                  <a:pt x="5529" y="2203"/>
                </a:moveTo>
                <a:lnTo>
                  <a:pt x="5522" y="2217"/>
                </a:lnTo>
                <a:lnTo>
                  <a:pt x="5521" y="2221"/>
                </a:lnTo>
                <a:lnTo>
                  <a:pt x="5521" y="2225"/>
                </a:lnTo>
                <a:lnTo>
                  <a:pt x="5522" y="2230"/>
                </a:lnTo>
                <a:moveTo>
                  <a:pt x="5536" y="2264"/>
                </a:moveTo>
                <a:lnTo>
                  <a:pt x="5535" y="2258"/>
                </a:lnTo>
                <a:lnTo>
                  <a:pt x="5530" y="2247"/>
                </a:lnTo>
                <a:lnTo>
                  <a:pt x="5524" y="2237"/>
                </a:lnTo>
                <a:lnTo>
                  <a:pt x="5522" y="2230"/>
                </a:lnTo>
                <a:moveTo>
                  <a:pt x="5459" y="2443"/>
                </a:moveTo>
                <a:lnTo>
                  <a:pt x="5451" y="2444"/>
                </a:lnTo>
                <a:lnTo>
                  <a:pt x="5443" y="2446"/>
                </a:lnTo>
                <a:lnTo>
                  <a:pt x="5438" y="2450"/>
                </a:lnTo>
                <a:moveTo>
                  <a:pt x="5379" y="2507"/>
                </a:moveTo>
                <a:lnTo>
                  <a:pt x="5383" y="2504"/>
                </a:lnTo>
                <a:lnTo>
                  <a:pt x="5386" y="2501"/>
                </a:lnTo>
                <a:lnTo>
                  <a:pt x="5429" y="2457"/>
                </a:lnTo>
                <a:lnTo>
                  <a:pt x="5434" y="2453"/>
                </a:lnTo>
                <a:lnTo>
                  <a:pt x="5438" y="2450"/>
                </a:lnTo>
                <a:moveTo>
                  <a:pt x="239" y="2296"/>
                </a:moveTo>
                <a:lnTo>
                  <a:pt x="241" y="2294"/>
                </a:lnTo>
                <a:moveTo>
                  <a:pt x="6039" y="2511"/>
                </a:moveTo>
                <a:lnTo>
                  <a:pt x="6042" y="2512"/>
                </a:lnTo>
                <a:lnTo>
                  <a:pt x="6046" y="2514"/>
                </a:lnTo>
                <a:lnTo>
                  <a:pt x="6061" y="2521"/>
                </a:lnTo>
                <a:lnTo>
                  <a:pt x="6079" y="2531"/>
                </a:lnTo>
                <a:lnTo>
                  <a:pt x="6106" y="2546"/>
                </a:lnTo>
                <a:lnTo>
                  <a:pt x="6113" y="2549"/>
                </a:lnTo>
                <a:lnTo>
                  <a:pt x="6124" y="2557"/>
                </a:lnTo>
                <a:lnTo>
                  <a:pt x="6131" y="2562"/>
                </a:lnTo>
                <a:moveTo>
                  <a:pt x="6141" y="2576"/>
                </a:moveTo>
                <a:lnTo>
                  <a:pt x="6141" y="2572"/>
                </a:lnTo>
                <a:lnTo>
                  <a:pt x="6139" y="2570"/>
                </a:lnTo>
                <a:lnTo>
                  <a:pt x="6138" y="2568"/>
                </a:lnTo>
                <a:lnTo>
                  <a:pt x="6131" y="2562"/>
                </a:lnTo>
                <a:moveTo>
                  <a:pt x="6138" y="2620"/>
                </a:moveTo>
                <a:lnTo>
                  <a:pt x="6141" y="2608"/>
                </a:lnTo>
                <a:moveTo>
                  <a:pt x="6141" y="2576"/>
                </a:moveTo>
                <a:lnTo>
                  <a:pt x="6143" y="2582"/>
                </a:lnTo>
                <a:lnTo>
                  <a:pt x="6143" y="2585"/>
                </a:lnTo>
                <a:lnTo>
                  <a:pt x="6144" y="2589"/>
                </a:lnTo>
                <a:lnTo>
                  <a:pt x="6143" y="2593"/>
                </a:lnTo>
                <a:lnTo>
                  <a:pt x="6143" y="2597"/>
                </a:lnTo>
                <a:lnTo>
                  <a:pt x="6141" y="2608"/>
                </a:lnTo>
                <a:moveTo>
                  <a:pt x="4117" y="2279"/>
                </a:moveTo>
                <a:lnTo>
                  <a:pt x="4152" y="2289"/>
                </a:lnTo>
                <a:moveTo>
                  <a:pt x="3946" y="2229"/>
                </a:moveTo>
                <a:lnTo>
                  <a:pt x="3933" y="2227"/>
                </a:lnTo>
                <a:lnTo>
                  <a:pt x="3920" y="2224"/>
                </a:lnTo>
                <a:lnTo>
                  <a:pt x="3894" y="2214"/>
                </a:lnTo>
                <a:moveTo>
                  <a:pt x="3981" y="2241"/>
                </a:moveTo>
                <a:lnTo>
                  <a:pt x="3965" y="2237"/>
                </a:lnTo>
                <a:moveTo>
                  <a:pt x="3981" y="2241"/>
                </a:moveTo>
                <a:lnTo>
                  <a:pt x="3997" y="2244"/>
                </a:lnTo>
                <a:lnTo>
                  <a:pt x="4024" y="2252"/>
                </a:lnTo>
                <a:moveTo>
                  <a:pt x="4734" y="799"/>
                </a:moveTo>
                <a:lnTo>
                  <a:pt x="4737" y="808"/>
                </a:lnTo>
                <a:moveTo>
                  <a:pt x="3775" y="2179"/>
                </a:moveTo>
                <a:lnTo>
                  <a:pt x="3742" y="2165"/>
                </a:lnTo>
                <a:moveTo>
                  <a:pt x="3660" y="2557"/>
                </a:moveTo>
                <a:lnTo>
                  <a:pt x="3651" y="2537"/>
                </a:lnTo>
                <a:lnTo>
                  <a:pt x="3644" y="2522"/>
                </a:lnTo>
                <a:moveTo>
                  <a:pt x="5587" y="456"/>
                </a:moveTo>
                <a:lnTo>
                  <a:pt x="5629" y="471"/>
                </a:lnTo>
                <a:moveTo>
                  <a:pt x="6210" y="642"/>
                </a:moveTo>
                <a:lnTo>
                  <a:pt x="6145" y="622"/>
                </a:lnTo>
                <a:moveTo>
                  <a:pt x="5949" y="1693"/>
                </a:moveTo>
                <a:lnTo>
                  <a:pt x="5919" y="1682"/>
                </a:lnTo>
                <a:moveTo>
                  <a:pt x="5839" y="1642"/>
                </a:moveTo>
                <a:lnTo>
                  <a:pt x="5830" y="1638"/>
                </a:lnTo>
                <a:lnTo>
                  <a:pt x="5820" y="1631"/>
                </a:lnTo>
                <a:moveTo>
                  <a:pt x="4025" y="2247"/>
                </a:moveTo>
                <a:lnTo>
                  <a:pt x="4056" y="2255"/>
                </a:lnTo>
                <a:moveTo>
                  <a:pt x="4025" y="2247"/>
                </a:moveTo>
                <a:lnTo>
                  <a:pt x="3997" y="2240"/>
                </a:lnTo>
                <a:lnTo>
                  <a:pt x="3982" y="2236"/>
                </a:lnTo>
                <a:moveTo>
                  <a:pt x="4056" y="2255"/>
                </a:moveTo>
                <a:lnTo>
                  <a:pt x="4079" y="2262"/>
                </a:lnTo>
                <a:lnTo>
                  <a:pt x="4119" y="2272"/>
                </a:lnTo>
                <a:moveTo>
                  <a:pt x="4166" y="2293"/>
                </a:moveTo>
                <a:lnTo>
                  <a:pt x="4162" y="2292"/>
                </a:lnTo>
                <a:lnTo>
                  <a:pt x="4154" y="2290"/>
                </a:lnTo>
                <a:lnTo>
                  <a:pt x="4152" y="2289"/>
                </a:lnTo>
                <a:moveTo>
                  <a:pt x="4166" y="2293"/>
                </a:moveTo>
                <a:lnTo>
                  <a:pt x="4191" y="2300"/>
                </a:lnTo>
                <a:lnTo>
                  <a:pt x="4202" y="2303"/>
                </a:lnTo>
                <a:moveTo>
                  <a:pt x="3965" y="2237"/>
                </a:moveTo>
                <a:lnTo>
                  <a:pt x="3958" y="2235"/>
                </a:lnTo>
                <a:moveTo>
                  <a:pt x="3775" y="2179"/>
                </a:moveTo>
                <a:lnTo>
                  <a:pt x="3779" y="2180"/>
                </a:lnTo>
                <a:moveTo>
                  <a:pt x="4202" y="2303"/>
                </a:moveTo>
                <a:lnTo>
                  <a:pt x="4291" y="2328"/>
                </a:lnTo>
                <a:moveTo>
                  <a:pt x="4291" y="2328"/>
                </a:moveTo>
                <a:lnTo>
                  <a:pt x="4376" y="2354"/>
                </a:lnTo>
                <a:moveTo>
                  <a:pt x="4376" y="2354"/>
                </a:moveTo>
                <a:lnTo>
                  <a:pt x="4450" y="2394"/>
                </a:lnTo>
                <a:lnTo>
                  <a:pt x="4485" y="2415"/>
                </a:lnTo>
                <a:moveTo>
                  <a:pt x="4485" y="2415"/>
                </a:moveTo>
                <a:lnTo>
                  <a:pt x="4519" y="2435"/>
                </a:lnTo>
                <a:lnTo>
                  <a:pt x="4557" y="2443"/>
                </a:lnTo>
                <a:moveTo>
                  <a:pt x="4557" y="2443"/>
                </a:moveTo>
                <a:lnTo>
                  <a:pt x="4570" y="2445"/>
                </a:lnTo>
                <a:lnTo>
                  <a:pt x="4584" y="2446"/>
                </a:lnTo>
                <a:moveTo>
                  <a:pt x="4561" y="2609"/>
                </a:moveTo>
                <a:lnTo>
                  <a:pt x="4558" y="2621"/>
                </a:lnTo>
                <a:lnTo>
                  <a:pt x="4547" y="2659"/>
                </a:lnTo>
                <a:moveTo>
                  <a:pt x="6157" y="1779"/>
                </a:moveTo>
                <a:lnTo>
                  <a:pt x="6159" y="1781"/>
                </a:lnTo>
                <a:lnTo>
                  <a:pt x="6168" y="1784"/>
                </a:lnTo>
                <a:lnTo>
                  <a:pt x="6189" y="1794"/>
                </a:lnTo>
                <a:moveTo>
                  <a:pt x="5494" y="2424"/>
                </a:moveTo>
                <a:lnTo>
                  <a:pt x="5493" y="2427"/>
                </a:lnTo>
                <a:lnTo>
                  <a:pt x="5491" y="2432"/>
                </a:lnTo>
                <a:lnTo>
                  <a:pt x="5489" y="2436"/>
                </a:lnTo>
                <a:lnTo>
                  <a:pt x="5484" y="2439"/>
                </a:lnTo>
                <a:lnTo>
                  <a:pt x="5480" y="2441"/>
                </a:lnTo>
                <a:lnTo>
                  <a:pt x="5475" y="2443"/>
                </a:lnTo>
                <a:lnTo>
                  <a:pt x="5471" y="2444"/>
                </a:lnTo>
                <a:lnTo>
                  <a:pt x="5466" y="2443"/>
                </a:lnTo>
                <a:lnTo>
                  <a:pt x="5459" y="2443"/>
                </a:lnTo>
                <a:moveTo>
                  <a:pt x="5505" y="2349"/>
                </a:moveTo>
                <a:lnTo>
                  <a:pt x="5507" y="2333"/>
                </a:lnTo>
                <a:lnTo>
                  <a:pt x="5508" y="2325"/>
                </a:lnTo>
                <a:lnTo>
                  <a:pt x="5509" y="2320"/>
                </a:lnTo>
                <a:lnTo>
                  <a:pt x="5510" y="2316"/>
                </a:lnTo>
                <a:lnTo>
                  <a:pt x="5510" y="2312"/>
                </a:lnTo>
                <a:lnTo>
                  <a:pt x="5514" y="2306"/>
                </a:lnTo>
                <a:lnTo>
                  <a:pt x="5521" y="2298"/>
                </a:lnTo>
                <a:lnTo>
                  <a:pt x="5525" y="2293"/>
                </a:lnTo>
                <a:lnTo>
                  <a:pt x="5528" y="2289"/>
                </a:lnTo>
                <a:lnTo>
                  <a:pt x="5530" y="2284"/>
                </a:lnTo>
                <a:lnTo>
                  <a:pt x="5533" y="2280"/>
                </a:lnTo>
                <a:lnTo>
                  <a:pt x="5535" y="2275"/>
                </a:lnTo>
                <a:lnTo>
                  <a:pt x="5535" y="2270"/>
                </a:lnTo>
                <a:lnTo>
                  <a:pt x="5536" y="2264"/>
                </a:lnTo>
                <a:moveTo>
                  <a:pt x="5503" y="2362"/>
                </a:moveTo>
                <a:lnTo>
                  <a:pt x="5505" y="2349"/>
                </a:lnTo>
                <a:moveTo>
                  <a:pt x="5503" y="2362"/>
                </a:moveTo>
                <a:lnTo>
                  <a:pt x="5499" y="2394"/>
                </a:lnTo>
                <a:lnTo>
                  <a:pt x="5494" y="2424"/>
                </a:lnTo>
                <a:moveTo>
                  <a:pt x="5229" y="2606"/>
                </a:moveTo>
                <a:lnTo>
                  <a:pt x="5219" y="2596"/>
                </a:lnTo>
                <a:moveTo>
                  <a:pt x="5270" y="2514"/>
                </a:moveTo>
                <a:lnTo>
                  <a:pt x="5243" y="2522"/>
                </a:lnTo>
                <a:moveTo>
                  <a:pt x="5270" y="2514"/>
                </a:moveTo>
                <a:lnTo>
                  <a:pt x="5279" y="2511"/>
                </a:lnTo>
                <a:lnTo>
                  <a:pt x="5299" y="2507"/>
                </a:lnTo>
                <a:lnTo>
                  <a:pt x="5317" y="2506"/>
                </a:lnTo>
                <a:lnTo>
                  <a:pt x="5338" y="2505"/>
                </a:lnTo>
                <a:moveTo>
                  <a:pt x="5320" y="2686"/>
                </a:moveTo>
                <a:lnTo>
                  <a:pt x="5236" y="2612"/>
                </a:lnTo>
                <a:lnTo>
                  <a:pt x="5229" y="2606"/>
                </a:lnTo>
                <a:moveTo>
                  <a:pt x="6028" y="2493"/>
                </a:moveTo>
                <a:lnTo>
                  <a:pt x="6029" y="2497"/>
                </a:lnTo>
                <a:lnTo>
                  <a:pt x="6032" y="2503"/>
                </a:lnTo>
                <a:lnTo>
                  <a:pt x="6035" y="2507"/>
                </a:lnTo>
                <a:lnTo>
                  <a:pt x="6039" y="2511"/>
                </a:lnTo>
                <a:moveTo>
                  <a:pt x="5886" y="2270"/>
                </a:moveTo>
                <a:lnTo>
                  <a:pt x="5885" y="2289"/>
                </a:lnTo>
                <a:lnTo>
                  <a:pt x="5885" y="2295"/>
                </a:lnTo>
                <a:moveTo>
                  <a:pt x="5786" y="1609"/>
                </a:moveTo>
                <a:lnTo>
                  <a:pt x="5795" y="1614"/>
                </a:lnTo>
                <a:moveTo>
                  <a:pt x="6028" y="2493"/>
                </a:moveTo>
                <a:lnTo>
                  <a:pt x="6026" y="2486"/>
                </a:lnTo>
                <a:lnTo>
                  <a:pt x="6023" y="2475"/>
                </a:lnTo>
                <a:lnTo>
                  <a:pt x="6022" y="2472"/>
                </a:lnTo>
                <a:lnTo>
                  <a:pt x="6020" y="2469"/>
                </a:lnTo>
                <a:lnTo>
                  <a:pt x="6018" y="2467"/>
                </a:lnTo>
                <a:lnTo>
                  <a:pt x="6017" y="2464"/>
                </a:lnTo>
                <a:lnTo>
                  <a:pt x="6013" y="2460"/>
                </a:lnTo>
                <a:lnTo>
                  <a:pt x="6010" y="2459"/>
                </a:lnTo>
                <a:lnTo>
                  <a:pt x="6003" y="2453"/>
                </a:lnTo>
                <a:lnTo>
                  <a:pt x="5995" y="2448"/>
                </a:lnTo>
                <a:lnTo>
                  <a:pt x="5987" y="2443"/>
                </a:lnTo>
                <a:lnTo>
                  <a:pt x="5981" y="2441"/>
                </a:lnTo>
                <a:lnTo>
                  <a:pt x="5973" y="2439"/>
                </a:lnTo>
                <a:lnTo>
                  <a:pt x="5939" y="2429"/>
                </a:lnTo>
                <a:moveTo>
                  <a:pt x="5897" y="2230"/>
                </a:moveTo>
                <a:lnTo>
                  <a:pt x="5889" y="2244"/>
                </a:lnTo>
                <a:lnTo>
                  <a:pt x="5887" y="2250"/>
                </a:lnTo>
                <a:lnTo>
                  <a:pt x="5886" y="2258"/>
                </a:lnTo>
                <a:lnTo>
                  <a:pt x="5886" y="2270"/>
                </a:lnTo>
                <a:moveTo>
                  <a:pt x="5653" y="2146"/>
                </a:moveTo>
                <a:lnTo>
                  <a:pt x="5671" y="2148"/>
                </a:lnTo>
                <a:moveTo>
                  <a:pt x="5699" y="2155"/>
                </a:moveTo>
                <a:lnTo>
                  <a:pt x="5671" y="2148"/>
                </a:lnTo>
                <a:moveTo>
                  <a:pt x="5648" y="2146"/>
                </a:moveTo>
                <a:lnTo>
                  <a:pt x="5653" y="2146"/>
                </a:lnTo>
                <a:moveTo>
                  <a:pt x="5587" y="1690"/>
                </a:moveTo>
                <a:lnTo>
                  <a:pt x="5606" y="1628"/>
                </a:lnTo>
                <a:moveTo>
                  <a:pt x="4819" y="2275"/>
                </a:moveTo>
                <a:lnTo>
                  <a:pt x="4747" y="2213"/>
                </a:lnTo>
                <a:lnTo>
                  <a:pt x="4740" y="2207"/>
                </a:lnTo>
                <a:moveTo>
                  <a:pt x="5213" y="2517"/>
                </a:moveTo>
                <a:lnTo>
                  <a:pt x="5233" y="2513"/>
                </a:lnTo>
                <a:lnTo>
                  <a:pt x="5274" y="2502"/>
                </a:lnTo>
                <a:moveTo>
                  <a:pt x="5274" y="2502"/>
                </a:moveTo>
                <a:lnTo>
                  <a:pt x="5279" y="2501"/>
                </a:lnTo>
                <a:lnTo>
                  <a:pt x="5294" y="2499"/>
                </a:lnTo>
                <a:lnTo>
                  <a:pt x="5306" y="2498"/>
                </a:lnTo>
                <a:lnTo>
                  <a:pt x="5315" y="2498"/>
                </a:lnTo>
                <a:lnTo>
                  <a:pt x="5324" y="2500"/>
                </a:lnTo>
                <a:lnTo>
                  <a:pt x="5331" y="2501"/>
                </a:lnTo>
                <a:lnTo>
                  <a:pt x="5338" y="2505"/>
                </a:lnTo>
                <a:moveTo>
                  <a:pt x="5576" y="2036"/>
                </a:moveTo>
                <a:lnTo>
                  <a:pt x="5564" y="2059"/>
                </a:lnTo>
                <a:moveTo>
                  <a:pt x="4906" y="2354"/>
                </a:moveTo>
                <a:lnTo>
                  <a:pt x="4903" y="2352"/>
                </a:lnTo>
                <a:lnTo>
                  <a:pt x="4819" y="2275"/>
                </a:lnTo>
                <a:moveTo>
                  <a:pt x="4915" y="2362"/>
                </a:moveTo>
                <a:lnTo>
                  <a:pt x="4906" y="2354"/>
                </a:lnTo>
                <a:moveTo>
                  <a:pt x="3775" y="1568"/>
                </a:moveTo>
                <a:lnTo>
                  <a:pt x="3781" y="1574"/>
                </a:lnTo>
                <a:lnTo>
                  <a:pt x="3786" y="1579"/>
                </a:lnTo>
                <a:lnTo>
                  <a:pt x="3794" y="1584"/>
                </a:lnTo>
                <a:lnTo>
                  <a:pt x="3804" y="1589"/>
                </a:lnTo>
                <a:moveTo>
                  <a:pt x="3562" y="1778"/>
                </a:moveTo>
                <a:lnTo>
                  <a:pt x="3562" y="1784"/>
                </a:lnTo>
                <a:moveTo>
                  <a:pt x="3561" y="1800"/>
                </a:moveTo>
                <a:lnTo>
                  <a:pt x="3562" y="1784"/>
                </a:lnTo>
                <a:moveTo>
                  <a:pt x="3566" y="1694"/>
                </a:moveTo>
                <a:lnTo>
                  <a:pt x="3566" y="1703"/>
                </a:lnTo>
                <a:moveTo>
                  <a:pt x="3565" y="1717"/>
                </a:moveTo>
                <a:lnTo>
                  <a:pt x="3566" y="1703"/>
                </a:lnTo>
                <a:moveTo>
                  <a:pt x="3567" y="1692"/>
                </a:moveTo>
                <a:lnTo>
                  <a:pt x="3566" y="1694"/>
                </a:lnTo>
                <a:moveTo>
                  <a:pt x="3567" y="1692"/>
                </a:moveTo>
                <a:lnTo>
                  <a:pt x="3567" y="1671"/>
                </a:lnTo>
                <a:moveTo>
                  <a:pt x="3564" y="1735"/>
                </a:moveTo>
                <a:lnTo>
                  <a:pt x="3565" y="1717"/>
                </a:lnTo>
                <a:moveTo>
                  <a:pt x="3563" y="1754"/>
                </a:moveTo>
                <a:lnTo>
                  <a:pt x="3562" y="1778"/>
                </a:lnTo>
                <a:moveTo>
                  <a:pt x="3561" y="1800"/>
                </a:moveTo>
                <a:lnTo>
                  <a:pt x="3560" y="1808"/>
                </a:lnTo>
                <a:moveTo>
                  <a:pt x="3560" y="1833"/>
                </a:moveTo>
                <a:lnTo>
                  <a:pt x="3560" y="1808"/>
                </a:lnTo>
                <a:moveTo>
                  <a:pt x="3559" y="1839"/>
                </a:moveTo>
                <a:lnTo>
                  <a:pt x="3557" y="1860"/>
                </a:lnTo>
                <a:moveTo>
                  <a:pt x="3555" y="1870"/>
                </a:moveTo>
                <a:lnTo>
                  <a:pt x="3557" y="1860"/>
                </a:lnTo>
                <a:moveTo>
                  <a:pt x="3559" y="1839"/>
                </a:moveTo>
                <a:lnTo>
                  <a:pt x="3559" y="1836"/>
                </a:lnTo>
                <a:lnTo>
                  <a:pt x="3560" y="1833"/>
                </a:lnTo>
                <a:moveTo>
                  <a:pt x="3551" y="1928"/>
                </a:moveTo>
                <a:lnTo>
                  <a:pt x="3553" y="1901"/>
                </a:lnTo>
                <a:moveTo>
                  <a:pt x="3555" y="1870"/>
                </a:moveTo>
                <a:lnTo>
                  <a:pt x="3555" y="1875"/>
                </a:lnTo>
                <a:lnTo>
                  <a:pt x="3553" y="1901"/>
                </a:lnTo>
                <a:moveTo>
                  <a:pt x="3564" y="1735"/>
                </a:moveTo>
                <a:lnTo>
                  <a:pt x="3564" y="1738"/>
                </a:lnTo>
                <a:moveTo>
                  <a:pt x="3563" y="1754"/>
                </a:moveTo>
                <a:lnTo>
                  <a:pt x="3564" y="1738"/>
                </a:lnTo>
                <a:moveTo>
                  <a:pt x="3569" y="1658"/>
                </a:moveTo>
                <a:lnTo>
                  <a:pt x="3571" y="1646"/>
                </a:lnTo>
                <a:moveTo>
                  <a:pt x="3683" y="1503"/>
                </a:moveTo>
                <a:lnTo>
                  <a:pt x="3664" y="1496"/>
                </a:lnTo>
                <a:moveTo>
                  <a:pt x="3659" y="1495"/>
                </a:moveTo>
                <a:lnTo>
                  <a:pt x="3664" y="1496"/>
                </a:lnTo>
                <a:moveTo>
                  <a:pt x="3659" y="1495"/>
                </a:moveTo>
                <a:lnTo>
                  <a:pt x="3658" y="1494"/>
                </a:lnTo>
                <a:moveTo>
                  <a:pt x="3646" y="1490"/>
                </a:moveTo>
                <a:lnTo>
                  <a:pt x="3658" y="1494"/>
                </a:lnTo>
                <a:moveTo>
                  <a:pt x="3624" y="1483"/>
                </a:moveTo>
                <a:lnTo>
                  <a:pt x="3646" y="1490"/>
                </a:lnTo>
                <a:moveTo>
                  <a:pt x="3602" y="1533"/>
                </a:moveTo>
                <a:lnTo>
                  <a:pt x="3606" y="1524"/>
                </a:lnTo>
                <a:lnTo>
                  <a:pt x="3608" y="1516"/>
                </a:lnTo>
                <a:moveTo>
                  <a:pt x="3752" y="1544"/>
                </a:moveTo>
                <a:lnTo>
                  <a:pt x="3741" y="1533"/>
                </a:lnTo>
                <a:moveTo>
                  <a:pt x="3843" y="1610"/>
                </a:moveTo>
                <a:lnTo>
                  <a:pt x="3822" y="1598"/>
                </a:lnTo>
                <a:moveTo>
                  <a:pt x="3752" y="1544"/>
                </a:moveTo>
                <a:lnTo>
                  <a:pt x="3757" y="1548"/>
                </a:lnTo>
                <a:moveTo>
                  <a:pt x="3762" y="1554"/>
                </a:moveTo>
                <a:lnTo>
                  <a:pt x="3758" y="1549"/>
                </a:lnTo>
                <a:lnTo>
                  <a:pt x="3757" y="1548"/>
                </a:lnTo>
                <a:moveTo>
                  <a:pt x="4160" y="1724"/>
                </a:moveTo>
                <a:lnTo>
                  <a:pt x="4163" y="1727"/>
                </a:lnTo>
                <a:lnTo>
                  <a:pt x="4179" y="1742"/>
                </a:lnTo>
                <a:moveTo>
                  <a:pt x="4125" y="1696"/>
                </a:moveTo>
                <a:lnTo>
                  <a:pt x="4131" y="1696"/>
                </a:lnTo>
                <a:lnTo>
                  <a:pt x="4160" y="1724"/>
                </a:lnTo>
                <a:moveTo>
                  <a:pt x="4104" y="1691"/>
                </a:moveTo>
                <a:lnTo>
                  <a:pt x="4112" y="1693"/>
                </a:lnTo>
                <a:lnTo>
                  <a:pt x="4125" y="1696"/>
                </a:lnTo>
                <a:moveTo>
                  <a:pt x="4088" y="1687"/>
                </a:moveTo>
                <a:lnTo>
                  <a:pt x="4104" y="1691"/>
                </a:lnTo>
                <a:moveTo>
                  <a:pt x="4056" y="1682"/>
                </a:moveTo>
                <a:lnTo>
                  <a:pt x="4078" y="1686"/>
                </a:lnTo>
                <a:lnTo>
                  <a:pt x="4088" y="1687"/>
                </a:lnTo>
                <a:moveTo>
                  <a:pt x="3762" y="1554"/>
                </a:moveTo>
                <a:lnTo>
                  <a:pt x="3775" y="1568"/>
                </a:lnTo>
                <a:moveTo>
                  <a:pt x="3866" y="1624"/>
                </a:moveTo>
                <a:lnTo>
                  <a:pt x="3853" y="1615"/>
                </a:lnTo>
                <a:lnTo>
                  <a:pt x="3843" y="1610"/>
                </a:lnTo>
                <a:moveTo>
                  <a:pt x="3870" y="1627"/>
                </a:moveTo>
                <a:lnTo>
                  <a:pt x="3866" y="1624"/>
                </a:lnTo>
                <a:moveTo>
                  <a:pt x="3895" y="1638"/>
                </a:moveTo>
                <a:lnTo>
                  <a:pt x="3889" y="1636"/>
                </a:lnTo>
                <a:lnTo>
                  <a:pt x="3870" y="1627"/>
                </a:lnTo>
                <a:moveTo>
                  <a:pt x="3919" y="1645"/>
                </a:moveTo>
                <a:lnTo>
                  <a:pt x="3910" y="1643"/>
                </a:lnTo>
                <a:lnTo>
                  <a:pt x="3895" y="1638"/>
                </a:lnTo>
                <a:moveTo>
                  <a:pt x="3955" y="1649"/>
                </a:moveTo>
                <a:lnTo>
                  <a:pt x="3949" y="1649"/>
                </a:lnTo>
                <a:lnTo>
                  <a:pt x="3919" y="1645"/>
                </a:lnTo>
                <a:moveTo>
                  <a:pt x="3977" y="1657"/>
                </a:moveTo>
                <a:lnTo>
                  <a:pt x="3971" y="1655"/>
                </a:lnTo>
                <a:lnTo>
                  <a:pt x="3955" y="1649"/>
                </a:lnTo>
                <a:moveTo>
                  <a:pt x="3982" y="1659"/>
                </a:moveTo>
                <a:lnTo>
                  <a:pt x="3977" y="1657"/>
                </a:lnTo>
                <a:moveTo>
                  <a:pt x="3994" y="1663"/>
                </a:moveTo>
                <a:lnTo>
                  <a:pt x="3982" y="1659"/>
                </a:lnTo>
                <a:moveTo>
                  <a:pt x="3997" y="1664"/>
                </a:moveTo>
                <a:lnTo>
                  <a:pt x="3994" y="1663"/>
                </a:lnTo>
                <a:moveTo>
                  <a:pt x="4035" y="1677"/>
                </a:moveTo>
                <a:lnTo>
                  <a:pt x="4045" y="1680"/>
                </a:lnTo>
                <a:lnTo>
                  <a:pt x="4051" y="1681"/>
                </a:lnTo>
                <a:lnTo>
                  <a:pt x="4056" y="1682"/>
                </a:lnTo>
                <a:moveTo>
                  <a:pt x="6203" y="2755"/>
                </a:moveTo>
                <a:lnTo>
                  <a:pt x="6203" y="2757"/>
                </a:lnTo>
                <a:lnTo>
                  <a:pt x="6204" y="2760"/>
                </a:lnTo>
                <a:lnTo>
                  <a:pt x="6205" y="2762"/>
                </a:lnTo>
                <a:lnTo>
                  <a:pt x="6207" y="2771"/>
                </a:lnTo>
                <a:moveTo>
                  <a:pt x="6203" y="2755"/>
                </a:moveTo>
                <a:lnTo>
                  <a:pt x="6203" y="2751"/>
                </a:lnTo>
                <a:lnTo>
                  <a:pt x="6202" y="2748"/>
                </a:lnTo>
                <a:lnTo>
                  <a:pt x="6202" y="2746"/>
                </a:lnTo>
                <a:lnTo>
                  <a:pt x="6200" y="2742"/>
                </a:lnTo>
                <a:lnTo>
                  <a:pt x="6191" y="2732"/>
                </a:lnTo>
                <a:lnTo>
                  <a:pt x="6180" y="2719"/>
                </a:lnTo>
                <a:lnTo>
                  <a:pt x="6170" y="2703"/>
                </a:lnTo>
                <a:lnTo>
                  <a:pt x="6152" y="2673"/>
                </a:lnTo>
                <a:lnTo>
                  <a:pt x="6145" y="2659"/>
                </a:lnTo>
                <a:moveTo>
                  <a:pt x="6378" y="5"/>
                </a:moveTo>
                <a:lnTo>
                  <a:pt x="6389" y="0"/>
                </a:lnTo>
                <a:moveTo>
                  <a:pt x="5839" y="1642"/>
                </a:moveTo>
                <a:lnTo>
                  <a:pt x="5874" y="1661"/>
                </a:lnTo>
                <a:moveTo>
                  <a:pt x="1378" y="849"/>
                </a:moveTo>
                <a:lnTo>
                  <a:pt x="1385" y="872"/>
                </a:lnTo>
                <a:moveTo>
                  <a:pt x="1421" y="982"/>
                </a:moveTo>
                <a:lnTo>
                  <a:pt x="1415" y="963"/>
                </a:lnTo>
                <a:lnTo>
                  <a:pt x="1400" y="918"/>
                </a:lnTo>
                <a:lnTo>
                  <a:pt x="1385" y="872"/>
                </a:lnTo>
                <a:moveTo>
                  <a:pt x="1286" y="694"/>
                </a:moveTo>
                <a:lnTo>
                  <a:pt x="1284" y="699"/>
                </a:lnTo>
                <a:moveTo>
                  <a:pt x="1350" y="759"/>
                </a:moveTo>
                <a:lnTo>
                  <a:pt x="1334" y="718"/>
                </a:lnTo>
                <a:lnTo>
                  <a:pt x="1331" y="715"/>
                </a:lnTo>
                <a:lnTo>
                  <a:pt x="1327" y="714"/>
                </a:lnTo>
                <a:lnTo>
                  <a:pt x="1324" y="713"/>
                </a:lnTo>
                <a:lnTo>
                  <a:pt x="1309" y="709"/>
                </a:lnTo>
                <a:lnTo>
                  <a:pt x="1294" y="704"/>
                </a:lnTo>
                <a:lnTo>
                  <a:pt x="1290" y="702"/>
                </a:lnTo>
                <a:lnTo>
                  <a:pt x="1288" y="701"/>
                </a:lnTo>
                <a:lnTo>
                  <a:pt x="1284" y="699"/>
                </a:lnTo>
                <a:moveTo>
                  <a:pt x="1284" y="699"/>
                </a:moveTo>
                <a:lnTo>
                  <a:pt x="1277" y="696"/>
                </a:lnTo>
                <a:lnTo>
                  <a:pt x="1258" y="691"/>
                </a:lnTo>
                <a:lnTo>
                  <a:pt x="1247" y="689"/>
                </a:lnTo>
                <a:lnTo>
                  <a:pt x="1231" y="684"/>
                </a:lnTo>
                <a:moveTo>
                  <a:pt x="1231" y="674"/>
                </a:moveTo>
                <a:lnTo>
                  <a:pt x="1229" y="673"/>
                </a:lnTo>
                <a:lnTo>
                  <a:pt x="1222" y="671"/>
                </a:lnTo>
                <a:lnTo>
                  <a:pt x="1155" y="655"/>
                </a:lnTo>
                <a:moveTo>
                  <a:pt x="1231" y="680"/>
                </a:moveTo>
                <a:lnTo>
                  <a:pt x="1220" y="677"/>
                </a:lnTo>
                <a:lnTo>
                  <a:pt x="1207" y="674"/>
                </a:lnTo>
                <a:lnTo>
                  <a:pt x="1153" y="661"/>
                </a:lnTo>
                <a:moveTo>
                  <a:pt x="1231" y="680"/>
                </a:moveTo>
                <a:lnTo>
                  <a:pt x="1238" y="682"/>
                </a:lnTo>
                <a:lnTo>
                  <a:pt x="1257" y="687"/>
                </a:lnTo>
                <a:lnTo>
                  <a:pt x="1260" y="687"/>
                </a:lnTo>
                <a:lnTo>
                  <a:pt x="1286" y="694"/>
                </a:lnTo>
                <a:moveTo>
                  <a:pt x="890" y="1908"/>
                </a:moveTo>
                <a:lnTo>
                  <a:pt x="892" y="1906"/>
                </a:lnTo>
                <a:lnTo>
                  <a:pt x="894" y="1904"/>
                </a:lnTo>
                <a:lnTo>
                  <a:pt x="897" y="1901"/>
                </a:lnTo>
                <a:lnTo>
                  <a:pt x="903" y="1897"/>
                </a:lnTo>
                <a:lnTo>
                  <a:pt x="929" y="1885"/>
                </a:lnTo>
                <a:moveTo>
                  <a:pt x="2255" y="1319"/>
                </a:moveTo>
                <a:lnTo>
                  <a:pt x="2243" y="1326"/>
                </a:lnTo>
                <a:moveTo>
                  <a:pt x="1644" y="2737"/>
                </a:moveTo>
                <a:lnTo>
                  <a:pt x="1778" y="2729"/>
                </a:lnTo>
                <a:moveTo>
                  <a:pt x="544" y="2769"/>
                </a:moveTo>
                <a:lnTo>
                  <a:pt x="547" y="2758"/>
                </a:lnTo>
                <a:lnTo>
                  <a:pt x="554" y="2745"/>
                </a:lnTo>
                <a:lnTo>
                  <a:pt x="560" y="2732"/>
                </a:lnTo>
                <a:lnTo>
                  <a:pt x="561" y="2729"/>
                </a:lnTo>
                <a:lnTo>
                  <a:pt x="565" y="2725"/>
                </a:lnTo>
                <a:lnTo>
                  <a:pt x="570" y="2712"/>
                </a:lnTo>
                <a:moveTo>
                  <a:pt x="544" y="2769"/>
                </a:moveTo>
                <a:lnTo>
                  <a:pt x="552" y="2760"/>
                </a:lnTo>
                <a:lnTo>
                  <a:pt x="555" y="2754"/>
                </a:lnTo>
                <a:lnTo>
                  <a:pt x="556" y="2752"/>
                </a:lnTo>
                <a:lnTo>
                  <a:pt x="558" y="2748"/>
                </a:lnTo>
                <a:lnTo>
                  <a:pt x="561" y="2741"/>
                </a:lnTo>
                <a:lnTo>
                  <a:pt x="573" y="2717"/>
                </a:lnTo>
                <a:lnTo>
                  <a:pt x="577" y="2712"/>
                </a:lnTo>
                <a:lnTo>
                  <a:pt x="583" y="2700"/>
                </a:lnTo>
                <a:lnTo>
                  <a:pt x="591" y="2686"/>
                </a:lnTo>
                <a:lnTo>
                  <a:pt x="595" y="2676"/>
                </a:lnTo>
                <a:lnTo>
                  <a:pt x="599" y="2671"/>
                </a:lnTo>
                <a:lnTo>
                  <a:pt x="610" y="2659"/>
                </a:lnTo>
                <a:moveTo>
                  <a:pt x="2908" y="2738"/>
                </a:moveTo>
                <a:lnTo>
                  <a:pt x="2929" y="2736"/>
                </a:lnTo>
                <a:lnTo>
                  <a:pt x="2933" y="2737"/>
                </a:lnTo>
                <a:moveTo>
                  <a:pt x="2908" y="2738"/>
                </a:moveTo>
                <a:lnTo>
                  <a:pt x="2891" y="2739"/>
                </a:lnTo>
                <a:lnTo>
                  <a:pt x="2881" y="2741"/>
                </a:lnTo>
                <a:lnTo>
                  <a:pt x="2867" y="2743"/>
                </a:lnTo>
                <a:lnTo>
                  <a:pt x="2846" y="2743"/>
                </a:lnTo>
                <a:lnTo>
                  <a:pt x="2836" y="2742"/>
                </a:lnTo>
                <a:lnTo>
                  <a:pt x="2829" y="2742"/>
                </a:lnTo>
                <a:lnTo>
                  <a:pt x="2823" y="2740"/>
                </a:lnTo>
                <a:lnTo>
                  <a:pt x="2819" y="2738"/>
                </a:lnTo>
                <a:moveTo>
                  <a:pt x="5053" y="509"/>
                </a:moveTo>
                <a:lnTo>
                  <a:pt x="5094" y="492"/>
                </a:lnTo>
                <a:moveTo>
                  <a:pt x="5699" y="2155"/>
                </a:moveTo>
                <a:lnTo>
                  <a:pt x="5724" y="2160"/>
                </a:lnTo>
                <a:moveTo>
                  <a:pt x="2541" y="1983"/>
                </a:moveTo>
                <a:lnTo>
                  <a:pt x="2544" y="1982"/>
                </a:lnTo>
                <a:lnTo>
                  <a:pt x="2586" y="1965"/>
                </a:lnTo>
                <a:moveTo>
                  <a:pt x="5363" y="2510"/>
                </a:moveTo>
                <a:lnTo>
                  <a:pt x="5370" y="2510"/>
                </a:lnTo>
                <a:lnTo>
                  <a:pt x="5379" y="2507"/>
                </a:lnTo>
                <a:moveTo>
                  <a:pt x="5338" y="2505"/>
                </a:moveTo>
                <a:lnTo>
                  <a:pt x="5346" y="2508"/>
                </a:lnTo>
                <a:lnTo>
                  <a:pt x="5356" y="2510"/>
                </a:lnTo>
                <a:lnTo>
                  <a:pt x="5363" y="2510"/>
                </a:lnTo>
                <a:moveTo>
                  <a:pt x="5439" y="1290"/>
                </a:moveTo>
                <a:lnTo>
                  <a:pt x="5442" y="1299"/>
                </a:lnTo>
                <a:lnTo>
                  <a:pt x="5447" y="1310"/>
                </a:lnTo>
                <a:lnTo>
                  <a:pt x="5482" y="1368"/>
                </a:lnTo>
                <a:lnTo>
                  <a:pt x="5487" y="1379"/>
                </a:lnTo>
                <a:lnTo>
                  <a:pt x="5490" y="1383"/>
                </a:lnTo>
                <a:lnTo>
                  <a:pt x="5498" y="1397"/>
                </a:lnTo>
                <a:moveTo>
                  <a:pt x="5439" y="1290"/>
                </a:moveTo>
                <a:lnTo>
                  <a:pt x="5423" y="1238"/>
                </a:lnTo>
                <a:lnTo>
                  <a:pt x="5408" y="1178"/>
                </a:lnTo>
                <a:lnTo>
                  <a:pt x="5406" y="1165"/>
                </a:lnTo>
                <a:moveTo>
                  <a:pt x="5882" y="2350"/>
                </a:moveTo>
                <a:lnTo>
                  <a:pt x="5885" y="2345"/>
                </a:lnTo>
                <a:lnTo>
                  <a:pt x="5888" y="2340"/>
                </a:lnTo>
                <a:lnTo>
                  <a:pt x="5889" y="2338"/>
                </a:lnTo>
                <a:lnTo>
                  <a:pt x="5889" y="2336"/>
                </a:lnTo>
                <a:lnTo>
                  <a:pt x="5889" y="2333"/>
                </a:lnTo>
                <a:lnTo>
                  <a:pt x="5889" y="2331"/>
                </a:lnTo>
                <a:lnTo>
                  <a:pt x="5885" y="2312"/>
                </a:lnTo>
                <a:moveTo>
                  <a:pt x="3317" y="2132"/>
                </a:moveTo>
                <a:lnTo>
                  <a:pt x="3317" y="2127"/>
                </a:lnTo>
                <a:lnTo>
                  <a:pt x="3317" y="2122"/>
                </a:lnTo>
                <a:moveTo>
                  <a:pt x="3317" y="2132"/>
                </a:moveTo>
                <a:lnTo>
                  <a:pt x="3315" y="2136"/>
                </a:lnTo>
                <a:lnTo>
                  <a:pt x="3314" y="2137"/>
                </a:lnTo>
                <a:lnTo>
                  <a:pt x="3313" y="2139"/>
                </a:lnTo>
                <a:lnTo>
                  <a:pt x="3312" y="2139"/>
                </a:lnTo>
                <a:lnTo>
                  <a:pt x="3311" y="2140"/>
                </a:lnTo>
                <a:lnTo>
                  <a:pt x="3306" y="2142"/>
                </a:lnTo>
                <a:moveTo>
                  <a:pt x="1038" y="2195"/>
                </a:moveTo>
                <a:lnTo>
                  <a:pt x="1027" y="2199"/>
                </a:lnTo>
                <a:lnTo>
                  <a:pt x="1021" y="2203"/>
                </a:lnTo>
                <a:lnTo>
                  <a:pt x="992" y="2232"/>
                </a:lnTo>
                <a:lnTo>
                  <a:pt x="989" y="2235"/>
                </a:lnTo>
                <a:lnTo>
                  <a:pt x="986" y="2237"/>
                </a:lnTo>
                <a:moveTo>
                  <a:pt x="1038" y="2195"/>
                </a:moveTo>
                <a:lnTo>
                  <a:pt x="1052" y="2190"/>
                </a:lnTo>
                <a:lnTo>
                  <a:pt x="1072" y="2183"/>
                </a:lnTo>
                <a:lnTo>
                  <a:pt x="1075" y="2182"/>
                </a:lnTo>
                <a:lnTo>
                  <a:pt x="1079" y="2180"/>
                </a:lnTo>
                <a:lnTo>
                  <a:pt x="1082" y="2177"/>
                </a:lnTo>
                <a:lnTo>
                  <a:pt x="1084" y="2174"/>
                </a:lnTo>
                <a:moveTo>
                  <a:pt x="1082" y="2168"/>
                </a:moveTo>
                <a:lnTo>
                  <a:pt x="1084" y="2174"/>
                </a:lnTo>
                <a:moveTo>
                  <a:pt x="1082" y="2168"/>
                </a:moveTo>
                <a:lnTo>
                  <a:pt x="1080" y="2165"/>
                </a:lnTo>
                <a:lnTo>
                  <a:pt x="1076" y="2163"/>
                </a:lnTo>
                <a:lnTo>
                  <a:pt x="1071" y="2161"/>
                </a:lnTo>
                <a:lnTo>
                  <a:pt x="1067" y="2161"/>
                </a:lnTo>
                <a:lnTo>
                  <a:pt x="1059" y="2165"/>
                </a:lnTo>
                <a:lnTo>
                  <a:pt x="1048" y="2171"/>
                </a:lnTo>
                <a:lnTo>
                  <a:pt x="1041" y="2173"/>
                </a:lnTo>
                <a:moveTo>
                  <a:pt x="1082" y="2168"/>
                </a:moveTo>
                <a:lnTo>
                  <a:pt x="1080" y="2155"/>
                </a:lnTo>
                <a:moveTo>
                  <a:pt x="1071" y="2122"/>
                </a:moveTo>
                <a:lnTo>
                  <a:pt x="1074" y="2134"/>
                </a:lnTo>
                <a:lnTo>
                  <a:pt x="1076" y="2142"/>
                </a:lnTo>
                <a:moveTo>
                  <a:pt x="1071" y="2122"/>
                </a:moveTo>
                <a:lnTo>
                  <a:pt x="1074" y="2125"/>
                </a:lnTo>
                <a:lnTo>
                  <a:pt x="1077" y="2127"/>
                </a:lnTo>
                <a:lnTo>
                  <a:pt x="1081" y="2129"/>
                </a:lnTo>
                <a:lnTo>
                  <a:pt x="1085" y="2128"/>
                </a:lnTo>
                <a:lnTo>
                  <a:pt x="1088" y="2127"/>
                </a:lnTo>
                <a:lnTo>
                  <a:pt x="1093" y="2125"/>
                </a:lnTo>
                <a:moveTo>
                  <a:pt x="2130" y="2730"/>
                </a:moveTo>
                <a:lnTo>
                  <a:pt x="2127" y="2723"/>
                </a:lnTo>
                <a:lnTo>
                  <a:pt x="2125" y="2720"/>
                </a:lnTo>
                <a:lnTo>
                  <a:pt x="2124" y="2717"/>
                </a:lnTo>
                <a:lnTo>
                  <a:pt x="2122" y="2713"/>
                </a:lnTo>
                <a:moveTo>
                  <a:pt x="2130" y="2730"/>
                </a:moveTo>
                <a:lnTo>
                  <a:pt x="2131" y="2746"/>
                </a:lnTo>
                <a:moveTo>
                  <a:pt x="2076" y="1621"/>
                </a:moveTo>
                <a:lnTo>
                  <a:pt x="2081" y="1623"/>
                </a:lnTo>
                <a:lnTo>
                  <a:pt x="2085" y="1628"/>
                </a:lnTo>
                <a:lnTo>
                  <a:pt x="2088" y="1632"/>
                </a:lnTo>
                <a:lnTo>
                  <a:pt x="2088" y="1636"/>
                </a:lnTo>
                <a:moveTo>
                  <a:pt x="2644" y="264"/>
                </a:moveTo>
                <a:lnTo>
                  <a:pt x="2673" y="253"/>
                </a:lnTo>
                <a:moveTo>
                  <a:pt x="855" y="2767"/>
                </a:moveTo>
                <a:lnTo>
                  <a:pt x="829" y="2755"/>
                </a:lnTo>
                <a:moveTo>
                  <a:pt x="3950" y="2230"/>
                </a:moveTo>
                <a:lnTo>
                  <a:pt x="3957" y="2230"/>
                </a:lnTo>
                <a:moveTo>
                  <a:pt x="3957" y="2230"/>
                </a:moveTo>
                <a:lnTo>
                  <a:pt x="3982" y="2236"/>
                </a:lnTo>
                <a:moveTo>
                  <a:pt x="3957" y="2230"/>
                </a:moveTo>
                <a:lnTo>
                  <a:pt x="3958" y="2235"/>
                </a:lnTo>
                <a:lnTo>
                  <a:pt x="3958" y="2235"/>
                </a:lnTo>
                <a:moveTo>
                  <a:pt x="3946" y="2229"/>
                </a:moveTo>
                <a:lnTo>
                  <a:pt x="3950" y="2230"/>
                </a:lnTo>
                <a:moveTo>
                  <a:pt x="3644" y="2522"/>
                </a:moveTo>
                <a:lnTo>
                  <a:pt x="3629" y="2488"/>
                </a:lnTo>
                <a:lnTo>
                  <a:pt x="3617" y="2465"/>
                </a:lnTo>
                <a:lnTo>
                  <a:pt x="3611" y="2453"/>
                </a:lnTo>
                <a:lnTo>
                  <a:pt x="3595" y="2418"/>
                </a:lnTo>
                <a:lnTo>
                  <a:pt x="3586" y="2399"/>
                </a:lnTo>
                <a:lnTo>
                  <a:pt x="3584" y="2394"/>
                </a:lnTo>
                <a:lnTo>
                  <a:pt x="3552" y="2344"/>
                </a:lnTo>
                <a:lnTo>
                  <a:pt x="3544" y="2334"/>
                </a:lnTo>
                <a:lnTo>
                  <a:pt x="3531" y="2319"/>
                </a:lnTo>
                <a:lnTo>
                  <a:pt x="3523" y="2311"/>
                </a:lnTo>
                <a:lnTo>
                  <a:pt x="3503" y="2289"/>
                </a:lnTo>
                <a:lnTo>
                  <a:pt x="3490" y="2279"/>
                </a:lnTo>
                <a:lnTo>
                  <a:pt x="3479" y="2271"/>
                </a:lnTo>
                <a:lnTo>
                  <a:pt x="3464" y="2259"/>
                </a:lnTo>
                <a:lnTo>
                  <a:pt x="3455" y="2254"/>
                </a:lnTo>
                <a:lnTo>
                  <a:pt x="3446" y="2247"/>
                </a:lnTo>
                <a:lnTo>
                  <a:pt x="3432" y="2237"/>
                </a:lnTo>
                <a:moveTo>
                  <a:pt x="1928" y="2729"/>
                </a:moveTo>
                <a:lnTo>
                  <a:pt x="1928" y="2723"/>
                </a:lnTo>
                <a:moveTo>
                  <a:pt x="1946" y="2741"/>
                </a:moveTo>
                <a:lnTo>
                  <a:pt x="1932" y="2731"/>
                </a:lnTo>
                <a:lnTo>
                  <a:pt x="1928" y="2729"/>
                </a:lnTo>
                <a:moveTo>
                  <a:pt x="1231" y="684"/>
                </a:moveTo>
                <a:lnTo>
                  <a:pt x="1224" y="682"/>
                </a:lnTo>
                <a:lnTo>
                  <a:pt x="1210" y="679"/>
                </a:lnTo>
                <a:moveTo>
                  <a:pt x="1210" y="679"/>
                </a:moveTo>
                <a:lnTo>
                  <a:pt x="1182" y="672"/>
                </a:lnTo>
                <a:lnTo>
                  <a:pt x="1155" y="666"/>
                </a:lnTo>
                <a:lnTo>
                  <a:pt x="1154" y="665"/>
                </a:lnTo>
                <a:lnTo>
                  <a:pt x="1153" y="663"/>
                </a:lnTo>
                <a:lnTo>
                  <a:pt x="1153" y="661"/>
                </a:lnTo>
                <a:moveTo>
                  <a:pt x="1249" y="673"/>
                </a:moveTo>
                <a:lnTo>
                  <a:pt x="1269" y="678"/>
                </a:lnTo>
                <a:lnTo>
                  <a:pt x="1306" y="687"/>
                </a:lnTo>
                <a:moveTo>
                  <a:pt x="1249" y="673"/>
                </a:moveTo>
                <a:lnTo>
                  <a:pt x="1245" y="672"/>
                </a:lnTo>
                <a:lnTo>
                  <a:pt x="1231" y="668"/>
                </a:lnTo>
                <a:lnTo>
                  <a:pt x="1189" y="658"/>
                </a:lnTo>
                <a:lnTo>
                  <a:pt x="1174" y="655"/>
                </a:lnTo>
                <a:moveTo>
                  <a:pt x="1174" y="655"/>
                </a:moveTo>
                <a:lnTo>
                  <a:pt x="1166" y="654"/>
                </a:lnTo>
                <a:lnTo>
                  <a:pt x="1160" y="652"/>
                </a:lnTo>
                <a:lnTo>
                  <a:pt x="1158" y="652"/>
                </a:lnTo>
                <a:lnTo>
                  <a:pt x="1157" y="653"/>
                </a:lnTo>
                <a:lnTo>
                  <a:pt x="1155" y="655"/>
                </a:lnTo>
                <a:moveTo>
                  <a:pt x="1155" y="655"/>
                </a:moveTo>
                <a:lnTo>
                  <a:pt x="1153" y="661"/>
                </a:lnTo>
                <a:moveTo>
                  <a:pt x="1155" y="655"/>
                </a:moveTo>
                <a:lnTo>
                  <a:pt x="1133" y="650"/>
                </a:lnTo>
                <a:lnTo>
                  <a:pt x="1025" y="625"/>
                </a:lnTo>
                <a:lnTo>
                  <a:pt x="1002" y="619"/>
                </a:lnTo>
                <a:lnTo>
                  <a:pt x="986" y="614"/>
                </a:lnTo>
                <a:lnTo>
                  <a:pt x="948" y="600"/>
                </a:lnTo>
                <a:lnTo>
                  <a:pt x="927" y="590"/>
                </a:lnTo>
                <a:lnTo>
                  <a:pt x="911" y="582"/>
                </a:lnTo>
                <a:lnTo>
                  <a:pt x="881" y="564"/>
                </a:lnTo>
                <a:lnTo>
                  <a:pt x="848" y="541"/>
                </a:lnTo>
                <a:lnTo>
                  <a:pt x="813" y="514"/>
                </a:lnTo>
                <a:lnTo>
                  <a:pt x="773" y="483"/>
                </a:lnTo>
                <a:lnTo>
                  <a:pt x="770" y="480"/>
                </a:lnTo>
                <a:lnTo>
                  <a:pt x="767" y="478"/>
                </a:lnTo>
                <a:lnTo>
                  <a:pt x="750" y="466"/>
                </a:lnTo>
                <a:lnTo>
                  <a:pt x="721" y="450"/>
                </a:lnTo>
                <a:lnTo>
                  <a:pt x="700" y="441"/>
                </a:lnTo>
                <a:lnTo>
                  <a:pt x="672" y="431"/>
                </a:lnTo>
                <a:lnTo>
                  <a:pt x="660" y="427"/>
                </a:lnTo>
                <a:lnTo>
                  <a:pt x="657" y="427"/>
                </a:lnTo>
                <a:lnTo>
                  <a:pt x="639" y="424"/>
                </a:lnTo>
                <a:lnTo>
                  <a:pt x="625" y="422"/>
                </a:lnTo>
                <a:lnTo>
                  <a:pt x="609" y="422"/>
                </a:lnTo>
                <a:lnTo>
                  <a:pt x="588" y="422"/>
                </a:lnTo>
                <a:lnTo>
                  <a:pt x="570" y="424"/>
                </a:lnTo>
                <a:lnTo>
                  <a:pt x="559" y="425"/>
                </a:lnTo>
                <a:lnTo>
                  <a:pt x="554" y="426"/>
                </a:lnTo>
                <a:lnTo>
                  <a:pt x="547" y="427"/>
                </a:lnTo>
                <a:lnTo>
                  <a:pt x="545" y="428"/>
                </a:lnTo>
                <a:lnTo>
                  <a:pt x="490" y="441"/>
                </a:lnTo>
                <a:lnTo>
                  <a:pt x="467" y="447"/>
                </a:lnTo>
                <a:lnTo>
                  <a:pt x="447" y="452"/>
                </a:lnTo>
                <a:lnTo>
                  <a:pt x="416" y="458"/>
                </a:lnTo>
                <a:lnTo>
                  <a:pt x="400" y="461"/>
                </a:lnTo>
                <a:lnTo>
                  <a:pt x="362" y="469"/>
                </a:lnTo>
                <a:lnTo>
                  <a:pt x="337" y="473"/>
                </a:lnTo>
                <a:moveTo>
                  <a:pt x="1627" y="1720"/>
                </a:moveTo>
                <a:lnTo>
                  <a:pt x="1607" y="1719"/>
                </a:lnTo>
                <a:lnTo>
                  <a:pt x="1603" y="1718"/>
                </a:lnTo>
                <a:lnTo>
                  <a:pt x="1597" y="1717"/>
                </a:lnTo>
                <a:lnTo>
                  <a:pt x="1550" y="1715"/>
                </a:lnTo>
                <a:moveTo>
                  <a:pt x="338" y="480"/>
                </a:moveTo>
                <a:lnTo>
                  <a:pt x="337" y="473"/>
                </a:lnTo>
                <a:moveTo>
                  <a:pt x="338" y="480"/>
                </a:moveTo>
                <a:lnTo>
                  <a:pt x="319" y="484"/>
                </a:lnTo>
                <a:lnTo>
                  <a:pt x="275" y="492"/>
                </a:lnTo>
                <a:lnTo>
                  <a:pt x="241" y="499"/>
                </a:lnTo>
                <a:lnTo>
                  <a:pt x="214" y="504"/>
                </a:lnTo>
                <a:lnTo>
                  <a:pt x="205" y="504"/>
                </a:lnTo>
                <a:moveTo>
                  <a:pt x="888" y="1912"/>
                </a:moveTo>
                <a:lnTo>
                  <a:pt x="886" y="1911"/>
                </a:lnTo>
                <a:moveTo>
                  <a:pt x="886" y="1911"/>
                </a:moveTo>
                <a:lnTo>
                  <a:pt x="890" y="1908"/>
                </a:lnTo>
                <a:moveTo>
                  <a:pt x="886" y="1911"/>
                </a:moveTo>
                <a:lnTo>
                  <a:pt x="881" y="1918"/>
                </a:lnTo>
                <a:lnTo>
                  <a:pt x="877" y="1923"/>
                </a:lnTo>
                <a:lnTo>
                  <a:pt x="876" y="1926"/>
                </a:lnTo>
                <a:lnTo>
                  <a:pt x="874" y="1928"/>
                </a:lnTo>
                <a:lnTo>
                  <a:pt x="872" y="1933"/>
                </a:lnTo>
                <a:lnTo>
                  <a:pt x="868" y="1938"/>
                </a:lnTo>
                <a:lnTo>
                  <a:pt x="866" y="1942"/>
                </a:lnTo>
                <a:lnTo>
                  <a:pt x="861" y="1950"/>
                </a:lnTo>
                <a:lnTo>
                  <a:pt x="858" y="1956"/>
                </a:lnTo>
                <a:moveTo>
                  <a:pt x="886" y="1911"/>
                </a:moveTo>
                <a:lnTo>
                  <a:pt x="879" y="1911"/>
                </a:lnTo>
                <a:lnTo>
                  <a:pt x="874" y="1912"/>
                </a:lnTo>
                <a:lnTo>
                  <a:pt x="830" y="1938"/>
                </a:lnTo>
                <a:moveTo>
                  <a:pt x="856" y="1961"/>
                </a:moveTo>
                <a:lnTo>
                  <a:pt x="858" y="1956"/>
                </a:lnTo>
                <a:moveTo>
                  <a:pt x="856" y="1961"/>
                </a:moveTo>
                <a:lnTo>
                  <a:pt x="856" y="1962"/>
                </a:lnTo>
                <a:lnTo>
                  <a:pt x="854" y="1966"/>
                </a:lnTo>
                <a:lnTo>
                  <a:pt x="854" y="1968"/>
                </a:lnTo>
                <a:lnTo>
                  <a:pt x="854" y="1970"/>
                </a:lnTo>
                <a:moveTo>
                  <a:pt x="798" y="1893"/>
                </a:moveTo>
                <a:lnTo>
                  <a:pt x="798" y="1888"/>
                </a:lnTo>
                <a:lnTo>
                  <a:pt x="798" y="1886"/>
                </a:lnTo>
                <a:moveTo>
                  <a:pt x="861" y="1958"/>
                </a:moveTo>
                <a:lnTo>
                  <a:pt x="858" y="1956"/>
                </a:lnTo>
                <a:moveTo>
                  <a:pt x="861" y="1958"/>
                </a:moveTo>
                <a:lnTo>
                  <a:pt x="867" y="1949"/>
                </a:lnTo>
                <a:lnTo>
                  <a:pt x="874" y="1937"/>
                </a:lnTo>
                <a:lnTo>
                  <a:pt x="876" y="1934"/>
                </a:lnTo>
                <a:lnTo>
                  <a:pt x="877" y="1932"/>
                </a:lnTo>
                <a:lnTo>
                  <a:pt x="878" y="1930"/>
                </a:lnTo>
                <a:lnTo>
                  <a:pt x="879" y="1928"/>
                </a:lnTo>
                <a:lnTo>
                  <a:pt x="880" y="1926"/>
                </a:lnTo>
                <a:lnTo>
                  <a:pt x="882" y="1923"/>
                </a:lnTo>
                <a:lnTo>
                  <a:pt x="884" y="1920"/>
                </a:lnTo>
                <a:lnTo>
                  <a:pt x="887" y="1915"/>
                </a:lnTo>
                <a:lnTo>
                  <a:pt x="888" y="1912"/>
                </a:lnTo>
                <a:moveTo>
                  <a:pt x="858" y="1956"/>
                </a:moveTo>
                <a:lnTo>
                  <a:pt x="848" y="1950"/>
                </a:lnTo>
                <a:lnTo>
                  <a:pt x="830" y="1938"/>
                </a:lnTo>
                <a:moveTo>
                  <a:pt x="890" y="1908"/>
                </a:moveTo>
                <a:lnTo>
                  <a:pt x="888" y="1912"/>
                </a:lnTo>
                <a:moveTo>
                  <a:pt x="2525" y="1989"/>
                </a:moveTo>
                <a:lnTo>
                  <a:pt x="2528" y="1988"/>
                </a:lnTo>
                <a:lnTo>
                  <a:pt x="2538" y="1984"/>
                </a:lnTo>
                <a:lnTo>
                  <a:pt x="2541" y="1983"/>
                </a:lnTo>
                <a:moveTo>
                  <a:pt x="1966" y="1286"/>
                </a:moveTo>
                <a:lnTo>
                  <a:pt x="1976" y="1282"/>
                </a:lnTo>
                <a:moveTo>
                  <a:pt x="1976" y="1282"/>
                </a:moveTo>
                <a:lnTo>
                  <a:pt x="1981" y="1278"/>
                </a:lnTo>
                <a:lnTo>
                  <a:pt x="1983" y="1274"/>
                </a:lnTo>
                <a:moveTo>
                  <a:pt x="1475" y="1237"/>
                </a:moveTo>
                <a:lnTo>
                  <a:pt x="1480" y="1232"/>
                </a:lnTo>
                <a:moveTo>
                  <a:pt x="1482" y="1227"/>
                </a:moveTo>
                <a:lnTo>
                  <a:pt x="1481" y="1230"/>
                </a:lnTo>
                <a:lnTo>
                  <a:pt x="1480" y="1232"/>
                </a:lnTo>
                <a:moveTo>
                  <a:pt x="5530" y="505"/>
                </a:moveTo>
                <a:lnTo>
                  <a:pt x="5527" y="504"/>
                </a:lnTo>
                <a:moveTo>
                  <a:pt x="5530" y="505"/>
                </a:moveTo>
                <a:lnTo>
                  <a:pt x="5528" y="520"/>
                </a:lnTo>
                <a:lnTo>
                  <a:pt x="5528" y="527"/>
                </a:lnTo>
                <a:moveTo>
                  <a:pt x="5530" y="505"/>
                </a:moveTo>
                <a:lnTo>
                  <a:pt x="5539" y="438"/>
                </a:lnTo>
                <a:moveTo>
                  <a:pt x="5515" y="637"/>
                </a:moveTo>
                <a:lnTo>
                  <a:pt x="5512" y="649"/>
                </a:lnTo>
                <a:lnTo>
                  <a:pt x="5504" y="676"/>
                </a:lnTo>
                <a:moveTo>
                  <a:pt x="5515" y="637"/>
                </a:moveTo>
                <a:lnTo>
                  <a:pt x="5516" y="630"/>
                </a:lnTo>
                <a:lnTo>
                  <a:pt x="5518" y="608"/>
                </a:lnTo>
                <a:lnTo>
                  <a:pt x="5519" y="591"/>
                </a:lnTo>
                <a:lnTo>
                  <a:pt x="5528" y="527"/>
                </a:lnTo>
                <a:moveTo>
                  <a:pt x="5504" y="676"/>
                </a:moveTo>
                <a:lnTo>
                  <a:pt x="5493" y="706"/>
                </a:lnTo>
                <a:lnTo>
                  <a:pt x="5477" y="762"/>
                </a:lnTo>
                <a:moveTo>
                  <a:pt x="5587" y="456"/>
                </a:moveTo>
                <a:lnTo>
                  <a:pt x="5539" y="438"/>
                </a:lnTo>
                <a:moveTo>
                  <a:pt x="5477" y="762"/>
                </a:moveTo>
                <a:lnTo>
                  <a:pt x="5473" y="761"/>
                </a:lnTo>
                <a:moveTo>
                  <a:pt x="5477" y="762"/>
                </a:moveTo>
                <a:lnTo>
                  <a:pt x="5473" y="774"/>
                </a:lnTo>
                <a:lnTo>
                  <a:pt x="5450" y="851"/>
                </a:lnTo>
                <a:moveTo>
                  <a:pt x="5450" y="851"/>
                </a:moveTo>
                <a:lnTo>
                  <a:pt x="5437" y="895"/>
                </a:lnTo>
                <a:moveTo>
                  <a:pt x="5437" y="895"/>
                </a:moveTo>
                <a:lnTo>
                  <a:pt x="5427" y="932"/>
                </a:lnTo>
                <a:lnTo>
                  <a:pt x="5418" y="979"/>
                </a:lnTo>
                <a:moveTo>
                  <a:pt x="5418" y="979"/>
                </a:moveTo>
                <a:lnTo>
                  <a:pt x="5410" y="1038"/>
                </a:lnTo>
                <a:lnTo>
                  <a:pt x="5405" y="1107"/>
                </a:lnTo>
                <a:moveTo>
                  <a:pt x="5405" y="1107"/>
                </a:moveTo>
                <a:lnTo>
                  <a:pt x="5405" y="1153"/>
                </a:lnTo>
                <a:lnTo>
                  <a:pt x="5406" y="1165"/>
                </a:lnTo>
                <a:moveTo>
                  <a:pt x="2256" y="2704"/>
                </a:moveTo>
                <a:lnTo>
                  <a:pt x="2207" y="2707"/>
                </a:lnTo>
                <a:lnTo>
                  <a:pt x="2176" y="2709"/>
                </a:lnTo>
                <a:lnTo>
                  <a:pt x="2134" y="2712"/>
                </a:lnTo>
                <a:moveTo>
                  <a:pt x="2107" y="2702"/>
                </a:moveTo>
                <a:lnTo>
                  <a:pt x="2115" y="2698"/>
                </a:lnTo>
                <a:lnTo>
                  <a:pt x="2119" y="2696"/>
                </a:lnTo>
                <a:lnTo>
                  <a:pt x="2122" y="2694"/>
                </a:lnTo>
                <a:lnTo>
                  <a:pt x="2128" y="2690"/>
                </a:lnTo>
                <a:moveTo>
                  <a:pt x="2128" y="2688"/>
                </a:moveTo>
                <a:lnTo>
                  <a:pt x="2128" y="2690"/>
                </a:lnTo>
                <a:moveTo>
                  <a:pt x="5622" y="1565"/>
                </a:moveTo>
                <a:lnTo>
                  <a:pt x="5616" y="1564"/>
                </a:lnTo>
                <a:moveTo>
                  <a:pt x="5616" y="1564"/>
                </a:moveTo>
                <a:lnTo>
                  <a:pt x="5619" y="1572"/>
                </a:lnTo>
                <a:lnTo>
                  <a:pt x="5619" y="1580"/>
                </a:lnTo>
                <a:lnTo>
                  <a:pt x="5606" y="1628"/>
                </a:lnTo>
                <a:moveTo>
                  <a:pt x="5586" y="1743"/>
                </a:moveTo>
                <a:lnTo>
                  <a:pt x="5589" y="1748"/>
                </a:lnTo>
                <a:lnTo>
                  <a:pt x="5602" y="1765"/>
                </a:lnTo>
                <a:lnTo>
                  <a:pt x="5606" y="1773"/>
                </a:lnTo>
                <a:lnTo>
                  <a:pt x="5610" y="1783"/>
                </a:lnTo>
                <a:lnTo>
                  <a:pt x="5610" y="1790"/>
                </a:lnTo>
                <a:lnTo>
                  <a:pt x="5613" y="1832"/>
                </a:lnTo>
                <a:lnTo>
                  <a:pt x="5613" y="1855"/>
                </a:lnTo>
                <a:moveTo>
                  <a:pt x="5586" y="1743"/>
                </a:moveTo>
                <a:lnTo>
                  <a:pt x="5585" y="1740"/>
                </a:lnTo>
                <a:lnTo>
                  <a:pt x="5585" y="1731"/>
                </a:lnTo>
                <a:lnTo>
                  <a:pt x="5586" y="1720"/>
                </a:lnTo>
                <a:moveTo>
                  <a:pt x="5520" y="1432"/>
                </a:moveTo>
                <a:lnTo>
                  <a:pt x="5526" y="1441"/>
                </a:lnTo>
                <a:lnTo>
                  <a:pt x="5567" y="1508"/>
                </a:lnTo>
                <a:lnTo>
                  <a:pt x="5578" y="1522"/>
                </a:lnTo>
                <a:lnTo>
                  <a:pt x="5588" y="1535"/>
                </a:lnTo>
                <a:lnTo>
                  <a:pt x="5597" y="1544"/>
                </a:lnTo>
                <a:lnTo>
                  <a:pt x="5611" y="1553"/>
                </a:lnTo>
                <a:lnTo>
                  <a:pt x="5622" y="1565"/>
                </a:lnTo>
                <a:moveTo>
                  <a:pt x="5520" y="1432"/>
                </a:moveTo>
                <a:lnTo>
                  <a:pt x="5498" y="1397"/>
                </a:lnTo>
                <a:moveTo>
                  <a:pt x="5622" y="1565"/>
                </a:moveTo>
                <a:lnTo>
                  <a:pt x="5623" y="1572"/>
                </a:lnTo>
                <a:lnTo>
                  <a:pt x="5624" y="1581"/>
                </a:lnTo>
                <a:lnTo>
                  <a:pt x="5617" y="1606"/>
                </a:lnTo>
                <a:moveTo>
                  <a:pt x="5617" y="1606"/>
                </a:moveTo>
                <a:lnTo>
                  <a:pt x="5606" y="1643"/>
                </a:lnTo>
                <a:moveTo>
                  <a:pt x="5606" y="1643"/>
                </a:moveTo>
                <a:lnTo>
                  <a:pt x="5594" y="1683"/>
                </a:lnTo>
                <a:moveTo>
                  <a:pt x="5594" y="1683"/>
                </a:moveTo>
                <a:lnTo>
                  <a:pt x="5587" y="1705"/>
                </a:lnTo>
                <a:lnTo>
                  <a:pt x="5586" y="1720"/>
                </a:lnTo>
                <a:moveTo>
                  <a:pt x="5613" y="1855"/>
                </a:moveTo>
                <a:lnTo>
                  <a:pt x="5610" y="1901"/>
                </a:lnTo>
                <a:lnTo>
                  <a:pt x="5610" y="1907"/>
                </a:lnTo>
                <a:moveTo>
                  <a:pt x="5610" y="1907"/>
                </a:moveTo>
                <a:lnTo>
                  <a:pt x="5608" y="1912"/>
                </a:lnTo>
                <a:lnTo>
                  <a:pt x="5607" y="1919"/>
                </a:lnTo>
                <a:lnTo>
                  <a:pt x="5599" y="1937"/>
                </a:lnTo>
                <a:lnTo>
                  <a:pt x="5597" y="1944"/>
                </a:lnTo>
                <a:lnTo>
                  <a:pt x="5596" y="1951"/>
                </a:lnTo>
                <a:lnTo>
                  <a:pt x="5598" y="1963"/>
                </a:lnTo>
                <a:moveTo>
                  <a:pt x="5598" y="1963"/>
                </a:moveTo>
                <a:lnTo>
                  <a:pt x="5600" y="1973"/>
                </a:lnTo>
                <a:lnTo>
                  <a:pt x="5601" y="1986"/>
                </a:lnTo>
                <a:lnTo>
                  <a:pt x="5601" y="1991"/>
                </a:lnTo>
                <a:moveTo>
                  <a:pt x="5599" y="2005"/>
                </a:moveTo>
                <a:lnTo>
                  <a:pt x="5595" y="2011"/>
                </a:lnTo>
                <a:moveTo>
                  <a:pt x="5599" y="2005"/>
                </a:moveTo>
                <a:lnTo>
                  <a:pt x="5600" y="1998"/>
                </a:lnTo>
                <a:lnTo>
                  <a:pt x="5601" y="1991"/>
                </a:lnTo>
                <a:moveTo>
                  <a:pt x="5583" y="2029"/>
                </a:moveTo>
                <a:lnTo>
                  <a:pt x="5580" y="2033"/>
                </a:lnTo>
                <a:lnTo>
                  <a:pt x="5576" y="2036"/>
                </a:lnTo>
                <a:moveTo>
                  <a:pt x="5583" y="2029"/>
                </a:moveTo>
                <a:lnTo>
                  <a:pt x="5595" y="2011"/>
                </a:lnTo>
                <a:moveTo>
                  <a:pt x="5595" y="2011"/>
                </a:moveTo>
                <a:lnTo>
                  <a:pt x="5590" y="2010"/>
                </a:lnTo>
                <a:moveTo>
                  <a:pt x="986" y="1899"/>
                </a:moveTo>
                <a:lnTo>
                  <a:pt x="989" y="1906"/>
                </a:lnTo>
                <a:lnTo>
                  <a:pt x="996" y="1917"/>
                </a:lnTo>
                <a:moveTo>
                  <a:pt x="1523" y="1710"/>
                </a:moveTo>
                <a:lnTo>
                  <a:pt x="1521" y="1708"/>
                </a:lnTo>
                <a:lnTo>
                  <a:pt x="1519" y="1706"/>
                </a:lnTo>
                <a:lnTo>
                  <a:pt x="1516" y="1703"/>
                </a:lnTo>
                <a:moveTo>
                  <a:pt x="1523" y="1710"/>
                </a:moveTo>
                <a:lnTo>
                  <a:pt x="1528" y="1711"/>
                </a:lnTo>
                <a:lnTo>
                  <a:pt x="1533" y="1713"/>
                </a:lnTo>
                <a:lnTo>
                  <a:pt x="1550" y="1715"/>
                </a:lnTo>
                <a:moveTo>
                  <a:pt x="1523" y="1710"/>
                </a:moveTo>
                <a:lnTo>
                  <a:pt x="1521" y="1696"/>
                </a:lnTo>
                <a:moveTo>
                  <a:pt x="5786" y="1609"/>
                </a:moveTo>
                <a:lnTo>
                  <a:pt x="5778" y="1604"/>
                </a:lnTo>
                <a:moveTo>
                  <a:pt x="1537" y="1705"/>
                </a:moveTo>
                <a:lnTo>
                  <a:pt x="1551" y="1708"/>
                </a:lnTo>
                <a:moveTo>
                  <a:pt x="1537" y="1705"/>
                </a:moveTo>
                <a:lnTo>
                  <a:pt x="1535" y="1699"/>
                </a:lnTo>
                <a:lnTo>
                  <a:pt x="1534" y="1694"/>
                </a:lnTo>
                <a:lnTo>
                  <a:pt x="1534" y="1689"/>
                </a:lnTo>
                <a:lnTo>
                  <a:pt x="1535" y="1683"/>
                </a:lnTo>
                <a:moveTo>
                  <a:pt x="1537" y="1705"/>
                </a:moveTo>
                <a:lnTo>
                  <a:pt x="1533" y="1703"/>
                </a:lnTo>
                <a:lnTo>
                  <a:pt x="1529" y="1701"/>
                </a:lnTo>
                <a:lnTo>
                  <a:pt x="1526" y="1699"/>
                </a:lnTo>
                <a:lnTo>
                  <a:pt x="1521" y="1696"/>
                </a:lnTo>
                <a:moveTo>
                  <a:pt x="4561" y="2609"/>
                </a:moveTo>
                <a:lnTo>
                  <a:pt x="4566" y="2591"/>
                </a:lnTo>
                <a:moveTo>
                  <a:pt x="1515" y="1691"/>
                </a:moveTo>
                <a:lnTo>
                  <a:pt x="1521" y="1696"/>
                </a:lnTo>
                <a:moveTo>
                  <a:pt x="4593" y="2447"/>
                </a:moveTo>
                <a:lnTo>
                  <a:pt x="4584" y="2446"/>
                </a:lnTo>
                <a:moveTo>
                  <a:pt x="4141" y="661"/>
                </a:moveTo>
                <a:lnTo>
                  <a:pt x="4141" y="666"/>
                </a:lnTo>
                <a:moveTo>
                  <a:pt x="536" y="2620"/>
                </a:moveTo>
                <a:lnTo>
                  <a:pt x="538" y="2621"/>
                </a:lnTo>
                <a:lnTo>
                  <a:pt x="545" y="2624"/>
                </a:lnTo>
                <a:moveTo>
                  <a:pt x="570" y="2712"/>
                </a:moveTo>
                <a:lnTo>
                  <a:pt x="569" y="2708"/>
                </a:lnTo>
                <a:lnTo>
                  <a:pt x="569" y="2705"/>
                </a:lnTo>
                <a:lnTo>
                  <a:pt x="570" y="2701"/>
                </a:lnTo>
                <a:lnTo>
                  <a:pt x="586" y="2671"/>
                </a:lnTo>
                <a:lnTo>
                  <a:pt x="587" y="2668"/>
                </a:lnTo>
                <a:lnTo>
                  <a:pt x="586" y="2664"/>
                </a:lnTo>
                <a:lnTo>
                  <a:pt x="584" y="2661"/>
                </a:lnTo>
                <a:lnTo>
                  <a:pt x="580" y="2656"/>
                </a:lnTo>
                <a:lnTo>
                  <a:pt x="559" y="2634"/>
                </a:lnTo>
                <a:lnTo>
                  <a:pt x="545" y="2624"/>
                </a:lnTo>
                <a:moveTo>
                  <a:pt x="50" y="1767"/>
                </a:moveTo>
                <a:lnTo>
                  <a:pt x="50" y="1768"/>
                </a:lnTo>
                <a:lnTo>
                  <a:pt x="51" y="1777"/>
                </a:lnTo>
                <a:lnTo>
                  <a:pt x="51" y="1778"/>
                </a:lnTo>
                <a:moveTo>
                  <a:pt x="5269" y="423"/>
                </a:moveTo>
                <a:lnTo>
                  <a:pt x="5250" y="430"/>
                </a:lnTo>
                <a:lnTo>
                  <a:pt x="5196" y="451"/>
                </a:lnTo>
                <a:lnTo>
                  <a:pt x="5094" y="492"/>
                </a:lnTo>
                <a:moveTo>
                  <a:pt x="3432" y="2237"/>
                </a:moveTo>
                <a:lnTo>
                  <a:pt x="3421" y="2229"/>
                </a:lnTo>
                <a:moveTo>
                  <a:pt x="1535" y="1683"/>
                </a:moveTo>
                <a:lnTo>
                  <a:pt x="1532" y="1687"/>
                </a:lnTo>
                <a:lnTo>
                  <a:pt x="1530" y="1689"/>
                </a:lnTo>
                <a:lnTo>
                  <a:pt x="1527" y="1691"/>
                </a:lnTo>
                <a:lnTo>
                  <a:pt x="1524" y="1694"/>
                </a:lnTo>
                <a:lnTo>
                  <a:pt x="1521" y="1696"/>
                </a:lnTo>
                <a:moveTo>
                  <a:pt x="982" y="1880"/>
                </a:moveTo>
                <a:lnTo>
                  <a:pt x="987" y="1894"/>
                </a:lnTo>
                <a:lnTo>
                  <a:pt x="986" y="1899"/>
                </a:lnTo>
                <a:moveTo>
                  <a:pt x="982" y="1880"/>
                </a:moveTo>
                <a:lnTo>
                  <a:pt x="982" y="1873"/>
                </a:lnTo>
                <a:lnTo>
                  <a:pt x="983" y="1869"/>
                </a:lnTo>
                <a:lnTo>
                  <a:pt x="984" y="1866"/>
                </a:lnTo>
                <a:lnTo>
                  <a:pt x="985" y="1864"/>
                </a:lnTo>
                <a:lnTo>
                  <a:pt x="988" y="1860"/>
                </a:lnTo>
                <a:moveTo>
                  <a:pt x="982" y="1880"/>
                </a:moveTo>
                <a:lnTo>
                  <a:pt x="975" y="1866"/>
                </a:lnTo>
                <a:moveTo>
                  <a:pt x="974" y="1862"/>
                </a:moveTo>
                <a:lnTo>
                  <a:pt x="975" y="1866"/>
                </a:lnTo>
                <a:moveTo>
                  <a:pt x="974" y="1862"/>
                </a:moveTo>
                <a:lnTo>
                  <a:pt x="986" y="1857"/>
                </a:lnTo>
                <a:lnTo>
                  <a:pt x="1011" y="1844"/>
                </a:lnTo>
                <a:lnTo>
                  <a:pt x="1026" y="1837"/>
                </a:lnTo>
                <a:lnTo>
                  <a:pt x="1041" y="1831"/>
                </a:lnTo>
                <a:lnTo>
                  <a:pt x="1051" y="1827"/>
                </a:lnTo>
                <a:lnTo>
                  <a:pt x="1055" y="1827"/>
                </a:lnTo>
                <a:moveTo>
                  <a:pt x="986" y="1899"/>
                </a:moveTo>
                <a:lnTo>
                  <a:pt x="983" y="1897"/>
                </a:lnTo>
                <a:lnTo>
                  <a:pt x="970" y="1868"/>
                </a:lnTo>
                <a:moveTo>
                  <a:pt x="2964" y="1812"/>
                </a:moveTo>
                <a:lnTo>
                  <a:pt x="2957" y="1811"/>
                </a:lnTo>
                <a:moveTo>
                  <a:pt x="3262" y="779"/>
                </a:moveTo>
                <a:lnTo>
                  <a:pt x="3261" y="773"/>
                </a:lnTo>
                <a:moveTo>
                  <a:pt x="241" y="2294"/>
                </a:moveTo>
                <a:lnTo>
                  <a:pt x="243" y="2293"/>
                </a:lnTo>
                <a:lnTo>
                  <a:pt x="244" y="2293"/>
                </a:lnTo>
                <a:moveTo>
                  <a:pt x="3" y="2146"/>
                </a:moveTo>
                <a:lnTo>
                  <a:pt x="3" y="2147"/>
                </a:lnTo>
                <a:lnTo>
                  <a:pt x="3" y="2152"/>
                </a:lnTo>
                <a:lnTo>
                  <a:pt x="3" y="2153"/>
                </a:lnTo>
                <a:moveTo>
                  <a:pt x="3" y="2146"/>
                </a:moveTo>
                <a:lnTo>
                  <a:pt x="2" y="2134"/>
                </a:lnTo>
                <a:moveTo>
                  <a:pt x="3" y="2153"/>
                </a:moveTo>
                <a:lnTo>
                  <a:pt x="4" y="2167"/>
                </a:lnTo>
                <a:moveTo>
                  <a:pt x="2865" y="1765"/>
                </a:moveTo>
                <a:lnTo>
                  <a:pt x="2863" y="1780"/>
                </a:lnTo>
                <a:moveTo>
                  <a:pt x="1093" y="2125"/>
                </a:moveTo>
                <a:lnTo>
                  <a:pt x="1076" y="2142"/>
                </a:lnTo>
                <a:moveTo>
                  <a:pt x="1041" y="2173"/>
                </a:moveTo>
                <a:lnTo>
                  <a:pt x="1071" y="2147"/>
                </a:lnTo>
                <a:lnTo>
                  <a:pt x="1076" y="2142"/>
                </a:lnTo>
                <a:moveTo>
                  <a:pt x="677" y="1225"/>
                </a:moveTo>
                <a:lnTo>
                  <a:pt x="677" y="1225"/>
                </a:lnTo>
                <a:lnTo>
                  <a:pt x="678" y="1236"/>
                </a:lnTo>
                <a:lnTo>
                  <a:pt x="678" y="1237"/>
                </a:lnTo>
                <a:moveTo>
                  <a:pt x="1481" y="1738"/>
                </a:moveTo>
                <a:lnTo>
                  <a:pt x="1507" y="1713"/>
                </a:lnTo>
                <a:lnTo>
                  <a:pt x="1516" y="1703"/>
                </a:lnTo>
                <a:moveTo>
                  <a:pt x="1521" y="1696"/>
                </a:moveTo>
                <a:lnTo>
                  <a:pt x="1516" y="1703"/>
                </a:lnTo>
                <a:moveTo>
                  <a:pt x="988" y="1860"/>
                </a:moveTo>
                <a:lnTo>
                  <a:pt x="975" y="1866"/>
                </a:lnTo>
                <a:moveTo>
                  <a:pt x="988" y="1860"/>
                </a:moveTo>
                <a:lnTo>
                  <a:pt x="1010" y="1850"/>
                </a:lnTo>
                <a:lnTo>
                  <a:pt x="1023" y="1844"/>
                </a:lnTo>
                <a:lnTo>
                  <a:pt x="1053" y="1829"/>
                </a:lnTo>
                <a:lnTo>
                  <a:pt x="1055" y="1827"/>
                </a:lnTo>
                <a:moveTo>
                  <a:pt x="970" y="1868"/>
                </a:moveTo>
                <a:lnTo>
                  <a:pt x="975" y="1866"/>
                </a:lnTo>
                <a:moveTo>
                  <a:pt x="5876" y="190"/>
                </a:moveTo>
                <a:lnTo>
                  <a:pt x="5744" y="241"/>
                </a:lnTo>
                <a:lnTo>
                  <a:pt x="5695" y="260"/>
                </a:lnTo>
                <a:lnTo>
                  <a:pt x="5677" y="266"/>
                </a:lnTo>
                <a:lnTo>
                  <a:pt x="5592" y="297"/>
                </a:lnTo>
                <a:moveTo>
                  <a:pt x="4771" y="1113"/>
                </a:moveTo>
                <a:lnTo>
                  <a:pt x="4771" y="1104"/>
                </a:lnTo>
                <a:lnTo>
                  <a:pt x="4771" y="1099"/>
                </a:lnTo>
                <a:lnTo>
                  <a:pt x="4771" y="1094"/>
                </a:lnTo>
                <a:lnTo>
                  <a:pt x="4770" y="1081"/>
                </a:lnTo>
                <a:lnTo>
                  <a:pt x="4769" y="1068"/>
                </a:lnTo>
                <a:lnTo>
                  <a:pt x="4769" y="1064"/>
                </a:lnTo>
                <a:moveTo>
                  <a:pt x="1649" y="990"/>
                </a:moveTo>
                <a:lnTo>
                  <a:pt x="1651" y="1003"/>
                </a:lnTo>
                <a:moveTo>
                  <a:pt x="1350" y="759"/>
                </a:moveTo>
                <a:lnTo>
                  <a:pt x="1355" y="773"/>
                </a:lnTo>
                <a:lnTo>
                  <a:pt x="1378" y="849"/>
                </a:lnTo>
                <a:moveTo>
                  <a:pt x="2094" y="1717"/>
                </a:moveTo>
                <a:lnTo>
                  <a:pt x="2094" y="1714"/>
                </a:lnTo>
                <a:moveTo>
                  <a:pt x="2094" y="1717"/>
                </a:moveTo>
                <a:lnTo>
                  <a:pt x="2095" y="1741"/>
                </a:lnTo>
                <a:moveTo>
                  <a:pt x="205" y="504"/>
                </a:moveTo>
                <a:lnTo>
                  <a:pt x="200" y="508"/>
                </a:lnTo>
                <a:lnTo>
                  <a:pt x="196" y="510"/>
                </a:lnTo>
                <a:lnTo>
                  <a:pt x="191" y="511"/>
                </a:lnTo>
                <a:lnTo>
                  <a:pt x="182" y="511"/>
                </a:lnTo>
                <a:lnTo>
                  <a:pt x="174" y="512"/>
                </a:lnTo>
                <a:lnTo>
                  <a:pt x="164" y="512"/>
                </a:lnTo>
                <a:lnTo>
                  <a:pt x="143" y="513"/>
                </a:lnTo>
                <a:lnTo>
                  <a:pt x="141" y="514"/>
                </a:lnTo>
                <a:lnTo>
                  <a:pt x="140" y="516"/>
                </a:lnTo>
                <a:lnTo>
                  <a:pt x="141" y="523"/>
                </a:lnTo>
                <a:moveTo>
                  <a:pt x="2292" y="1623"/>
                </a:moveTo>
                <a:lnTo>
                  <a:pt x="2287" y="1614"/>
                </a:lnTo>
                <a:lnTo>
                  <a:pt x="2285" y="1610"/>
                </a:lnTo>
                <a:lnTo>
                  <a:pt x="2281" y="1607"/>
                </a:lnTo>
                <a:lnTo>
                  <a:pt x="2277" y="1605"/>
                </a:lnTo>
                <a:lnTo>
                  <a:pt x="2270" y="1603"/>
                </a:lnTo>
                <a:lnTo>
                  <a:pt x="2258" y="1602"/>
                </a:lnTo>
                <a:moveTo>
                  <a:pt x="1341" y="1982"/>
                </a:moveTo>
                <a:lnTo>
                  <a:pt x="1327" y="1906"/>
                </a:lnTo>
                <a:moveTo>
                  <a:pt x="2111" y="2247"/>
                </a:moveTo>
                <a:lnTo>
                  <a:pt x="2111" y="2255"/>
                </a:lnTo>
                <a:moveTo>
                  <a:pt x="2122" y="2482"/>
                </a:moveTo>
                <a:lnTo>
                  <a:pt x="2122" y="2479"/>
                </a:lnTo>
                <a:lnTo>
                  <a:pt x="2121" y="2468"/>
                </a:lnTo>
                <a:moveTo>
                  <a:pt x="2122" y="2482"/>
                </a:moveTo>
                <a:lnTo>
                  <a:pt x="2122" y="2490"/>
                </a:lnTo>
                <a:moveTo>
                  <a:pt x="2122" y="2514"/>
                </a:moveTo>
                <a:lnTo>
                  <a:pt x="2123" y="2520"/>
                </a:lnTo>
                <a:moveTo>
                  <a:pt x="2123" y="2520"/>
                </a:moveTo>
                <a:lnTo>
                  <a:pt x="2124" y="2535"/>
                </a:lnTo>
                <a:lnTo>
                  <a:pt x="2124" y="2539"/>
                </a:lnTo>
                <a:moveTo>
                  <a:pt x="2125" y="2553"/>
                </a:moveTo>
                <a:lnTo>
                  <a:pt x="2124" y="2544"/>
                </a:lnTo>
                <a:lnTo>
                  <a:pt x="2124" y="2539"/>
                </a:lnTo>
                <a:moveTo>
                  <a:pt x="2131" y="2746"/>
                </a:moveTo>
                <a:lnTo>
                  <a:pt x="2131" y="2754"/>
                </a:lnTo>
                <a:lnTo>
                  <a:pt x="2132" y="2755"/>
                </a:lnTo>
                <a:moveTo>
                  <a:pt x="1677" y="1980"/>
                </a:moveTo>
                <a:lnTo>
                  <a:pt x="1676" y="1978"/>
                </a:lnTo>
                <a:lnTo>
                  <a:pt x="1674" y="1976"/>
                </a:lnTo>
                <a:lnTo>
                  <a:pt x="1672" y="1975"/>
                </a:lnTo>
                <a:lnTo>
                  <a:pt x="1670" y="1974"/>
                </a:lnTo>
                <a:lnTo>
                  <a:pt x="1668" y="1973"/>
                </a:lnTo>
                <a:lnTo>
                  <a:pt x="1665" y="1972"/>
                </a:lnTo>
                <a:moveTo>
                  <a:pt x="1320" y="1902"/>
                </a:moveTo>
                <a:lnTo>
                  <a:pt x="1299" y="1922"/>
                </a:lnTo>
                <a:lnTo>
                  <a:pt x="1293" y="1929"/>
                </a:lnTo>
                <a:lnTo>
                  <a:pt x="1283" y="1938"/>
                </a:lnTo>
                <a:moveTo>
                  <a:pt x="1320" y="1902"/>
                </a:moveTo>
                <a:lnTo>
                  <a:pt x="1322" y="1902"/>
                </a:lnTo>
                <a:lnTo>
                  <a:pt x="1323" y="1902"/>
                </a:lnTo>
                <a:lnTo>
                  <a:pt x="1325" y="1902"/>
                </a:lnTo>
                <a:lnTo>
                  <a:pt x="1326" y="1904"/>
                </a:lnTo>
                <a:lnTo>
                  <a:pt x="1327" y="1906"/>
                </a:lnTo>
                <a:moveTo>
                  <a:pt x="1320" y="1902"/>
                </a:moveTo>
                <a:lnTo>
                  <a:pt x="1325" y="1898"/>
                </a:lnTo>
                <a:moveTo>
                  <a:pt x="1327" y="1906"/>
                </a:moveTo>
                <a:lnTo>
                  <a:pt x="1325" y="1898"/>
                </a:lnTo>
                <a:moveTo>
                  <a:pt x="1153" y="2073"/>
                </a:moveTo>
                <a:lnTo>
                  <a:pt x="1147" y="2079"/>
                </a:lnTo>
                <a:lnTo>
                  <a:pt x="1119" y="2108"/>
                </a:lnTo>
                <a:lnTo>
                  <a:pt x="1102" y="2124"/>
                </a:lnTo>
                <a:lnTo>
                  <a:pt x="1098" y="2128"/>
                </a:lnTo>
                <a:lnTo>
                  <a:pt x="1090" y="2137"/>
                </a:lnTo>
                <a:lnTo>
                  <a:pt x="1087" y="2141"/>
                </a:lnTo>
                <a:lnTo>
                  <a:pt x="1084" y="2144"/>
                </a:lnTo>
                <a:lnTo>
                  <a:pt x="1082" y="2146"/>
                </a:lnTo>
                <a:lnTo>
                  <a:pt x="1081" y="2151"/>
                </a:lnTo>
                <a:lnTo>
                  <a:pt x="1080" y="2155"/>
                </a:lnTo>
                <a:moveTo>
                  <a:pt x="1153" y="2073"/>
                </a:moveTo>
                <a:lnTo>
                  <a:pt x="1165" y="2061"/>
                </a:lnTo>
                <a:lnTo>
                  <a:pt x="1168" y="2057"/>
                </a:lnTo>
                <a:lnTo>
                  <a:pt x="1170" y="2055"/>
                </a:lnTo>
                <a:lnTo>
                  <a:pt x="1174" y="2052"/>
                </a:lnTo>
                <a:lnTo>
                  <a:pt x="1183" y="2042"/>
                </a:lnTo>
                <a:lnTo>
                  <a:pt x="1188" y="2036"/>
                </a:lnTo>
                <a:lnTo>
                  <a:pt x="1197" y="2026"/>
                </a:lnTo>
                <a:lnTo>
                  <a:pt x="1199" y="2025"/>
                </a:lnTo>
                <a:lnTo>
                  <a:pt x="1205" y="2019"/>
                </a:lnTo>
                <a:lnTo>
                  <a:pt x="1210" y="2013"/>
                </a:lnTo>
                <a:lnTo>
                  <a:pt x="1222" y="2001"/>
                </a:lnTo>
                <a:lnTo>
                  <a:pt x="1227" y="1996"/>
                </a:lnTo>
                <a:lnTo>
                  <a:pt x="1232" y="1990"/>
                </a:lnTo>
                <a:lnTo>
                  <a:pt x="1239" y="1983"/>
                </a:lnTo>
                <a:lnTo>
                  <a:pt x="1251" y="1970"/>
                </a:lnTo>
                <a:lnTo>
                  <a:pt x="1253" y="1969"/>
                </a:lnTo>
                <a:lnTo>
                  <a:pt x="1267" y="1954"/>
                </a:lnTo>
                <a:lnTo>
                  <a:pt x="1283" y="1938"/>
                </a:lnTo>
                <a:moveTo>
                  <a:pt x="1299" y="697"/>
                </a:moveTo>
                <a:lnTo>
                  <a:pt x="1293" y="696"/>
                </a:lnTo>
                <a:lnTo>
                  <a:pt x="1286" y="694"/>
                </a:lnTo>
                <a:moveTo>
                  <a:pt x="1280" y="1935"/>
                </a:moveTo>
                <a:lnTo>
                  <a:pt x="1283" y="1938"/>
                </a:lnTo>
                <a:moveTo>
                  <a:pt x="1080" y="2155"/>
                </a:moveTo>
                <a:lnTo>
                  <a:pt x="1076" y="2142"/>
                </a:lnTo>
              </a:path>
            </a:pathLst>
          </a:custGeom>
          <a:noFill/>
          <a:ln w="8255">
            <a:solidFill>
              <a:srgbClr val="A0B5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Freeform 9"/>
          <p:cNvSpPr/>
          <p:nvPr/>
        </p:nvSpPr>
        <p:spPr>
          <a:xfrm>
            <a:off x="559613" y="2171700"/>
            <a:ext cx="3628339" cy="1387145"/>
          </a:xfrm>
          <a:custGeom>
            <a:avLst/>
            <a:gdLst/>
            <a:ahLst/>
            <a:cxnLst/>
            <a:rect l="l" t="t" r="r" b="b"/>
            <a:pathLst>
              <a:path w="3968" h="1517">
                <a:moveTo>
                  <a:pt x="1561" y="125"/>
                </a:moveTo>
                <a:lnTo>
                  <a:pt x="1554" y="404"/>
                </a:lnTo>
                <a:lnTo>
                  <a:pt x="1551" y="465"/>
                </a:lnTo>
                <a:lnTo>
                  <a:pt x="1553" y="524"/>
                </a:lnTo>
                <a:lnTo>
                  <a:pt x="1550" y="728"/>
                </a:lnTo>
                <a:lnTo>
                  <a:pt x="1547" y="888"/>
                </a:lnTo>
                <a:moveTo>
                  <a:pt x="1547" y="888"/>
                </a:moveTo>
                <a:lnTo>
                  <a:pt x="1563" y="905"/>
                </a:lnTo>
                <a:lnTo>
                  <a:pt x="1590" y="936"/>
                </a:lnTo>
                <a:lnTo>
                  <a:pt x="1609" y="957"/>
                </a:lnTo>
                <a:lnTo>
                  <a:pt x="1620" y="969"/>
                </a:lnTo>
                <a:lnTo>
                  <a:pt x="1645" y="998"/>
                </a:lnTo>
                <a:lnTo>
                  <a:pt x="1718" y="1082"/>
                </a:lnTo>
                <a:lnTo>
                  <a:pt x="1746" y="1113"/>
                </a:lnTo>
                <a:lnTo>
                  <a:pt x="1752" y="1121"/>
                </a:lnTo>
                <a:lnTo>
                  <a:pt x="1754" y="1120"/>
                </a:lnTo>
                <a:lnTo>
                  <a:pt x="1763" y="1113"/>
                </a:lnTo>
                <a:lnTo>
                  <a:pt x="1764" y="1112"/>
                </a:lnTo>
                <a:lnTo>
                  <a:pt x="1769" y="1118"/>
                </a:lnTo>
                <a:lnTo>
                  <a:pt x="1756" y="1130"/>
                </a:lnTo>
                <a:lnTo>
                  <a:pt x="1769" y="1146"/>
                </a:lnTo>
                <a:lnTo>
                  <a:pt x="1772" y="1144"/>
                </a:lnTo>
                <a:lnTo>
                  <a:pt x="1786" y="1161"/>
                </a:lnTo>
                <a:lnTo>
                  <a:pt x="1802" y="1148"/>
                </a:lnTo>
                <a:lnTo>
                  <a:pt x="1807" y="1154"/>
                </a:lnTo>
                <a:lnTo>
                  <a:pt x="1796" y="1174"/>
                </a:lnTo>
                <a:lnTo>
                  <a:pt x="1788" y="1189"/>
                </a:lnTo>
                <a:lnTo>
                  <a:pt x="1789" y="1191"/>
                </a:lnTo>
                <a:lnTo>
                  <a:pt x="1786" y="1198"/>
                </a:lnTo>
                <a:lnTo>
                  <a:pt x="1783" y="1199"/>
                </a:lnTo>
                <a:lnTo>
                  <a:pt x="1781" y="1202"/>
                </a:lnTo>
                <a:lnTo>
                  <a:pt x="1775" y="1199"/>
                </a:lnTo>
                <a:lnTo>
                  <a:pt x="1773" y="1202"/>
                </a:lnTo>
                <a:lnTo>
                  <a:pt x="1772" y="1202"/>
                </a:lnTo>
                <a:lnTo>
                  <a:pt x="1772" y="1201"/>
                </a:lnTo>
                <a:lnTo>
                  <a:pt x="1771" y="1200"/>
                </a:lnTo>
                <a:lnTo>
                  <a:pt x="1771" y="1198"/>
                </a:lnTo>
                <a:lnTo>
                  <a:pt x="1770" y="1196"/>
                </a:lnTo>
                <a:lnTo>
                  <a:pt x="1770" y="1195"/>
                </a:lnTo>
                <a:lnTo>
                  <a:pt x="1773" y="1191"/>
                </a:lnTo>
                <a:lnTo>
                  <a:pt x="1773" y="1191"/>
                </a:lnTo>
                <a:lnTo>
                  <a:pt x="1774" y="1189"/>
                </a:lnTo>
                <a:lnTo>
                  <a:pt x="1772" y="1188"/>
                </a:lnTo>
                <a:lnTo>
                  <a:pt x="1771" y="1190"/>
                </a:lnTo>
                <a:lnTo>
                  <a:pt x="1772" y="1190"/>
                </a:lnTo>
                <a:lnTo>
                  <a:pt x="1769" y="1195"/>
                </a:lnTo>
                <a:lnTo>
                  <a:pt x="1762" y="1206"/>
                </a:lnTo>
                <a:lnTo>
                  <a:pt x="1762" y="1207"/>
                </a:lnTo>
                <a:lnTo>
                  <a:pt x="1761" y="1210"/>
                </a:lnTo>
                <a:lnTo>
                  <a:pt x="1760" y="1210"/>
                </a:lnTo>
                <a:lnTo>
                  <a:pt x="1759" y="1212"/>
                </a:lnTo>
                <a:lnTo>
                  <a:pt x="1760" y="1212"/>
                </a:lnTo>
                <a:lnTo>
                  <a:pt x="1758" y="1215"/>
                </a:lnTo>
                <a:lnTo>
                  <a:pt x="1757" y="1215"/>
                </a:lnTo>
                <a:lnTo>
                  <a:pt x="1756" y="1217"/>
                </a:lnTo>
                <a:lnTo>
                  <a:pt x="1758" y="1218"/>
                </a:lnTo>
                <a:lnTo>
                  <a:pt x="1759" y="1216"/>
                </a:lnTo>
                <a:lnTo>
                  <a:pt x="1758" y="1216"/>
                </a:lnTo>
                <a:lnTo>
                  <a:pt x="1760" y="1212"/>
                </a:lnTo>
                <a:lnTo>
                  <a:pt x="1761" y="1213"/>
                </a:lnTo>
                <a:lnTo>
                  <a:pt x="1762" y="1211"/>
                </a:lnTo>
                <a:lnTo>
                  <a:pt x="1762" y="1210"/>
                </a:lnTo>
                <a:lnTo>
                  <a:pt x="1763" y="1207"/>
                </a:lnTo>
                <a:lnTo>
                  <a:pt x="1765" y="1208"/>
                </a:lnTo>
                <a:lnTo>
                  <a:pt x="1768" y="1205"/>
                </a:lnTo>
                <a:lnTo>
                  <a:pt x="1769" y="1204"/>
                </a:lnTo>
                <a:lnTo>
                  <a:pt x="1770" y="1204"/>
                </a:lnTo>
                <a:lnTo>
                  <a:pt x="1771" y="1205"/>
                </a:lnTo>
                <a:lnTo>
                  <a:pt x="1771" y="1206"/>
                </a:lnTo>
                <a:lnTo>
                  <a:pt x="1771" y="1207"/>
                </a:lnTo>
                <a:lnTo>
                  <a:pt x="1770" y="1209"/>
                </a:lnTo>
                <a:lnTo>
                  <a:pt x="1766" y="1217"/>
                </a:lnTo>
                <a:lnTo>
                  <a:pt x="1759" y="1228"/>
                </a:lnTo>
                <a:lnTo>
                  <a:pt x="1744" y="1250"/>
                </a:lnTo>
                <a:lnTo>
                  <a:pt x="1744" y="1251"/>
                </a:lnTo>
                <a:lnTo>
                  <a:pt x="1742" y="1251"/>
                </a:lnTo>
                <a:lnTo>
                  <a:pt x="1741" y="1251"/>
                </a:lnTo>
                <a:lnTo>
                  <a:pt x="1712" y="1236"/>
                </a:lnTo>
                <a:lnTo>
                  <a:pt x="1692" y="1224"/>
                </a:lnTo>
                <a:lnTo>
                  <a:pt x="1665" y="1209"/>
                </a:lnTo>
                <a:lnTo>
                  <a:pt x="1672" y="1198"/>
                </a:lnTo>
                <a:lnTo>
                  <a:pt x="1627" y="1174"/>
                </a:lnTo>
                <a:lnTo>
                  <a:pt x="1573" y="1143"/>
                </a:lnTo>
                <a:lnTo>
                  <a:pt x="1567" y="1153"/>
                </a:lnTo>
                <a:lnTo>
                  <a:pt x="1528" y="1131"/>
                </a:lnTo>
                <a:lnTo>
                  <a:pt x="1529" y="1130"/>
                </a:lnTo>
                <a:lnTo>
                  <a:pt x="1530" y="1131"/>
                </a:lnTo>
                <a:lnTo>
                  <a:pt x="1532" y="1128"/>
                </a:lnTo>
                <a:lnTo>
                  <a:pt x="1529" y="1126"/>
                </a:lnTo>
                <a:lnTo>
                  <a:pt x="1526" y="1129"/>
                </a:lnTo>
                <a:lnTo>
                  <a:pt x="1528" y="1130"/>
                </a:lnTo>
                <a:lnTo>
                  <a:pt x="1527" y="1131"/>
                </a:lnTo>
                <a:lnTo>
                  <a:pt x="1523" y="1128"/>
                </a:lnTo>
                <a:lnTo>
                  <a:pt x="1522" y="1121"/>
                </a:lnTo>
                <a:lnTo>
                  <a:pt x="1521" y="1120"/>
                </a:lnTo>
                <a:lnTo>
                  <a:pt x="1508" y="1110"/>
                </a:lnTo>
                <a:lnTo>
                  <a:pt x="1509" y="1108"/>
                </a:lnTo>
                <a:lnTo>
                  <a:pt x="1512" y="1109"/>
                </a:lnTo>
                <a:lnTo>
                  <a:pt x="1514" y="1106"/>
                </a:lnTo>
                <a:lnTo>
                  <a:pt x="1505" y="1100"/>
                </a:lnTo>
                <a:lnTo>
                  <a:pt x="1503" y="1103"/>
                </a:lnTo>
                <a:lnTo>
                  <a:pt x="1505" y="1105"/>
                </a:lnTo>
                <a:lnTo>
                  <a:pt x="1503" y="1111"/>
                </a:lnTo>
                <a:lnTo>
                  <a:pt x="1519" y="1124"/>
                </a:lnTo>
                <a:lnTo>
                  <a:pt x="1519" y="1129"/>
                </a:lnTo>
                <a:lnTo>
                  <a:pt x="1515" y="1133"/>
                </a:lnTo>
                <a:lnTo>
                  <a:pt x="1477" y="1108"/>
                </a:lnTo>
                <a:lnTo>
                  <a:pt x="1443" y="1085"/>
                </a:lnTo>
                <a:lnTo>
                  <a:pt x="1446" y="1080"/>
                </a:lnTo>
                <a:lnTo>
                  <a:pt x="1425" y="1059"/>
                </a:lnTo>
                <a:lnTo>
                  <a:pt x="1431" y="1052"/>
                </a:lnTo>
                <a:lnTo>
                  <a:pt x="1435" y="1055"/>
                </a:lnTo>
                <a:lnTo>
                  <a:pt x="1439" y="1050"/>
                </a:lnTo>
                <a:lnTo>
                  <a:pt x="1430" y="1042"/>
                </a:lnTo>
                <a:lnTo>
                  <a:pt x="1425" y="1046"/>
                </a:lnTo>
                <a:lnTo>
                  <a:pt x="1426" y="1049"/>
                </a:lnTo>
                <a:lnTo>
                  <a:pt x="1426" y="1052"/>
                </a:lnTo>
                <a:lnTo>
                  <a:pt x="1421" y="1057"/>
                </a:lnTo>
                <a:lnTo>
                  <a:pt x="1401" y="1039"/>
                </a:lnTo>
                <a:lnTo>
                  <a:pt x="1412" y="1026"/>
                </a:lnTo>
                <a:lnTo>
                  <a:pt x="1411" y="1025"/>
                </a:lnTo>
                <a:lnTo>
                  <a:pt x="1398" y="1037"/>
                </a:lnTo>
                <a:lnTo>
                  <a:pt x="1368" y="1011"/>
                </a:lnTo>
                <a:lnTo>
                  <a:pt x="1373" y="1005"/>
                </a:lnTo>
                <a:lnTo>
                  <a:pt x="1357" y="989"/>
                </a:lnTo>
                <a:lnTo>
                  <a:pt x="1358" y="987"/>
                </a:lnTo>
                <a:lnTo>
                  <a:pt x="1360" y="986"/>
                </a:lnTo>
                <a:lnTo>
                  <a:pt x="1362" y="984"/>
                </a:lnTo>
                <a:lnTo>
                  <a:pt x="1354" y="976"/>
                </a:lnTo>
                <a:lnTo>
                  <a:pt x="1351" y="977"/>
                </a:lnTo>
                <a:lnTo>
                  <a:pt x="1350" y="979"/>
                </a:lnTo>
                <a:lnTo>
                  <a:pt x="1348" y="981"/>
                </a:lnTo>
                <a:lnTo>
                  <a:pt x="1343" y="976"/>
                </a:lnTo>
                <a:lnTo>
                  <a:pt x="1340" y="980"/>
                </a:lnTo>
                <a:lnTo>
                  <a:pt x="1338" y="978"/>
                </a:lnTo>
                <a:lnTo>
                  <a:pt x="1341" y="975"/>
                </a:lnTo>
                <a:lnTo>
                  <a:pt x="1324" y="960"/>
                </a:lnTo>
                <a:lnTo>
                  <a:pt x="1325" y="958"/>
                </a:lnTo>
                <a:lnTo>
                  <a:pt x="1320" y="956"/>
                </a:lnTo>
                <a:lnTo>
                  <a:pt x="1319" y="957"/>
                </a:lnTo>
                <a:lnTo>
                  <a:pt x="1316" y="955"/>
                </a:lnTo>
                <a:lnTo>
                  <a:pt x="1312" y="955"/>
                </a:lnTo>
                <a:lnTo>
                  <a:pt x="1310" y="954"/>
                </a:lnTo>
                <a:lnTo>
                  <a:pt x="1308" y="954"/>
                </a:lnTo>
                <a:lnTo>
                  <a:pt x="1307" y="954"/>
                </a:lnTo>
                <a:lnTo>
                  <a:pt x="1306" y="954"/>
                </a:lnTo>
                <a:lnTo>
                  <a:pt x="1304" y="955"/>
                </a:lnTo>
                <a:lnTo>
                  <a:pt x="1301" y="956"/>
                </a:lnTo>
                <a:lnTo>
                  <a:pt x="1297" y="958"/>
                </a:lnTo>
                <a:lnTo>
                  <a:pt x="1292" y="961"/>
                </a:lnTo>
                <a:lnTo>
                  <a:pt x="1288" y="964"/>
                </a:lnTo>
                <a:lnTo>
                  <a:pt x="1286" y="969"/>
                </a:lnTo>
                <a:lnTo>
                  <a:pt x="1286" y="975"/>
                </a:lnTo>
                <a:lnTo>
                  <a:pt x="1285" y="982"/>
                </a:lnTo>
                <a:lnTo>
                  <a:pt x="1283" y="998"/>
                </a:lnTo>
                <a:lnTo>
                  <a:pt x="1282" y="1014"/>
                </a:lnTo>
                <a:lnTo>
                  <a:pt x="1280" y="1035"/>
                </a:lnTo>
                <a:lnTo>
                  <a:pt x="1280" y="1056"/>
                </a:lnTo>
                <a:lnTo>
                  <a:pt x="1280" y="1062"/>
                </a:lnTo>
                <a:lnTo>
                  <a:pt x="1295" y="1084"/>
                </a:lnTo>
                <a:lnTo>
                  <a:pt x="1304" y="1098"/>
                </a:lnTo>
                <a:lnTo>
                  <a:pt x="1311" y="1110"/>
                </a:lnTo>
                <a:lnTo>
                  <a:pt x="1315" y="1118"/>
                </a:lnTo>
                <a:lnTo>
                  <a:pt x="1319" y="1123"/>
                </a:lnTo>
                <a:lnTo>
                  <a:pt x="1323" y="1129"/>
                </a:lnTo>
                <a:lnTo>
                  <a:pt x="1328" y="1139"/>
                </a:lnTo>
                <a:lnTo>
                  <a:pt x="1330" y="1152"/>
                </a:lnTo>
                <a:lnTo>
                  <a:pt x="1332" y="1156"/>
                </a:lnTo>
                <a:lnTo>
                  <a:pt x="1334" y="1158"/>
                </a:lnTo>
                <a:lnTo>
                  <a:pt x="1337" y="1160"/>
                </a:lnTo>
                <a:lnTo>
                  <a:pt x="1373" y="1111"/>
                </a:lnTo>
                <a:lnTo>
                  <a:pt x="1389" y="1122"/>
                </a:lnTo>
                <a:lnTo>
                  <a:pt x="1352" y="1172"/>
                </a:lnTo>
                <a:lnTo>
                  <a:pt x="1355" y="1174"/>
                </a:lnTo>
                <a:lnTo>
                  <a:pt x="1391" y="1128"/>
                </a:lnTo>
                <a:lnTo>
                  <a:pt x="1400" y="1129"/>
                </a:lnTo>
                <a:lnTo>
                  <a:pt x="1405" y="1139"/>
                </a:lnTo>
                <a:lnTo>
                  <a:pt x="1373" y="1182"/>
                </a:lnTo>
                <a:lnTo>
                  <a:pt x="1372" y="1184"/>
                </a:lnTo>
                <a:lnTo>
                  <a:pt x="1372" y="1186"/>
                </a:lnTo>
                <a:lnTo>
                  <a:pt x="1374" y="1187"/>
                </a:lnTo>
                <a:lnTo>
                  <a:pt x="1377" y="1190"/>
                </a:lnTo>
                <a:lnTo>
                  <a:pt x="1379" y="1193"/>
                </a:lnTo>
                <a:lnTo>
                  <a:pt x="1378" y="1196"/>
                </a:lnTo>
                <a:lnTo>
                  <a:pt x="1375" y="1200"/>
                </a:lnTo>
                <a:lnTo>
                  <a:pt x="1374" y="1199"/>
                </a:lnTo>
                <a:lnTo>
                  <a:pt x="1373" y="1202"/>
                </a:lnTo>
                <a:lnTo>
                  <a:pt x="1378" y="1205"/>
                </a:lnTo>
                <a:lnTo>
                  <a:pt x="1380" y="1202"/>
                </a:lnTo>
                <a:lnTo>
                  <a:pt x="1378" y="1201"/>
                </a:lnTo>
                <a:lnTo>
                  <a:pt x="1379" y="1200"/>
                </a:lnTo>
                <a:lnTo>
                  <a:pt x="1381" y="1201"/>
                </a:lnTo>
                <a:lnTo>
                  <a:pt x="1383" y="1202"/>
                </a:lnTo>
                <a:lnTo>
                  <a:pt x="1384" y="1202"/>
                </a:lnTo>
                <a:lnTo>
                  <a:pt x="1385" y="1203"/>
                </a:lnTo>
                <a:lnTo>
                  <a:pt x="1385" y="1204"/>
                </a:lnTo>
                <a:lnTo>
                  <a:pt x="1386" y="1205"/>
                </a:lnTo>
                <a:lnTo>
                  <a:pt x="1386" y="1207"/>
                </a:lnTo>
                <a:lnTo>
                  <a:pt x="1385" y="1206"/>
                </a:lnTo>
                <a:lnTo>
                  <a:pt x="1383" y="1208"/>
                </a:lnTo>
                <a:lnTo>
                  <a:pt x="1388" y="1212"/>
                </a:lnTo>
                <a:lnTo>
                  <a:pt x="1390" y="1209"/>
                </a:lnTo>
                <a:lnTo>
                  <a:pt x="1389" y="1208"/>
                </a:lnTo>
                <a:lnTo>
                  <a:pt x="1394" y="1201"/>
                </a:lnTo>
                <a:lnTo>
                  <a:pt x="1400" y="1190"/>
                </a:lnTo>
                <a:lnTo>
                  <a:pt x="1402" y="1189"/>
                </a:lnTo>
                <a:lnTo>
                  <a:pt x="1405" y="1185"/>
                </a:lnTo>
                <a:lnTo>
                  <a:pt x="1416" y="1193"/>
                </a:lnTo>
                <a:lnTo>
                  <a:pt x="1403" y="1214"/>
                </a:lnTo>
                <a:lnTo>
                  <a:pt x="1448" y="1243"/>
                </a:lnTo>
                <a:lnTo>
                  <a:pt x="1457" y="1249"/>
                </a:lnTo>
                <a:lnTo>
                  <a:pt x="1461" y="1250"/>
                </a:lnTo>
                <a:lnTo>
                  <a:pt x="1478" y="1261"/>
                </a:lnTo>
                <a:lnTo>
                  <a:pt x="1477" y="1266"/>
                </a:lnTo>
                <a:lnTo>
                  <a:pt x="1478" y="1266"/>
                </a:lnTo>
                <a:lnTo>
                  <a:pt x="1481" y="1262"/>
                </a:lnTo>
                <a:lnTo>
                  <a:pt x="1483" y="1262"/>
                </a:lnTo>
                <a:lnTo>
                  <a:pt x="1494" y="1269"/>
                </a:lnTo>
                <a:lnTo>
                  <a:pt x="1499" y="1272"/>
                </a:lnTo>
                <a:lnTo>
                  <a:pt x="1498" y="1273"/>
                </a:lnTo>
                <a:lnTo>
                  <a:pt x="1501" y="1276"/>
                </a:lnTo>
                <a:lnTo>
                  <a:pt x="1494" y="1288"/>
                </a:lnTo>
                <a:lnTo>
                  <a:pt x="1594" y="1345"/>
                </a:lnTo>
                <a:lnTo>
                  <a:pt x="1611" y="1355"/>
                </a:lnTo>
                <a:lnTo>
                  <a:pt x="1652" y="1379"/>
                </a:lnTo>
                <a:lnTo>
                  <a:pt x="1657" y="1370"/>
                </a:lnTo>
                <a:lnTo>
                  <a:pt x="1671" y="1379"/>
                </a:lnTo>
                <a:lnTo>
                  <a:pt x="1687" y="1388"/>
                </a:lnTo>
                <a:lnTo>
                  <a:pt x="1755" y="1428"/>
                </a:lnTo>
                <a:lnTo>
                  <a:pt x="1735" y="1462"/>
                </a:lnTo>
                <a:lnTo>
                  <a:pt x="1732" y="1463"/>
                </a:lnTo>
                <a:lnTo>
                  <a:pt x="1676" y="1429"/>
                </a:lnTo>
                <a:lnTo>
                  <a:pt x="1661" y="1419"/>
                </a:lnTo>
                <a:lnTo>
                  <a:pt x="1658" y="1418"/>
                </a:lnTo>
                <a:lnTo>
                  <a:pt x="1604" y="1509"/>
                </a:lnTo>
                <a:lnTo>
                  <a:pt x="1599" y="1517"/>
                </a:lnTo>
                <a:lnTo>
                  <a:pt x="1461" y="1434"/>
                </a:lnTo>
                <a:lnTo>
                  <a:pt x="1462" y="1432"/>
                </a:lnTo>
                <a:lnTo>
                  <a:pt x="1449" y="1424"/>
                </a:lnTo>
                <a:lnTo>
                  <a:pt x="1448" y="1426"/>
                </a:lnTo>
                <a:lnTo>
                  <a:pt x="1447" y="1426"/>
                </a:lnTo>
                <a:lnTo>
                  <a:pt x="1415" y="1482"/>
                </a:lnTo>
                <a:lnTo>
                  <a:pt x="1410" y="1480"/>
                </a:lnTo>
                <a:lnTo>
                  <a:pt x="1392" y="1469"/>
                </a:lnTo>
                <a:lnTo>
                  <a:pt x="1389" y="1467"/>
                </a:lnTo>
                <a:lnTo>
                  <a:pt x="1387" y="1464"/>
                </a:lnTo>
                <a:lnTo>
                  <a:pt x="1398" y="1446"/>
                </a:lnTo>
                <a:lnTo>
                  <a:pt x="1398" y="1444"/>
                </a:lnTo>
                <a:lnTo>
                  <a:pt x="1404" y="1434"/>
                </a:lnTo>
                <a:lnTo>
                  <a:pt x="1405" y="1432"/>
                </a:lnTo>
                <a:lnTo>
                  <a:pt x="1409" y="1426"/>
                </a:lnTo>
                <a:lnTo>
                  <a:pt x="1410" y="1425"/>
                </a:lnTo>
                <a:lnTo>
                  <a:pt x="1413" y="1419"/>
                </a:lnTo>
                <a:lnTo>
                  <a:pt x="1414" y="1417"/>
                </a:lnTo>
                <a:lnTo>
                  <a:pt x="1417" y="1412"/>
                </a:lnTo>
                <a:lnTo>
                  <a:pt x="1418" y="1411"/>
                </a:lnTo>
                <a:lnTo>
                  <a:pt x="1420" y="1408"/>
                </a:lnTo>
                <a:lnTo>
                  <a:pt x="1419" y="1406"/>
                </a:lnTo>
                <a:lnTo>
                  <a:pt x="1419" y="1405"/>
                </a:lnTo>
                <a:lnTo>
                  <a:pt x="1418" y="1405"/>
                </a:lnTo>
                <a:lnTo>
                  <a:pt x="1416" y="1393"/>
                </a:lnTo>
                <a:lnTo>
                  <a:pt x="1414" y="1393"/>
                </a:lnTo>
                <a:lnTo>
                  <a:pt x="1412" y="1391"/>
                </a:lnTo>
                <a:lnTo>
                  <a:pt x="1400" y="1393"/>
                </a:lnTo>
                <a:lnTo>
                  <a:pt x="1400" y="1392"/>
                </a:lnTo>
                <a:lnTo>
                  <a:pt x="1388" y="1395"/>
                </a:lnTo>
                <a:lnTo>
                  <a:pt x="1387" y="1393"/>
                </a:lnTo>
                <a:lnTo>
                  <a:pt x="1385" y="1393"/>
                </a:lnTo>
                <a:lnTo>
                  <a:pt x="1384" y="1391"/>
                </a:lnTo>
                <a:lnTo>
                  <a:pt x="1386" y="1389"/>
                </a:lnTo>
                <a:lnTo>
                  <a:pt x="1386" y="1387"/>
                </a:lnTo>
                <a:lnTo>
                  <a:pt x="1388" y="1387"/>
                </a:lnTo>
                <a:lnTo>
                  <a:pt x="1388" y="1386"/>
                </a:lnTo>
                <a:lnTo>
                  <a:pt x="1396" y="1384"/>
                </a:lnTo>
                <a:lnTo>
                  <a:pt x="1386" y="1347"/>
                </a:lnTo>
                <a:lnTo>
                  <a:pt x="1397" y="1344"/>
                </a:lnTo>
                <a:lnTo>
                  <a:pt x="1394" y="1334"/>
                </a:lnTo>
                <a:lnTo>
                  <a:pt x="1394" y="1332"/>
                </a:lnTo>
                <a:lnTo>
                  <a:pt x="1373" y="1334"/>
                </a:lnTo>
                <a:lnTo>
                  <a:pt x="1356" y="1338"/>
                </a:lnTo>
                <a:lnTo>
                  <a:pt x="1354" y="1331"/>
                </a:lnTo>
                <a:lnTo>
                  <a:pt x="1379" y="1324"/>
                </a:lnTo>
                <a:lnTo>
                  <a:pt x="1379" y="1315"/>
                </a:lnTo>
                <a:lnTo>
                  <a:pt x="1378" y="1312"/>
                </a:lnTo>
                <a:lnTo>
                  <a:pt x="1376" y="1308"/>
                </a:lnTo>
                <a:lnTo>
                  <a:pt x="1375" y="1304"/>
                </a:lnTo>
                <a:lnTo>
                  <a:pt x="1372" y="1295"/>
                </a:lnTo>
                <a:lnTo>
                  <a:pt x="1367" y="1285"/>
                </a:lnTo>
                <a:lnTo>
                  <a:pt x="1363" y="1280"/>
                </a:lnTo>
                <a:lnTo>
                  <a:pt x="1357" y="1276"/>
                </a:lnTo>
                <a:lnTo>
                  <a:pt x="1351" y="1274"/>
                </a:lnTo>
                <a:lnTo>
                  <a:pt x="1345" y="1275"/>
                </a:lnTo>
                <a:lnTo>
                  <a:pt x="1342" y="1276"/>
                </a:lnTo>
                <a:lnTo>
                  <a:pt x="1341" y="1279"/>
                </a:lnTo>
                <a:lnTo>
                  <a:pt x="1341" y="1283"/>
                </a:lnTo>
                <a:lnTo>
                  <a:pt x="1339" y="1288"/>
                </a:lnTo>
                <a:lnTo>
                  <a:pt x="1337" y="1290"/>
                </a:lnTo>
                <a:lnTo>
                  <a:pt x="1336" y="1291"/>
                </a:lnTo>
                <a:lnTo>
                  <a:pt x="1334" y="1292"/>
                </a:lnTo>
                <a:lnTo>
                  <a:pt x="1332" y="1291"/>
                </a:lnTo>
                <a:lnTo>
                  <a:pt x="1330" y="1289"/>
                </a:lnTo>
                <a:lnTo>
                  <a:pt x="1328" y="1289"/>
                </a:lnTo>
                <a:lnTo>
                  <a:pt x="1335" y="1317"/>
                </a:lnTo>
                <a:lnTo>
                  <a:pt x="1334" y="1318"/>
                </a:lnTo>
                <a:lnTo>
                  <a:pt x="1338" y="1335"/>
                </a:lnTo>
                <a:lnTo>
                  <a:pt x="1331" y="1336"/>
                </a:lnTo>
                <a:lnTo>
                  <a:pt x="1332" y="1344"/>
                </a:lnTo>
                <a:lnTo>
                  <a:pt x="1330" y="1344"/>
                </a:lnTo>
                <a:lnTo>
                  <a:pt x="1330" y="1346"/>
                </a:lnTo>
                <a:lnTo>
                  <a:pt x="1329" y="1347"/>
                </a:lnTo>
                <a:lnTo>
                  <a:pt x="1320" y="1350"/>
                </a:lnTo>
                <a:lnTo>
                  <a:pt x="1315" y="1351"/>
                </a:lnTo>
                <a:lnTo>
                  <a:pt x="1303" y="1304"/>
                </a:lnTo>
                <a:lnTo>
                  <a:pt x="1295" y="1284"/>
                </a:lnTo>
                <a:lnTo>
                  <a:pt x="1285" y="1257"/>
                </a:lnTo>
                <a:lnTo>
                  <a:pt x="1284" y="1255"/>
                </a:lnTo>
                <a:lnTo>
                  <a:pt x="1288" y="1253"/>
                </a:lnTo>
                <a:lnTo>
                  <a:pt x="1289" y="1255"/>
                </a:lnTo>
                <a:lnTo>
                  <a:pt x="1293" y="1254"/>
                </a:lnTo>
                <a:lnTo>
                  <a:pt x="1290" y="1246"/>
                </a:lnTo>
                <a:lnTo>
                  <a:pt x="1286" y="1248"/>
                </a:lnTo>
                <a:lnTo>
                  <a:pt x="1287" y="1250"/>
                </a:lnTo>
                <a:lnTo>
                  <a:pt x="1284" y="1251"/>
                </a:lnTo>
                <a:lnTo>
                  <a:pt x="1279" y="1237"/>
                </a:lnTo>
                <a:lnTo>
                  <a:pt x="1276" y="1230"/>
                </a:lnTo>
                <a:lnTo>
                  <a:pt x="1279" y="1229"/>
                </a:lnTo>
                <a:lnTo>
                  <a:pt x="1280" y="1232"/>
                </a:lnTo>
                <a:lnTo>
                  <a:pt x="1284" y="1230"/>
                </a:lnTo>
                <a:lnTo>
                  <a:pt x="1281" y="1222"/>
                </a:lnTo>
                <a:lnTo>
                  <a:pt x="1277" y="1224"/>
                </a:lnTo>
                <a:lnTo>
                  <a:pt x="1278" y="1227"/>
                </a:lnTo>
                <a:lnTo>
                  <a:pt x="1275" y="1228"/>
                </a:lnTo>
                <a:lnTo>
                  <a:pt x="1274" y="1226"/>
                </a:lnTo>
                <a:lnTo>
                  <a:pt x="1260" y="1201"/>
                </a:lnTo>
                <a:lnTo>
                  <a:pt x="1259" y="1200"/>
                </a:lnTo>
                <a:lnTo>
                  <a:pt x="1256" y="1200"/>
                </a:lnTo>
                <a:lnTo>
                  <a:pt x="1253" y="1201"/>
                </a:lnTo>
                <a:lnTo>
                  <a:pt x="1251" y="1203"/>
                </a:lnTo>
                <a:lnTo>
                  <a:pt x="1248" y="1286"/>
                </a:lnTo>
                <a:lnTo>
                  <a:pt x="1227" y="1292"/>
                </a:lnTo>
                <a:lnTo>
                  <a:pt x="1211" y="1243"/>
                </a:lnTo>
                <a:lnTo>
                  <a:pt x="1213" y="1242"/>
                </a:lnTo>
                <a:lnTo>
                  <a:pt x="1219" y="1261"/>
                </a:lnTo>
                <a:lnTo>
                  <a:pt x="1223" y="1260"/>
                </a:lnTo>
                <a:lnTo>
                  <a:pt x="1212" y="1225"/>
                </a:lnTo>
                <a:lnTo>
                  <a:pt x="1208" y="1226"/>
                </a:lnTo>
                <a:lnTo>
                  <a:pt x="1211" y="1236"/>
                </a:lnTo>
                <a:lnTo>
                  <a:pt x="1209" y="1236"/>
                </a:lnTo>
                <a:lnTo>
                  <a:pt x="1208" y="1231"/>
                </a:lnTo>
                <a:lnTo>
                  <a:pt x="1207" y="1222"/>
                </a:lnTo>
                <a:lnTo>
                  <a:pt x="1212" y="1031"/>
                </a:lnTo>
                <a:lnTo>
                  <a:pt x="1214" y="1030"/>
                </a:lnTo>
                <a:lnTo>
                  <a:pt x="1214" y="1042"/>
                </a:lnTo>
                <a:lnTo>
                  <a:pt x="1218" y="1042"/>
                </a:lnTo>
                <a:lnTo>
                  <a:pt x="1218" y="1017"/>
                </a:lnTo>
                <a:lnTo>
                  <a:pt x="1214" y="1017"/>
                </a:lnTo>
                <a:lnTo>
                  <a:pt x="1214" y="1026"/>
                </a:lnTo>
                <a:lnTo>
                  <a:pt x="1213" y="1026"/>
                </a:lnTo>
                <a:lnTo>
                  <a:pt x="1214" y="991"/>
                </a:lnTo>
                <a:lnTo>
                  <a:pt x="1211" y="991"/>
                </a:lnTo>
                <a:lnTo>
                  <a:pt x="1210" y="979"/>
                </a:lnTo>
                <a:lnTo>
                  <a:pt x="1209" y="966"/>
                </a:lnTo>
                <a:lnTo>
                  <a:pt x="1211" y="887"/>
                </a:lnTo>
                <a:lnTo>
                  <a:pt x="1187" y="886"/>
                </a:lnTo>
                <a:lnTo>
                  <a:pt x="1187" y="859"/>
                </a:lnTo>
                <a:lnTo>
                  <a:pt x="1209" y="859"/>
                </a:lnTo>
                <a:lnTo>
                  <a:pt x="1209" y="854"/>
                </a:lnTo>
                <a:lnTo>
                  <a:pt x="1203" y="853"/>
                </a:lnTo>
                <a:lnTo>
                  <a:pt x="1204" y="839"/>
                </a:lnTo>
                <a:lnTo>
                  <a:pt x="1204" y="836"/>
                </a:lnTo>
                <a:lnTo>
                  <a:pt x="1212" y="828"/>
                </a:lnTo>
                <a:lnTo>
                  <a:pt x="1213" y="823"/>
                </a:lnTo>
                <a:lnTo>
                  <a:pt x="1218" y="824"/>
                </a:lnTo>
                <a:lnTo>
                  <a:pt x="1218" y="820"/>
                </a:lnTo>
                <a:lnTo>
                  <a:pt x="1212" y="817"/>
                </a:lnTo>
                <a:lnTo>
                  <a:pt x="1213" y="799"/>
                </a:lnTo>
                <a:lnTo>
                  <a:pt x="1218" y="796"/>
                </a:lnTo>
                <a:lnTo>
                  <a:pt x="1218" y="787"/>
                </a:lnTo>
                <a:moveTo>
                  <a:pt x="1218" y="787"/>
                </a:moveTo>
                <a:lnTo>
                  <a:pt x="1102" y="784"/>
                </a:lnTo>
                <a:lnTo>
                  <a:pt x="1101" y="780"/>
                </a:lnTo>
                <a:lnTo>
                  <a:pt x="1103" y="722"/>
                </a:lnTo>
                <a:lnTo>
                  <a:pt x="1220" y="725"/>
                </a:lnTo>
                <a:moveTo>
                  <a:pt x="1220" y="725"/>
                </a:moveTo>
                <a:lnTo>
                  <a:pt x="1221" y="714"/>
                </a:lnTo>
                <a:lnTo>
                  <a:pt x="1215" y="714"/>
                </a:lnTo>
                <a:lnTo>
                  <a:pt x="1203" y="713"/>
                </a:lnTo>
                <a:lnTo>
                  <a:pt x="1198" y="705"/>
                </a:lnTo>
                <a:lnTo>
                  <a:pt x="1192" y="692"/>
                </a:lnTo>
                <a:lnTo>
                  <a:pt x="1188" y="680"/>
                </a:lnTo>
                <a:lnTo>
                  <a:pt x="1185" y="670"/>
                </a:lnTo>
                <a:lnTo>
                  <a:pt x="1183" y="660"/>
                </a:lnTo>
                <a:lnTo>
                  <a:pt x="1184" y="652"/>
                </a:lnTo>
                <a:lnTo>
                  <a:pt x="1185" y="647"/>
                </a:lnTo>
                <a:lnTo>
                  <a:pt x="1190" y="640"/>
                </a:lnTo>
                <a:lnTo>
                  <a:pt x="1194" y="635"/>
                </a:lnTo>
                <a:lnTo>
                  <a:pt x="1199" y="632"/>
                </a:lnTo>
                <a:lnTo>
                  <a:pt x="1205" y="630"/>
                </a:lnTo>
                <a:lnTo>
                  <a:pt x="1207" y="629"/>
                </a:lnTo>
                <a:lnTo>
                  <a:pt x="1208" y="627"/>
                </a:lnTo>
                <a:lnTo>
                  <a:pt x="1209" y="624"/>
                </a:lnTo>
                <a:lnTo>
                  <a:pt x="1208" y="623"/>
                </a:lnTo>
                <a:lnTo>
                  <a:pt x="1207" y="623"/>
                </a:lnTo>
                <a:lnTo>
                  <a:pt x="1202" y="623"/>
                </a:lnTo>
                <a:lnTo>
                  <a:pt x="1193" y="627"/>
                </a:lnTo>
                <a:lnTo>
                  <a:pt x="1186" y="629"/>
                </a:lnTo>
                <a:lnTo>
                  <a:pt x="1174" y="630"/>
                </a:lnTo>
                <a:lnTo>
                  <a:pt x="1163" y="631"/>
                </a:lnTo>
                <a:lnTo>
                  <a:pt x="1147" y="629"/>
                </a:lnTo>
                <a:lnTo>
                  <a:pt x="1126" y="628"/>
                </a:lnTo>
                <a:lnTo>
                  <a:pt x="1125" y="628"/>
                </a:lnTo>
                <a:lnTo>
                  <a:pt x="1124" y="640"/>
                </a:lnTo>
                <a:lnTo>
                  <a:pt x="1123" y="664"/>
                </a:lnTo>
                <a:lnTo>
                  <a:pt x="1120" y="674"/>
                </a:lnTo>
                <a:lnTo>
                  <a:pt x="1117" y="681"/>
                </a:lnTo>
                <a:lnTo>
                  <a:pt x="1111" y="685"/>
                </a:lnTo>
                <a:lnTo>
                  <a:pt x="1102" y="688"/>
                </a:lnTo>
                <a:lnTo>
                  <a:pt x="1091" y="689"/>
                </a:lnTo>
                <a:lnTo>
                  <a:pt x="1079" y="689"/>
                </a:lnTo>
                <a:lnTo>
                  <a:pt x="1071" y="692"/>
                </a:lnTo>
                <a:lnTo>
                  <a:pt x="1070" y="694"/>
                </a:lnTo>
                <a:lnTo>
                  <a:pt x="1068" y="698"/>
                </a:lnTo>
                <a:lnTo>
                  <a:pt x="1066" y="722"/>
                </a:lnTo>
                <a:lnTo>
                  <a:pt x="1066" y="734"/>
                </a:lnTo>
                <a:lnTo>
                  <a:pt x="1065" y="754"/>
                </a:lnTo>
                <a:lnTo>
                  <a:pt x="1063" y="764"/>
                </a:lnTo>
                <a:lnTo>
                  <a:pt x="1062" y="773"/>
                </a:lnTo>
                <a:lnTo>
                  <a:pt x="1062" y="779"/>
                </a:lnTo>
                <a:lnTo>
                  <a:pt x="1062" y="783"/>
                </a:lnTo>
                <a:lnTo>
                  <a:pt x="1064" y="786"/>
                </a:lnTo>
                <a:lnTo>
                  <a:pt x="1065" y="789"/>
                </a:lnTo>
                <a:lnTo>
                  <a:pt x="1065" y="793"/>
                </a:lnTo>
                <a:lnTo>
                  <a:pt x="1064" y="809"/>
                </a:lnTo>
                <a:lnTo>
                  <a:pt x="1063" y="818"/>
                </a:lnTo>
                <a:lnTo>
                  <a:pt x="1062" y="821"/>
                </a:lnTo>
                <a:lnTo>
                  <a:pt x="1060" y="825"/>
                </a:lnTo>
                <a:lnTo>
                  <a:pt x="1049" y="828"/>
                </a:lnTo>
                <a:lnTo>
                  <a:pt x="1033" y="830"/>
                </a:lnTo>
                <a:lnTo>
                  <a:pt x="993" y="835"/>
                </a:lnTo>
                <a:lnTo>
                  <a:pt x="966" y="838"/>
                </a:lnTo>
                <a:lnTo>
                  <a:pt x="933" y="844"/>
                </a:lnTo>
                <a:lnTo>
                  <a:pt x="898" y="850"/>
                </a:lnTo>
                <a:lnTo>
                  <a:pt x="858" y="852"/>
                </a:lnTo>
                <a:lnTo>
                  <a:pt x="847" y="852"/>
                </a:lnTo>
                <a:lnTo>
                  <a:pt x="832" y="849"/>
                </a:lnTo>
                <a:lnTo>
                  <a:pt x="815" y="846"/>
                </a:lnTo>
                <a:lnTo>
                  <a:pt x="804" y="844"/>
                </a:lnTo>
                <a:lnTo>
                  <a:pt x="799" y="842"/>
                </a:lnTo>
                <a:lnTo>
                  <a:pt x="796" y="838"/>
                </a:lnTo>
                <a:lnTo>
                  <a:pt x="794" y="830"/>
                </a:lnTo>
                <a:lnTo>
                  <a:pt x="793" y="812"/>
                </a:lnTo>
                <a:lnTo>
                  <a:pt x="791" y="788"/>
                </a:lnTo>
                <a:lnTo>
                  <a:pt x="789" y="759"/>
                </a:lnTo>
                <a:lnTo>
                  <a:pt x="787" y="736"/>
                </a:lnTo>
                <a:lnTo>
                  <a:pt x="785" y="704"/>
                </a:lnTo>
                <a:lnTo>
                  <a:pt x="785" y="691"/>
                </a:lnTo>
                <a:lnTo>
                  <a:pt x="785" y="683"/>
                </a:lnTo>
                <a:lnTo>
                  <a:pt x="786" y="679"/>
                </a:lnTo>
                <a:lnTo>
                  <a:pt x="788" y="677"/>
                </a:lnTo>
                <a:lnTo>
                  <a:pt x="799" y="677"/>
                </a:lnTo>
                <a:lnTo>
                  <a:pt x="813" y="677"/>
                </a:lnTo>
                <a:lnTo>
                  <a:pt x="822" y="677"/>
                </a:lnTo>
                <a:lnTo>
                  <a:pt x="832" y="677"/>
                </a:lnTo>
                <a:lnTo>
                  <a:pt x="842" y="679"/>
                </a:lnTo>
                <a:lnTo>
                  <a:pt x="849" y="680"/>
                </a:lnTo>
                <a:lnTo>
                  <a:pt x="857" y="680"/>
                </a:lnTo>
                <a:lnTo>
                  <a:pt x="864" y="678"/>
                </a:lnTo>
                <a:lnTo>
                  <a:pt x="872" y="675"/>
                </a:lnTo>
                <a:lnTo>
                  <a:pt x="877" y="674"/>
                </a:lnTo>
                <a:lnTo>
                  <a:pt x="883" y="672"/>
                </a:lnTo>
                <a:lnTo>
                  <a:pt x="886" y="670"/>
                </a:lnTo>
                <a:lnTo>
                  <a:pt x="889" y="667"/>
                </a:lnTo>
                <a:lnTo>
                  <a:pt x="891" y="663"/>
                </a:lnTo>
                <a:lnTo>
                  <a:pt x="894" y="661"/>
                </a:lnTo>
                <a:lnTo>
                  <a:pt x="899" y="659"/>
                </a:lnTo>
                <a:lnTo>
                  <a:pt x="903" y="658"/>
                </a:lnTo>
                <a:lnTo>
                  <a:pt x="922" y="662"/>
                </a:lnTo>
                <a:lnTo>
                  <a:pt x="929" y="662"/>
                </a:lnTo>
                <a:lnTo>
                  <a:pt x="932" y="661"/>
                </a:lnTo>
                <a:lnTo>
                  <a:pt x="933" y="660"/>
                </a:lnTo>
                <a:lnTo>
                  <a:pt x="934" y="658"/>
                </a:lnTo>
                <a:lnTo>
                  <a:pt x="933" y="656"/>
                </a:lnTo>
                <a:lnTo>
                  <a:pt x="930" y="655"/>
                </a:lnTo>
                <a:lnTo>
                  <a:pt x="924" y="653"/>
                </a:lnTo>
                <a:lnTo>
                  <a:pt x="917" y="652"/>
                </a:lnTo>
                <a:lnTo>
                  <a:pt x="912" y="652"/>
                </a:lnTo>
                <a:lnTo>
                  <a:pt x="904" y="650"/>
                </a:lnTo>
                <a:lnTo>
                  <a:pt x="896" y="647"/>
                </a:lnTo>
                <a:lnTo>
                  <a:pt x="886" y="646"/>
                </a:lnTo>
                <a:lnTo>
                  <a:pt x="874" y="646"/>
                </a:lnTo>
                <a:lnTo>
                  <a:pt x="858" y="647"/>
                </a:lnTo>
                <a:lnTo>
                  <a:pt x="843" y="648"/>
                </a:lnTo>
                <a:lnTo>
                  <a:pt x="826" y="649"/>
                </a:lnTo>
                <a:lnTo>
                  <a:pt x="819" y="648"/>
                </a:lnTo>
                <a:lnTo>
                  <a:pt x="812" y="645"/>
                </a:lnTo>
                <a:lnTo>
                  <a:pt x="805" y="641"/>
                </a:lnTo>
                <a:lnTo>
                  <a:pt x="799" y="633"/>
                </a:lnTo>
                <a:lnTo>
                  <a:pt x="795" y="628"/>
                </a:lnTo>
                <a:lnTo>
                  <a:pt x="794" y="622"/>
                </a:lnTo>
                <a:lnTo>
                  <a:pt x="794" y="609"/>
                </a:lnTo>
                <a:lnTo>
                  <a:pt x="793" y="600"/>
                </a:lnTo>
                <a:lnTo>
                  <a:pt x="792" y="591"/>
                </a:lnTo>
                <a:lnTo>
                  <a:pt x="789" y="584"/>
                </a:lnTo>
                <a:lnTo>
                  <a:pt x="785" y="575"/>
                </a:lnTo>
                <a:lnTo>
                  <a:pt x="781" y="570"/>
                </a:lnTo>
                <a:lnTo>
                  <a:pt x="779" y="566"/>
                </a:lnTo>
                <a:lnTo>
                  <a:pt x="775" y="561"/>
                </a:lnTo>
                <a:lnTo>
                  <a:pt x="772" y="560"/>
                </a:lnTo>
                <a:lnTo>
                  <a:pt x="770" y="558"/>
                </a:lnTo>
                <a:lnTo>
                  <a:pt x="768" y="557"/>
                </a:lnTo>
                <a:lnTo>
                  <a:pt x="766" y="558"/>
                </a:lnTo>
                <a:lnTo>
                  <a:pt x="763" y="558"/>
                </a:lnTo>
                <a:lnTo>
                  <a:pt x="760" y="559"/>
                </a:lnTo>
                <a:lnTo>
                  <a:pt x="759" y="558"/>
                </a:lnTo>
                <a:lnTo>
                  <a:pt x="758" y="557"/>
                </a:lnTo>
                <a:lnTo>
                  <a:pt x="758" y="556"/>
                </a:lnTo>
                <a:lnTo>
                  <a:pt x="758" y="552"/>
                </a:lnTo>
                <a:lnTo>
                  <a:pt x="757" y="545"/>
                </a:lnTo>
                <a:lnTo>
                  <a:pt x="759" y="538"/>
                </a:lnTo>
                <a:lnTo>
                  <a:pt x="761" y="534"/>
                </a:lnTo>
                <a:lnTo>
                  <a:pt x="764" y="529"/>
                </a:lnTo>
                <a:lnTo>
                  <a:pt x="770" y="524"/>
                </a:lnTo>
                <a:lnTo>
                  <a:pt x="777" y="521"/>
                </a:lnTo>
                <a:lnTo>
                  <a:pt x="783" y="518"/>
                </a:lnTo>
                <a:lnTo>
                  <a:pt x="789" y="517"/>
                </a:lnTo>
                <a:lnTo>
                  <a:pt x="791" y="515"/>
                </a:lnTo>
                <a:lnTo>
                  <a:pt x="792" y="514"/>
                </a:lnTo>
                <a:lnTo>
                  <a:pt x="791" y="513"/>
                </a:lnTo>
                <a:lnTo>
                  <a:pt x="791" y="511"/>
                </a:lnTo>
                <a:lnTo>
                  <a:pt x="790" y="511"/>
                </a:lnTo>
                <a:lnTo>
                  <a:pt x="788" y="511"/>
                </a:lnTo>
                <a:lnTo>
                  <a:pt x="781" y="512"/>
                </a:lnTo>
                <a:lnTo>
                  <a:pt x="773" y="513"/>
                </a:lnTo>
                <a:lnTo>
                  <a:pt x="765" y="515"/>
                </a:lnTo>
                <a:lnTo>
                  <a:pt x="760" y="517"/>
                </a:lnTo>
                <a:lnTo>
                  <a:pt x="756" y="521"/>
                </a:lnTo>
                <a:lnTo>
                  <a:pt x="752" y="526"/>
                </a:lnTo>
                <a:lnTo>
                  <a:pt x="750" y="530"/>
                </a:lnTo>
                <a:lnTo>
                  <a:pt x="749" y="535"/>
                </a:lnTo>
                <a:lnTo>
                  <a:pt x="750" y="540"/>
                </a:lnTo>
                <a:lnTo>
                  <a:pt x="750" y="544"/>
                </a:lnTo>
                <a:lnTo>
                  <a:pt x="751" y="549"/>
                </a:lnTo>
                <a:lnTo>
                  <a:pt x="752" y="553"/>
                </a:lnTo>
                <a:lnTo>
                  <a:pt x="752" y="558"/>
                </a:lnTo>
                <a:lnTo>
                  <a:pt x="752" y="563"/>
                </a:lnTo>
                <a:lnTo>
                  <a:pt x="752" y="570"/>
                </a:lnTo>
                <a:lnTo>
                  <a:pt x="752" y="581"/>
                </a:lnTo>
                <a:lnTo>
                  <a:pt x="750" y="597"/>
                </a:lnTo>
                <a:lnTo>
                  <a:pt x="751" y="616"/>
                </a:lnTo>
                <a:lnTo>
                  <a:pt x="752" y="627"/>
                </a:lnTo>
                <a:lnTo>
                  <a:pt x="751" y="638"/>
                </a:lnTo>
                <a:lnTo>
                  <a:pt x="751" y="647"/>
                </a:lnTo>
                <a:lnTo>
                  <a:pt x="750" y="654"/>
                </a:lnTo>
                <a:lnTo>
                  <a:pt x="747" y="661"/>
                </a:lnTo>
                <a:lnTo>
                  <a:pt x="746" y="667"/>
                </a:lnTo>
                <a:lnTo>
                  <a:pt x="746" y="673"/>
                </a:lnTo>
                <a:lnTo>
                  <a:pt x="746" y="686"/>
                </a:lnTo>
                <a:lnTo>
                  <a:pt x="749" y="706"/>
                </a:lnTo>
                <a:lnTo>
                  <a:pt x="751" y="729"/>
                </a:lnTo>
                <a:lnTo>
                  <a:pt x="752" y="748"/>
                </a:lnTo>
                <a:lnTo>
                  <a:pt x="752" y="761"/>
                </a:lnTo>
                <a:lnTo>
                  <a:pt x="753" y="784"/>
                </a:lnTo>
                <a:lnTo>
                  <a:pt x="754" y="797"/>
                </a:lnTo>
                <a:lnTo>
                  <a:pt x="754" y="813"/>
                </a:lnTo>
                <a:lnTo>
                  <a:pt x="752" y="822"/>
                </a:lnTo>
                <a:lnTo>
                  <a:pt x="750" y="827"/>
                </a:lnTo>
                <a:lnTo>
                  <a:pt x="746" y="832"/>
                </a:lnTo>
                <a:lnTo>
                  <a:pt x="739" y="836"/>
                </a:lnTo>
                <a:lnTo>
                  <a:pt x="727" y="843"/>
                </a:lnTo>
                <a:lnTo>
                  <a:pt x="718" y="848"/>
                </a:lnTo>
                <a:lnTo>
                  <a:pt x="707" y="853"/>
                </a:lnTo>
                <a:lnTo>
                  <a:pt x="691" y="861"/>
                </a:lnTo>
                <a:lnTo>
                  <a:pt x="682" y="864"/>
                </a:lnTo>
                <a:lnTo>
                  <a:pt x="665" y="874"/>
                </a:lnTo>
                <a:lnTo>
                  <a:pt x="646" y="883"/>
                </a:lnTo>
                <a:lnTo>
                  <a:pt x="630" y="899"/>
                </a:lnTo>
                <a:lnTo>
                  <a:pt x="619" y="907"/>
                </a:lnTo>
                <a:lnTo>
                  <a:pt x="617" y="912"/>
                </a:lnTo>
                <a:lnTo>
                  <a:pt x="612" y="921"/>
                </a:lnTo>
                <a:lnTo>
                  <a:pt x="613" y="927"/>
                </a:lnTo>
                <a:lnTo>
                  <a:pt x="612" y="937"/>
                </a:lnTo>
                <a:lnTo>
                  <a:pt x="609" y="947"/>
                </a:lnTo>
                <a:lnTo>
                  <a:pt x="594" y="956"/>
                </a:lnTo>
                <a:lnTo>
                  <a:pt x="590" y="963"/>
                </a:lnTo>
                <a:lnTo>
                  <a:pt x="583" y="968"/>
                </a:lnTo>
                <a:lnTo>
                  <a:pt x="571" y="971"/>
                </a:lnTo>
                <a:lnTo>
                  <a:pt x="564" y="973"/>
                </a:lnTo>
                <a:lnTo>
                  <a:pt x="549" y="976"/>
                </a:lnTo>
                <a:lnTo>
                  <a:pt x="537" y="982"/>
                </a:lnTo>
                <a:lnTo>
                  <a:pt x="532" y="988"/>
                </a:lnTo>
                <a:lnTo>
                  <a:pt x="524" y="994"/>
                </a:lnTo>
                <a:lnTo>
                  <a:pt x="511" y="1000"/>
                </a:lnTo>
                <a:lnTo>
                  <a:pt x="491" y="1009"/>
                </a:lnTo>
                <a:lnTo>
                  <a:pt x="474" y="1016"/>
                </a:lnTo>
                <a:lnTo>
                  <a:pt x="463" y="1022"/>
                </a:lnTo>
                <a:lnTo>
                  <a:pt x="452" y="1031"/>
                </a:lnTo>
                <a:lnTo>
                  <a:pt x="446" y="1037"/>
                </a:lnTo>
                <a:lnTo>
                  <a:pt x="416" y="1039"/>
                </a:lnTo>
                <a:lnTo>
                  <a:pt x="385" y="1041"/>
                </a:lnTo>
                <a:lnTo>
                  <a:pt x="353" y="1044"/>
                </a:lnTo>
                <a:lnTo>
                  <a:pt x="318" y="1055"/>
                </a:lnTo>
                <a:lnTo>
                  <a:pt x="303" y="1051"/>
                </a:lnTo>
                <a:lnTo>
                  <a:pt x="289" y="1052"/>
                </a:lnTo>
                <a:lnTo>
                  <a:pt x="248" y="1052"/>
                </a:lnTo>
                <a:lnTo>
                  <a:pt x="227" y="1056"/>
                </a:lnTo>
                <a:lnTo>
                  <a:pt x="196" y="1051"/>
                </a:lnTo>
                <a:lnTo>
                  <a:pt x="189" y="1058"/>
                </a:lnTo>
                <a:lnTo>
                  <a:pt x="161" y="1056"/>
                </a:lnTo>
                <a:lnTo>
                  <a:pt x="135" y="1049"/>
                </a:lnTo>
                <a:lnTo>
                  <a:pt x="94" y="1037"/>
                </a:lnTo>
                <a:lnTo>
                  <a:pt x="79" y="1030"/>
                </a:lnTo>
                <a:lnTo>
                  <a:pt x="73" y="1023"/>
                </a:lnTo>
                <a:lnTo>
                  <a:pt x="67" y="1015"/>
                </a:lnTo>
                <a:lnTo>
                  <a:pt x="59" y="1002"/>
                </a:lnTo>
                <a:lnTo>
                  <a:pt x="58" y="997"/>
                </a:lnTo>
                <a:lnTo>
                  <a:pt x="55" y="987"/>
                </a:lnTo>
                <a:lnTo>
                  <a:pt x="53" y="976"/>
                </a:lnTo>
                <a:lnTo>
                  <a:pt x="49" y="969"/>
                </a:lnTo>
                <a:lnTo>
                  <a:pt x="44" y="960"/>
                </a:lnTo>
                <a:lnTo>
                  <a:pt x="40" y="954"/>
                </a:lnTo>
                <a:lnTo>
                  <a:pt x="37" y="945"/>
                </a:lnTo>
                <a:lnTo>
                  <a:pt x="35" y="933"/>
                </a:lnTo>
                <a:lnTo>
                  <a:pt x="36" y="913"/>
                </a:lnTo>
                <a:lnTo>
                  <a:pt x="40" y="899"/>
                </a:lnTo>
                <a:lnTo>
                  <a:pt x="42" y="888"/>
                </a:lnTo>
                <a:lnTo>
                  <a:pt x="42" y="881"/>
                </a:lnTo>
                <a:lnTo>
                  <a:pt x="40" y="874"/>
                </a:lnTo>
                <a:lnTo>
                  <a:pt x="40" y="867"/>
                </a:lnTo>
                <a:lnTo>
                  <a:pt x="40" y="862"/>
                </a:lnTo>
                <a:lnTo>
                  <a:pt x="42" y="855"/>
                </a:lnTo>
                <a:lnTo>
                  <a:pt x="47" y="847"/>
                </a:lnTo>
                <a:lnTo>
                  <a:pt x="49" y="838"/>
                </a:lnTo>
                <a:lnTo>
                  <a:pt x="50" y="833"/>
                </a:lnTo>
                <a:lnTo>
                  <a:pt x="50" y="824"/>
                </a:lnTo>
                <a:lnTo>
                  <a:pt x="45" y="769"/>
                </a:lnTo>
                <a:lnTo>
                  <a:pt x="42" y="754"/>
                </a:lnTo>
                <a:lnTo>
                  <a:pt x="38" y="756"/>
                </a:lnTo>
                <a:lnTo>
                  <a:pt x="31" y="759"/>
                </a:lnTo>
                <a:lnTo>
                  <a:pt x="23" y="759"/>
                </a:lnTo>
                <a:lnTo>
                  <a:pt x="13" y="759"/>
                </a:lnTo>
                <a:lnTo>
                  <a:pt x="7" y="758"/>
                </a:lnTo>
                <a:lnTo>
                  <a:pt x="0" y="757"/>
                </a:lnTo>
                <a:moveTo>
                  <a:pt x="3046" y="347"/>
                </a:moveTo>
                <a:lnTo>
                  <a:pt x="3039" y="303"/>
                </a:lnTo>
                <a:lnTo>
                  <a:pt x="3008" y="307"/>
                </a:lnTo>
                <a:moveTo>
                  <a:pt x="3008" y="307"/>
                </a:moveTo>
                <a:lnTo>
                  <a:pt x="3009" y="295"/>
                </a:lnTo>
                <a:lnTo>
                  <a:pt x="3008" y="294"/>
                </a:lnTo>
                <a:lnTo>
                  <a:pt x="3007" y="295"/>
                </a:lnTo>
                <a:lnTo>
                  <a:pt x="3004" y="305"/>
                </a:lnTo>
                <a:lnTo>
                  <a:pt x="2994" y="302"/>
                </a:lnTo>
                <a:lnTo>
                  <a:pt x="2990" y="299"/>
                </a:lnTo>
                <a:lnTo>
                  <a:pt x="2986" y="296"/>
                </a:lnTo>
                <a:lnTo>
                  <a:pt x="2990" y="284"/>
                </a:lnTo>
                <a:lnTo>
                  <a:pt x="2994" y="272"/>
                </a:lnTo>
                <a:lnTo>
                  <a:pt x="2992" y="264"/>
                </a:lnTo>
                <a:lnTo>
                  <a:pt x="2980" y="277"/>
                </a:lnTo>
                <a:lnTo>
                  <a:pt x="2970" y="294"/>
                </a:lnTo>
                <a:lnTo>
                  <a:pt x="2957" y="291"/>
                </a:lnTo>
                <a:lnTo>
                  <a:pt x="2945" y="299"/>
                </a:lnTo>
                <a:lnTo>
                  <a:pt x="2936" y="306"/>
                </a:lnTo>
                <a:lnTo>
                  <a:pt x="2933" y="301"/>
                </a:lnTo>
                <a:lnTo>
                  <a:pt x="2920" y="311"/>
                </a:lnTo>
                <a:lnTo>
                  <a:pt x="2923" y="340"/>
                </a:lnTo>
                <a:lnTo>
                  <a:pt x="2923" y="353"/>
                </a:lnTo>
                <a:lnTo>
                  <a:pt x="2926" y="369"/>
                </a:lnTo>
                <a:lnTo>
                  <a:pt x="2936" y="379"/>
                </a:lnTo>
                <a:lnTo>
                  <a:pt x="2938" y="384"/>
                </a:lnTo>
                <a:lnTo>
                  <a:pt x="2938" y="390"/>
                </a:lnTo>
                <a:lnTo>
                  <a:pt x="2934" y="398"/>
                </a:lnTo>
                <a:lnTo>
                  <a:pt x="2934" y="402"/>
                </a:lnTo>
                <a:lnTo>
                  <a:pt x="2936" y="404"/>
                </a:lnTo>
                <a:lnTo>
                  <a:pt x="2937" y="407"/>
                </a:lnTo>
                <a:lnTo>
                  <a:pt x="2939" y="411"/>
                </a:lnTo>
                <a:lnTo>
                  <a:pt x="2942" y="425"/>
                </a:lnTo>
                <a:lnTo>
                  <a:pt x="2883" y="598"/>
                </a:lnTo>
                <a:lnTo>
                  <a:pt x="2877" y="617"/>
                </a:lnTo>
                <a:lnTo>
                  <a:pt x="2874" y="621"/>
                </a:lnTo>
                <a:lnTo>
                  <a:pt x="2823" y="780"/>
                </a:lnTo>
                <a:lnTo>
                  <a:pt x="2821" y="787"/>
                </a:lnTo>
                <a:lnTo>
                  <a:pt x="2780" y="787"/>
                </a:lnTo>
                <a:lnTo>
                  <a:pt x="2656" y="789"/>
                </a:lnTo>
                <a:lnTo>
                  <a:pt x="2599" y="577"/>
                </a:lnTo>
                <a:lnTo>
                  <a:pt x="2595" y="563"/>
                </a:lnTo>
                <a:lnTo>
                  <a:pt x="2582" y="567"/>
                </a:lnTo>
                <a:lnTo>
                  <a:pt x="2578" y="558"/>
                </a:lnTo>
                <a:lnTo>
                  <a:pt x="2584" y="555"/>
                </a:lnTo>
                <a:lnTo>
                  <a:pt x="2581" y="547"/>
                </a:lnTo>
                <a:lnTo>
                  <a:pt x="2587" y="544"/>
                </a:lnTo>
                <a:lnTo>
                  <a:pt x="2584" y="539"/>
                </a:lnTo>
                <a:lnTo>
                  <a:pt x="2515" y="575"/>
                </a:lnTo>
                <a:lnTo>
                  <a:pt x="2568" y="755"/>
                </a:lnTo>
                <a:lnTo>
                  <a:pt x="2617" y="933"/>
                </a:lnTo>
                <a:lnTo>
                  <a:pt x="2620" y="945"/>
                </a:lnTo>
                <a:lnTo>
                  <a:pt x="2622" y="948"/>
                </a:lnTo>
                <a:lnTo>
                  <a:pt x="2623" y="952"/>
                </a:lnTo>
                <a:lnTo>
                  <a:pt x="2625" y="955"/>
                </a:lnTo>
                <a:lnTo>
                  <a:pt x="2626" y="962"/>
                </a:lnTo>
                <a:lnTo>
                  <a:pt x="2628" y="966"/>
                </a:lnTo>
                <a:lnTo>
                  <a:pt x="2629" y="968"/>
                </a:lnTo>
                <a:lnTo>
                  <a:pt x="2629" y="970"/>
                </a:lnTo>
                <a:lnTo>
                  <a:pt x="2630" y="971"/>
                </a:lnTo>
                <a:lnTo>
                  <a:pt x="2631" y="974"/>
                </a:lnTo>
                <a:lnTo>
                  <a:pt x="2633" y="980"/>
                </a:lnTo>
                <a:lnTo>
                  <a:pt x="2636" y="989"/>
                </a:lnTo>
                <a:lnTo>
                  <a:pt x="2614" y="996"/>
                </a:lnTo>
                <a:lnTo>
                  <a:pt x="2469" y="603"/>
                </a:lnTo>
                <a:lnTo>
                  <a:pt x="2447" y="611"/>
                </a:lnTo>
                <a:lnTo>
                  <a:pt x="2448" y="614"/>
                </a:lnTo>
                <a:lnTo>
                  <a:pt x="2466" y="608"/>
                </a:lnTo>
                <a:lnTo>
                  <a:pt x="2473" y="627"/>
                </a:lnTo>
                <a:lnTo>
                  <a:pt x="2449" y="634"/>
                </a:lnTo>
                <a:lnTo>
                  <a:pt x="2272" y="685"/>
                </a:lnTo>
                <a:lnTo>
                  <a:pt x="2267" y="687"/>
                </a:lnTo>
                <a:lnTo>
                  <a:pt x="2263" y="691"/>
                </a:lnTo>
                <a:lnTo>
                  <a:pt x="2261" y="695"/>
                </a:lnTo>
                <a:lnTo>
                  <a:pt x="2260" y="699"/>
                </a:lnTo>
                <a:lnTo>
                  <a:pt x="2282" y="897"/>
                </a:lnTo>
                <a:lnTo>
                  <a:pt x="2285" y="908"/>
                </a:lnTo>
                <a:lnTo>
                  <a:pt x="2288" y="916"/>
                </a:lnTo>
                <a:lnTo>
                  <a:pt x="2291" y="924"/>
                </a:lnTo>
                <a:lnTo>
                  <a:pt x="2295" y="929"/>
                </a:lnTo>
                <a:lnTo>
                  <a:pt x="2300" y="934"/>
                </a:lnTo>
                <a:lnTo>
                  <a:pt x="2365" y="978"/>
                </a:lnTo>
                <a:lnTo>
                  <a:pt x="2369" y="976"/>
                </a:lnTo>
                <a:lnTo>
                  <a:pt x="2372" y="979"/>
                </a:lnTo>
                <a:lnTo>
                  <a:pt x="2374" y="977"/>
                </a:lnTo>
                <a:lnTo>
                  <a:pt x="2380" y="983"/>
                </a:lnTo>
                <a:lnTo>
                  <a:pt x="2377" y="987"/>
                </a:lnTo>
                <a:lnTo>
                  <a:pt x="2453" y="1050"/>
                </a:lnTo>
                <a:lnTo>
                  <a:pt x="2464" y="1059"/>
                </a:lnTo>
                <a:lnTo>
                  <a:pt x="2470" y="1066"/>
                </a:lnTo>
                <a:lnTo>
                  <a:pt x="2476" y="1076"/>
                </a:lnTo>
                <a:lnTo>
                  <a:pt x="2482" y="1088"/>
                </a:lnTo>
                <a:lnTo>
                  <a:pt x="2487" y="1099"/>
                </a:lnTo>
                <a:lnTo>
                  <a:pt x="2489" y="1108"/>
                </a:lnTo>
                <a:lnTo>
                  <a:pt x="2490" y="1117"/>
                </a:lnTo>
                <a:lnTo>
                  <a:pt x="2488" y="1127"/>
                </a:lnTo>
                <a:lnTo>
                  <a:pt x="2486" y="1134"/>
                </a:lnTo>
                <a:lnTo>
                  <a:pt x="2462" y="1179"/>
                </a:lnTo>
                <a:lnTo>
                  <a:pt x="2460" y="1184"/>
                </a:lnTo>
                <a:lnTo>
                  <a:pt x="2455" y="1209"/>
                </a:lnTo>
                <a:lnTo>
                  <a:pt x="2457" y="1212"/>
                </a:lnTo>
                <a:lnTo>
                  <a:pt x="2450" y="1215"/>
                </a:lnTo>
                <a:lnTo>
                  <a:pt x="2449" y="1213"/>
                </a:lnTo>
                <a:lnTo>
                  <a:pt x="2446" y="1214"/>
                </a:lnTo>
                <a:lnTo>
                  <a:pt x="2325" y="1058"/>
                </a:lnTo>
                <a:lnTo>
                  <a:pt x="2325" y="1056"/>
                </a:lnTo>
                <a:lnTo>
                  <a:pt x="2285" y="1006"/>
                </a:lnTo>
                <a:lnTo>
                  <a:pt x="2283" y="1000"/>
                </a:lnTo>
                <a:lnTo>
                  <a:pt x="2282" y="996"/>
                </a:lnTo>
                <a:lnTo>
                  <a:pt x="2283" y="982"/>
                </a:lnTo>
                <a:lnTo>
                  <a:pt x="2284" y="975"/>
                </a:lnTo>
                <a:lnTo>
                  <a:pt x="2284" y="965"/>
                </a:lnTo>
                <a:lnTo>
                  <a:pt x="2280" y="966"/>
                </a:lnTo>
                <a:lnTo>
                  <a:pt x="2280" y="977"/>
                </a:lnTo>
                <a:lnTo>
                  <a:pt x="2278" y="994"/>
                </a:lnTo>
                <a:lnTo>
                  <a:pt x="2274" y="1016"/>
                </a:lnTo>
                <a:lnTo>
                  <a:pt x="2268" y="1030"/>
                </a:lnTo>
                <a:lnTo>
                  <a:pt x="2265" y="1024"/>
                </a:lnTo>
                <a:lnTo>
                  <a:pt x="2252" y="1031"/>
                </a:lnTo>
                <a:lnTo>
                  <a:pt x="2255" y="1040"/>
                </a:lnTo>
                <a:lnTo>
                  <a:pt x="2246" y="1054"/>
                </a:lnTo>
                <a:lnTo>
                  <a:pt x="2244" y="1057"/>
                </a:lnTo>
                <a:lnTo>
                  <a:pt x="2240" y="1058"/>
                </a:lnTo>
                <a:lnTo>
                  <a:pt x="2237" y="1057"/>
                </a:lnTo>
                <a:lnTo>
                  <a:pt x="2235" y="1055"/>
                </a:lnTo>
                <a:lnTo>
                  <a:pt x="2225" y="1045"/>
                </a:lnTo>
                <a:lnTo>
                  <a:pt x="2222" y="1040"/>
                </a:lnTo>
                <a:lnTo>
                  <a:pt x="2232" y="1027"/>
                </a:lnTo>
                <a:lnTo>
                  <a:pt x="2237" y="1019"/>
                </a:lnTo>
                <a:lnTo>
                  <a:pt x="2240" y="1006"/>
                </a:lnTo>
                <a:lnTo>
                  <a:pt x="2244" y="987"/>
                </a:lnTo>
                <a:lnTo>
                  <a:pt x="2244" y="976"/>
                </a:lnTo>
                <a:lnTo>
                  <a:pt x="2243" y="963"/>
                </a:lnTo>
                <a:lnTo>
                  <a:pt x="2241" y="948"/>
                </a:lnTo>
                <a:lnTo>
                  <a:pt x="2237" y="930"/>
                </a:lnTo>
                <a:lnTo>
                  <a:pt x="2229" y="899"/>
                </a:lnTo>
                <a:lnTo>
                  <a:pt x="2214" y="845"/>
                </a:lnTo>
                <a:lnTo>
                  <a:pt x="2183" y="767"/>
                </a:lnTo>
                <a:lnTo>
                  <a:pt x="2165" y="701"/>
                </a:lnTo>
                <a:lnTo>
                  <a:pt x="2158" y="704"/>
                </a:lnTo>
                <a:lnTo>
                  <a:pt x="2155" y="687"/>
                </a:lnTo>
                <a:lnTo>
                  <a:pt x="2149" y="675"/>
                </a:lnTo>
                <a:lnTo>
                  <a:pt x="2140" y="655"/>
                </a:lnTo>
                <a:lnTo>
                  <a:pt x="2135" y="649"/>
                </a:lnTo>
                <a:lnTo>
                  <a:pt x="2130" y="646"/>
                </a:lnTo>
                <a:lnTo>
                  <a:pt x="2126" y="644"/>
                </a:lnTo>
                <a:lnTo>
                  <a:pt x="2115" y="643"/>
                </a:lnTo>
                <a:lnTo>
                  <a:pt x="2095" y="648"/>
                </a:lnTo>
                <a:lnTo>
                  <a:pt x="2063" y="660"/>
                </a:lnTo>
                <a:lnTo>
                  <a:pt x="2046" y="664"/>
                </a:lnTo>
                <a:lnTo>
                  <a:pt x="2036" y="669"/>
                </a:lnTo>
                <a:lnTo>
                  <a:pt x="2031" y="673"/>
                </a:lnTo>
                <a:lnTo>
                  <a:pt x="2025" y="680"/>
                </a:lnTo>
                <a:lnTo>
                  <a:pt x="1890" y="725"/>
                </a:lnTo>
                <a:lnTo>
                  <a:pt x="1831" y="552"/>
                </a:lnTo>
                <a:lnTo>
                  <a:pt x="1835" y="551"/>
                </a:lnTo>
                <a:lnTo>
                  <a:pt x="1833" y="546"/>
                </a:lnTo>
                <a:lnTo>
                  <a:pt x="1774" y="565"/>
                </a:lnTo>
                <a:lnTo>
                  <a:pt x="1765" y="568"/>
                </a:lnTo>
                <a:lnTo>
                  <a:pt x="1737" y="485"/>
                </a:lnTo>
                <a:lnTo>
                  <a:pt x="1735" y="473"/>
                </a:lnTo>
                <a:lnTo>
                  <a:pt x="1737" y="292"/>
                </a:lnTo>
                <a:lnTo>
                  <a:pt x="1741" y="130"/>
                </a:lnTo>
                <a:lnTo>
                  <a:pt x="1690" y="129"/>
                </a:lnTo>
                <a:lnTo>
                  <a:pt x="1661" y="128"/>
                </a:lnTo>
                <a:lnTo>
                  <a:pt x="1622" y="126"/>
                </a:lnTo>
                <a:lnTo>
                  <a:pt x="1603" y="126"/>
                </a:lnTo>
                <a:lnTo>
                  <a:pt x="1583" y="126"/>
                </a:lnTo>
                <a:lnTo>
                  <a:pt x="1561" y="125"/>
                </a:lnTo>
                <a:moveTo>
                  <a:pt x="3968" y="0"/>
                </a:moveTo>
                <a:lnTo>
                  <a:pt x="3864" y="42"/>
                </a:lnTo>
                <a:lnTo>
                  <a:pt x="3730" y="92"/>
                </a:lnTo>
                <a:lnTo>
                  <a:pt x="3628" y="119"/>
                </a:lnTo>
                <a:lnTo>
                  <a:pt x="3501" y="162"/>
                </a:lnTo>
                <a:lnTo>
                  <a:pt x="3436" y="188"/>
                </a:lnTo>
                <a:lnTo>
                  <a:pt x="3390" y="215"/>
                </a:lnTo>
                <a:lnTo>
                  <a:pt x="3347" y="243"/>
                </a:lnTo>
                <a:lnTo>
                  <a:pt x="3328" y="258"/>
                </a:lnTo>
                <a:lnTo>
                  <a:pt x="3311" y="255"/>
                </a:lnTo>
                <a:lnTo>
                  <a:pt x="3302" y="257"/>
                </a:lnTo>
                <a:lnTo>
                  <a:pt x="3244" y="320"/>
                </a:lnTo>
                <a:lnTo>
                  <a:pt x="3216" y="360"/>
                </a:lnTo>
                <a:lnTo>
                  <a:pt x="3198" y="374"/>
                </a:lnTo>
                <a:lnTo>
                  <a:pt x="3181" y="376"/>
                </a:lnTo>
                <a:lnTo>
                  <a:pt x="3134" y="373"/>
                </a:lnTo>
                <a:lnTo>
                  <a:pt x="3125" y="368"/>
                </a:lnTo>
                <a:lnTo>
                  <a:pt x="3124" y="356"/>
                </a:lnTo>
                <a:lnTo>
                  <a:pt x="3106" y="365"/>
                </a:lnTo>
                <a:lnTo>
                  <a:pt x="3082" y="412"/>
                </a:lnTo>
                <a:lnTo>
                  <a:pt x="3050" y="365"/>
                </a:lnTo>
                <a:lnTo>
                  <a:pt x="3063" y="358"/>
                </a:lnTo>
                <a:lnTo>
                  <a:pt x="3094" y="339"/>
                </a:lnTo>
                <a:lnTo>
                  <a:pt x="3100" y="340"/>
                </a:lnTo>
                <a:lnTo>
                  <a:pt x="3090" y="350"/>
                </a:lnTo>
                <a:lnTo>
                  <a:pt x="3098" y="354"/>
                </a:lnTo>
                <a:lnTo>
                  <a:pt x="3113" y="328"/>
                </a:lnTo>
                <a:lnTo>
                  <a:pt x="3108" y="323"/>
                </a:lnTo>
                <a:lnTo>
                  <a:pt x="3104" y="323"/>
                </a:lnTo>
                <a:lnTo>
                  <a:pt x="3100" y="325"/>
                </a:lnTo>
                <a:lnTo>
                  <a:pt x="3086" y="334"/>
                </a:lnTo>
                <a:lnTo>
                  <a:pt x="3068" y="343"/>
                </a:lnTo>
                <a:lnTo>
                  <a:pt x="3046" y="347"/>
                </a:lnTo>
              </a:path>
            </a:pathLst>
          </a:custGeom>
          <a:noFill/>
          <a:ln w="16510">
            <a:solidFill>
              <a:srgbClr val="1C7F9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713232" y="2286000"/>
            <a:ext cx="2011680" cy="22860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LAUT JAWA</a:t>
            </a:r>
          </a:p>
        </p:txBody>
      </p:sp>
      <p:sp>
        <p:nvSpPr>
          <p:cNvPr id="12" name="Oval 11"/>
          <p:cNvSpPr/>
          <p:nvPr/>
        </p:nvSpPr>
        <p:spPr>
          <a:xfrm>
            <a:off x="2175635" y="4016141"/>
            <a:ext cx="109728" cy="109728"/>
          </a:xfrm>
          <a:prstGeom prst="ellipse">
            <a:avLst/>
          </a:prstGeom>
          <a:solidFill>
            <a:srgbClr val="0B1F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1727579" y="4199021"/>
            <a:ext cx="1280160" cy="246888"/>
          </a:xfrm>
          <a:prstGeom prst="rect">
            <a:avLst/>
          </a:prstGeom>
          <a:noFill/>
          <a:effectLst/>
        </p:spPr>
        <p:txBody>
          <a:bodyPr wrap="square" lIns="0" rIns="0" tIns="0" bIns="0">
            <a:spAutoFit/>
          </a:bodyPr>
          <a:lstStyle/>
          <a:p>
            <a:pPr>
              <a:lnSpc>
                <a:spcPct val="105000"/>
              </a:lnSpc>
              <a:spcBef>
                <a:spcPts val="0"/>
              </a:spcBef>
              <a:spcAft>
                <a:spcPts val="400"/>
              </a:spcAft>
            </a:pPr>
            <a:r>
              <a:rPr sz="1200" b="1">
                <a:solidFill>
                  <a:srgbClr val="0B1F2A"/>
                </a:solidFill>
                <a:latin typeface="Arial"/>
              </a:rPr>
              <a:t>TAWANG</a:t>
            </a:r>
          </a:p>
        </p:txBody>
      </p:sp>
      <p:sp>
        <p:nvSpPr>
          <p:cNvPr id="14" name="Oval 13"/>
          <p:cNvSpPr/>
          <p:nvPr/>
        </p:nvSpPr>
        <p:spPr>
          <a:xfrm>
            <a:off x="4840913" y="3023500"/>
            <a:ext cx="109728" cy="109728"/>
          </a:xfrm>
          <a:prstGeom prst="ellipse">
            <a:avLst/>
          </a:prstGeom>
          <a:solidFill>
            <a:srgbClr val="0B1F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4383713" y="2730892"/>
            <a:ext cx="1371600" cy="246888"/>
          </a:xfrm>
          <a:prstGeom prst="rect">
            <a:avLst/>
          </a:prstGeom>
          <a:noFill/>
          <a:effectLst/>
        </p:spPr>
        <p:txBody>
          <a:bodyPr wrap="square" lIns="0" rIns="0" tIns="0" bIns="0">
            <a:spAutoFit/>
          </a:bodyPr>
          <a:lstStyle/>
          <a:p>
            <a:pPr>
              <a:lnSpc>
                <a:spcPct val="105000"/>
              </a:lnSpc>
              <a:spcBef>
                <a:spcPts val="0"/>
              </a:spcBef>
              <a:spcAft>
                <a:spcPts val="400"/>
              </a:spcAft>
            </a:pPr>
            <a:r>
              <a:rPr sz="1200" b="1">
                <a:solidFill>
                  <a:srgbClr val="0B1F2A"/>
                </a:solidFill>
                <a:latin typeface="Arial"/>
              </a:rPr>
              <a:t>TERBOYO</a:t>
            </a:r>
          </a:p>
        </p:txBody>
      </p:sp>
      <p:sp>
        <p:nvSpPr>
          <p:cNvPr id="16" name="Oval 15"/>
          <p:cNvSpPr/>
          <p:nvPr/>
        </p:nvSpPr>
        <p:spPr>
          <a:xfrm>
            <a:off x="1608866" y="3109371"/>
            <a:ext cx="109728" cy="109728"/>
          </a:xfrm>
          <a:prstGeom prst="ellipse">
            <a:avLst/>
          </a:prstGeom>
          <a:solidFill>
            <a:srgbClr val="0B1F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435130" y="2798475"/>
            <a:ext cx="1828800" cy="246888"/>
          </a:xfrm>
          <a:prstGeom prst="rect">
            <a:avLst/>
          </a:prstGeom>
          <a:noFill/>
          <a:effectLst/>
        </p:spPr>
        <p:txBody>
          <a:bodyPr wrap="square" lIns="0" rIns="0" tIns="0" bIns="0">
            <a:spAutoFit/>
          </a:bodyPr>
          <a:lstStyle/>
          <a:p>
            <a:pPr>
              <a:lnSpc>
                <a:spcPct val="105000"/>
              </a:lnSpc>
              <a:spcBef>
                <a:spcPts val="0"/>
              </a:spcBef>
              <a:spcAft>
                <a:spcPts val="400"/>
              </a:spcAft>
            </a:pPr>
            <a:r>
              <a:rPr sz="1200" b="1">
                <a:solidFill>
                  <a:srgbClr val="0B1F2A"/>
                </a:solidFill>
                <a:latin typeface="Arial"/>
              </a:rPr>
              <a:t>TANJUNG EMAS</a:t>
            </a:r>
          </a:p>
        </p:txBody>
      </p:sp>
      <p:sp>
        <p:nvSpPr>
          <p:cNvPr id="18" name="TextBox 17"/>
          <p:cNvSpPr txBox="1"/>
          <p:nvPr/>
        </p:nvSpPr>
        <p:spPr>
          <a:xfrm>
            <a:off x="4224528" y="5175504"/>
            <a:ext cx="2011680" cy="256032"/>
          </a:xfrm>
          <a:prstGeom prst="rect">
            <a:avLst/>
          </a:prstGeom>
          <a:noFill/>
          <a:effectLst/>
        </p:spPr>
        <p:txBody>
          <a:bodyPr wrap="square" lIns="0" rIns="0" tIns="0" bIns="0">
            <a:spAutoFit/>
          </a:bodyPr>
          <a:lstStyle/>
          <a:p>
            <a:pPr>
              <a:lnSpc>
                <a:spcPct val="105000"/>
              </a:lnSpc>
              <a:spcBef>
                <a:spcPts val="0"/>
              </a:spcBef>
              <a:spcAft>
                <a:spcPts val="400"/>
              </a:spcAft>
            </a:pPr>
            <a:r>
              <a:rPr sz="1300" b="1">
                <a:solidFill>
                  <a:srgbClr val="1C7F9E"/>
                </a:solidFill>
                <a:latin typeface="Arial"/>
              </a:rPr>
              <a:t>SEMARANG</a:t>
            </a:r>
          </a:p>
        </p:txBody>
      </p:sp>
      <p:sp>
        <p:nvSpPr>
          <p:cNvPr id="19" name="TextBox 18"/>
          <p:cNvSpPr txBox="1"/>
          <p:nvPr/>
        </p:nvSpPr>
        <p:spPr>
          <a:xfrm>
            <a:off x="5961888" y="2286000"/>
            <a:ext cx="365760" cy="274320"/>
          </a:xfrm>
          <a:prstGeom prst="rect">
            <a:avLst/>
          </a:prstGeom>
          <a:noFill/>
          <a:effectLst/>
        </p:spPr>
        <p:txBody>
          <a:bodyPr wrap="square" lIns="0" rIns="0" tIns="0" bIns="0">
            <a:spAutoFit/>
          </a:bodyPr>
          <a:lstStyle/>
          <a:p>
            <a:pPr>
              <a:lnSpc>
                <a:spcPct val="105000"/>
              </a:lnSpc>
              <a:spcBef>
                <a:spcPts val="0"/>
              </a:spcBef>
              <a:spcAft>
                <a:spcPts val="400"/>
              </a:spcAft>
            </a:pPr>
            <a:r>
              <a:rPr sz="1200" b="0">
                <a:solidFill>
                  <a:srgbClr val="0B1F2A"/>
                </a:solidFill>
                <a:latin typeface="Arial"/>
              </a:rPr>
              <a:t>U ↑</a:t>
            </a:r>
          </a:p>
        </p:txBody>
      </p:sp>
      <p:sp>
        <p:nvSpPr>
          <p:cNvPr id="20" name="TextBox 19"/>
          <p:cNvSpPr txBox="1"/>
          <p:nvPr/>
        </p:nvSpPr>
        <p:spPr>
          <a:xfrm>
            <a:off x="6784848" y="2194560"/>
            <a:ext cx="448056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PERJALANAN YANG SAMA</a:t>
            </a:r>
          </a:p>
        </p:txBody>
      </p:sp>
      <p:sp>
        <p:nvSpPr>
          <p:cNvPr id="21" name="TextBox 20"/>
          <p:cNvSpPr txBox="1"/>
          <p:nvPr/>
        </p:nvSpPr>
        <p:spPr>
          <a:xfrm>
            <a:off x="6784848" y="2697480"/>
            <a:ext cx="4709160" cy="502920"/>
          </a:xfrm>
          <a:prstGeom prst="rect">
            <a:avLst/>
          </a:prstGeom>
          <a:noFill/>
          <a:effectLst/>
        </p:spPr>
        <p:txBody>
          <a:bodyPr wrap="square" lIns="0" rIns="0" tIns="0" bIns="0">
            <a:spAutoFit/>
          </a:bodyPr>
          <a:lstStyle/>
          <a:p>
            <a:pPr>
              <a:lnSpc>
                <a:spcPct val="105000"/>
              </a:lnSpc>
              <a:spcBef>
                <a:spcPts val="0"/>
              </a:spcBef>
              <a:spcAft>
                <a:spcPts val="400"/>
              </a:spcAft>
            </a:pPr>
            <a:r>
              <a:rPr sz="2700" b="1">
                <a:solidFill>
                  <a:srgbClr val="0B1F2A"/>
                </a:solidFill>
                <a:latin typeface="Arial Narrow"/>
              </a:rPr>
              <a:t>Harus berangkat pagi?</a:t>
            </a:r>
          </a:p>
        </p:txBody>
      </p:sp>
      <p:sp>
        <p:nvSpPr>
          <p:cNvPr id="22" name="TextBox 21"/>
          <p:cNvSpPr txBox="1"/>
          <p:nvPr/>
        </p:nvSpPr>
        <p:spPr>
          <a:xfrm>
            <a:off x="6784848" y="3328416"/>
            <a:ext cx="4700016" cy="841248"/>
          </a:xfrm>
          <a:prstGeom prst="rect">
            <a:avLst/>
          </a:prstGeom>
          <a:noFill/>
          <a:effectLst/>
        </p:spPr>
        <p:txBody>
          <a:bodyPr wrap="square" lIns="0" rIns="0" tIns="0" bIns="0">
            <a:spAutoFit/>
          </a:bodyPr>
          <a:lstStyle/>
          <a:p>
            <a:pPr>
              <a:lnSpc>
                <a:spcPct val="105000"/>
              </a:lnSpc>
              <a:spcBef>
                <a:spcPts val="0"/>
              </a:spcBef>
              <a:spcAft>
                <a:spcPts val="400"/>
              </a:spcAft>
            </a:pPr>
            <a:r>
              <a:rPr sz="2300" b="0">
                <a:solidFill>
                  <a:srgbClr val="46626F"/>
                </a:solidFill>
                <a:latin typeface="Arial"/>
              </a:rPr>
              <a:t>Bandingkan ruas yang dilalui</a:t>
            </a:r>
          </a:p>
          <a:p>
            <a:pPr>
              <a:lnSpc>
                <a:spcPct val="105000"/>
              </a:lnSpc>
              <a:spcBef>
                <a:spcPts val="0"/>
              </a:spcBef>
              <a:spcAft>
                <a:spcPts val="400"/>
              </a:spcAft>
            </a:pPr>
            <a:r>
              <a:rPr sz="2300" b="0">
                <a:solidFill>
                  <a:srgbClr val="46626F"/>
                </a:solidFill>
                <a:latin typeface="Arial"/>
              </a:rPr>
              <a:t>dan tambahan waktu memutar.</a:t>
            </a:r>
          </a:p>
        </p:txBody>
      </p:sp>
      <p:sp>
        <p:nvSpPr>
          <p:cNvPr id="23" name="Rectangle 22"/>
          <p:cNvSpPr/>
          <p:nvPr/>
        </p:nvSpPr>
        <p:spPr>
          <a:xfrm>
            <a:off x="6784848" y="4389120"/>
            <a:ext cx="4663440" cy="1463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784848" y="4636008"/>
            <a:ext cx="4709160" cy="502920"/>
          </a:xfrm>
          <a:prstGeom prst="rect">
            <a:avLst/>
          </a:prstGeom>
          <a:noFill/>
          <a:effectLst/>
        </p:spPr>
        <p:txBody>
          <a:bodyPr wrap="square" lIns="0" rIns="0" tIns="0" bIns="0">
            <a:spAutoFit/>
          </a:bodyPr>
          <a:lstStyle/>
          <a:p>
            <a:pPr>
              <a:lnSpc>
                <a:spcPct val="105000"/>
              </a:lnSpc>
              <a:spcBef>
                <a:spcPts val="0"/>
              </a:spcBef>
              <a:spcAft>
                <a:spcPts val="400"/>
              </a:spcAft>
            </a:pPr>
            <a:r>
              <a:rPr sz="2700" b="1">
                <a:solidFill>
                  <a:srgbClr val="0B1F2A"/>
                </a:solidFill>
                <a:latin typeface="Arial Narrow"/>
              </a:rPr>
              <a:t>Jamnya bisa digeser?</a:t>
            </a:r>
          </a:p>
        </p:txBody>
      </p:sp>
      <p:sp>
        <p:nvSpPr>
          <p:cNvPr id="25" name="TextBox 24"/>
          <p:cNvSpPr txBox="1"/>
          <p:nvPr/>
        </p:nvSpPr>
        <p:spPr>
          <a:xfrm>
            <a:off x="6784848" y="5157216"/>
            <a:ext cx="4663440" cy="685800"/>
          </a:xfrm>
          <a:prstGeom prst="rect">
            <a:avLst/>
          </a:prstGeom>
          <a:noFill/>
          <a:effectLst/>
        </p:spPr>
        <p:txBody>
          <a:bodyPr wrap="square" lIns="0" rIns="0" tIns="0" bIns="0">
            <a:spAutoFit/>
          </a:bodyPr>
          <a:lstStyle/>
          <a:p>
            <a:pPr>
              <a:lnSpc>
                <a:spcPct val="105000"/>
              </a:lnSpc>
              <a:spcBef>
                <a:spcPts val="0"/>
              </a:spcBef>
              <a:spcAft>
                <a:spcPts val="400"/>
              </a:spcAft>
            </a:pPr>
            <a:r>
              <a:rPr sz="2200" b="0">
                <a:solidFill>
                  <a:srgbClr val="46626F"/>
                </a:solidFill>
                <a:latin typeface="Arial"/>
              </a:rPr>
              <a:t>Bandingkan pilihan rute pada jam lain.</a:t>
            </a:r>
          </a:p>
        </p:txBody>
      </p:sp>
      <p:sp>
        <p:nvSpPr>
          <p:cNvPr id="26" name="TextBox 25"/>
          <p:cNvSpPr txBox="1"/>
          <p:nvPr/>
        </p:nvSpPr>
        <p:spPr>
          <a:xfrm>
            <a:off x="576072" y="6062472"/>
            <a:ext cx="11000232" cy="292608"/>
          </a:xfrm>
          <a:prstGeom prst="rect">
            <a:avLst/>
          </a:prstGeom>
          <a:noFill/>
          <a:effectLst/>
        </p:spPr>
        <p:txBody>
          <a:bodyPr wrap="square" lIns="0" rIns="0" tIns="0" bIns="0">
            <a:spAutoFit/>
          </a:bodyPr>
          <a:lstStyle/>
          <a:p>
            <a:pPr>
              <a:lnSpc>
                <a:spcPct val="105000"/>
              </a:lnSpc>
              <a:spcBef>
                <a:spcPts val="0"/>
              </a:spcBef>
              <a:spcAft>
                <a:spcPts val="400"/>
              </a:spcAft>
            </a:pPr>
            <a:r>
              <a:rPr sz="1500" b="0">
                <a:solidFill>
                  <a:srgbClr val="46626F"/>
                </a:solidFill>
                <a:latin typeface="Arial"/>
              </a:rPr>
              <a:t>Rob berkaitan dengan pasang laut. Kondisi tiap jalan juga dipengaruhi lingkungan setempat.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5F6"/>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ALUR APLIKASI</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0B1F2A"/>
                </a:solidFill>
                <a:latin typeface="Arial Narrow"/>
              </a:rPr>
              <a:t>Pilih perjalanan, lalu geser jamnya.</a:t>
            </a:r>
          </a:p>
        </p:txBody>
      </p:sp>
      <p:sp>
        <p:nvSpPr>
          <p:cNvPr id="4" name="TextBox 3"/>
          <p:cNvSpPr txBox="1"/>
          <p:nvPr/>
        </p:nvSpPr>
        <p:spPr>
          <a:xfrm>
            <a:off x="539496" y="1499616"/>
            <a:ext cx="11018520" cy="457200"/>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46626F"/>
                </a:solidFill>
                <a:latin typeface="Arial"/>
              </a:rPr>
              <a:t>Asal, tujuan, dan moda tetap terlihat ketika pengguna membandingkan waktu.</a:t>
            </a:r>
          </a:p>
        </p:txBody>
      </p:sp>
      <p:sp>
        <p:nvSpPr>
          <p:cNvPr id="5" name="Rectangle 4"/>
          <p:cNvSpPr/>
          <p:nvPr/>
        </p:nvSpPr>
        <p:spPr>
          <a:xfrm>
            <a:off x="502920" y="6455664"/>
            <a:ext cx="11183112" cy="1463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a:hlinkClick r:id="rId2"/>
          </p:cNvPr>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46626F"/>
                </a:solidFill>
                <a:latin typeface="Arial"/>
              </a:rPr>
              <a:t>Tangkapan aplikasi asli, potret 26 September 2026. Detail hasil diperbesar saat demo.</a:t>
            </a:r>
          </a:p>
        </p:txBody>
      </p:sp>
      <p:sp>
        <p:nvSpPr>
          <p:cNvPr id="7" name="TextBox 6"/>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46626F"/>
                </a:solidFill>
                <a:latin typeface="Arial"/>
              </a:rPr>
              <a:t>03</a:t>
            </a:r>
          </a:p>
        </p:txBody>
      </p:sp>
      <p:pic>
        <p:nvPicPr>
          <p:cNvPr id="8" name="Picture 7" descr="demo_08.png"/>
          <p:cNvPicPr>
            <a:picLocks noChangeAspect="1"/>
          </p:cNvPicPr>
          <p:nvPr/>
        </p:nvPicPr>
        <p:blipFill>
          <a:blip r:embed="rId3"/>
          <a:stretch>
            <a:fillRect/>
          </a:stretch>
        </p:blipFill>
        <p:spPr>
          <a:xfrm>
            <a:off x="548640" y="2039112"/>
            <a:ext cx="7333488" cy="4400093"/>
          </a:xfrm>
          <a:prstGeom prst="rect">
            <a:avLst/>
          </a:prstGeom>
          <a:effectLst/>
        </p:spPr>
      </p:pic>
      <p:sp>
        <p:nvSpPr>
          <p:cNvPr id="9" name="Oval 8"/>
          <p:cNvSpPr/>
          <p:nvPr/>
        </p:nvSpPr>
        <p:spPr>
          <a:xfrm>
            <a:off x="8193024" y="2212848"/>
            <a:ext cx="338328" cy="338328"/>
          </a:xfrm>
          <a:prstGeom prst="ellipse">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257031" y="2258568"/>
            <a:ext cx="201168" cy="201168"/>
          </a:xfrm>
          <a:prstGeom prst="rect">
            <a:avLst/>
          </a:prstGeom>
          <a:noFill/>
          <a:effectLst/>
        </p:spPr>
        <p:txBody>
          <a:bodyPr wrap="square" lIns="0" rIns="0" tIns="0" bIns="0">
            <a:spAutoFit/>
          </a:bodyPr>
          <a:lstStyle/>
          <a:p>
            <a:pPr>
              <a:lnSpc>
                <a:spcPct val="105000"/>
              </a:lnSpc>
              <a:spcBef>
                <a:spcPts val="0"/>
              </a:spcBef>
              <a:spcAft>
                <a:spcPts val="400"/>
              </a:spcAft>
            </a:pPr>
            <a:r>
              <a:rPr sz="1200" b="1">
                <a:solidFill>
                  <a:srgbClr val="FFFFFF"/>
                </a:solidFill>
                <a:latin typeface="Arial"/>
              </a:rPr>
              <a:t>1</a:t>
            </a:r>
          </a:p>
        </p:txBody>
      </p:sp>
      <p:sp>
        <p:nvSpPr>
          <p:cNvPr id="11" name="TextBox 10"/>
          <p:cNvSpPr txBox="1"/>
          <p:nvPr/>
        </p:nvSpPr>
        <p:spPr>
          <a:xfrm>
            <a:off x="8677656" y="2212848"/>
            <a:ext cx="2944368" cy="402336"/>
          </a:xfrm>
          <a:prstGeom prst="rect">
            <a:avLst/>
          </a:prstGeom>
          <a:noFill/>
          <a:effectLst/>
        </p:spPr>
        <p:txBody>
          <a:bodyPr wrap="square" lIns="0" rIns="0" tIns="0" bIns="0">
            <a:spAutoFit/>
          </a:bodyPr>
          <a:lstStyle/>
          <a:p>
            <a:pPr>
              <a:lnSpc>
                <a:spcPct val="105000"/>
              </a:lnSpc>
              <a:spcBef>
                <a:spcPts val="0"/>
              </a:spcBef>
              <a:spcAft>
                <a:spcPts val="400"/>
              </a:spcAft>
            </a:pPr>
            <a:r>
              <a:rPr sz="2300" b="1">
                <a:solidFill>
                  <a:srgbClr val="0B1F2A"/>
                </a:solidFill>
                <a:latin typeface="Arial Narrow"/>
              </a:rPr>
              <a:t>Pilih akses tujuan</a:t>
            </a:r>
          </a:p>
        </p:txBody>
      </p:sp>
      <p:sp>
        <p:nvSpPr>
          <p:cNvPr id="12" name="TextBox 11"/>
          <p:cNvSpPr txBox="1"/>
          <p:nvPr/>
        </p:nvSpPr>
        <p:spPr>
          <a:xfrm>
            <a:off x="8677656" y="2734056"/>
            <a:ext cx="2926080" cy="749808"/>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Tawang → Terboyo</a:t>
            </a:r>
          </a:p>
          <a:p>
            <a:pPr>
              <a:lnSpc>
                <a:spcPct val="105000"/>
              </a:lnSpc>
              <a:spcBef>
                <a:spcPts val="0"/>
              </a:spcBef>
              <a:spcAft>
                <a:spcPts val="400"/>
              </a:spcAft>
            </a:pPr>
            <a:r>
              <a:rPr sz="1800" b="0">
                <a:solidFill>
                  <a:srgbClr val="46626F"/>
                </a:solidFill>
                <a:latin typeface="Arial"/>
              </a:rPr>
              <a:t>Moda motor</a:t>
            </a:r>
          </a:p>
        </p:txBody>
      </p:sp>
      <p:sp>
        <p:nvSpPr>
          <p:cNvPr id="13" name="Oval 12"/>
          <p:cNvSpPr/>
          <p:nvPr/>
        </p:nvSpPr>
        <p:spPr>
          <a:xfrm>
            <a:off x="8193024" y="3511296"/>
            <a:ext cx="338328" cy="338328"/>
          </a:xfrm>
          <a:prstGeom prst="ellipse">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257031" y="3557015"/>
            <a:ext cx="201168" cy="201168"/>
          </a:xfrm>
          <a:prstGeom prst="rect">
            <a:avLst/>
          </a:prstGeom>
          <a:noFill/>
          <a:effectLst/>
        </p:spPr>
        <p:txBody>
          <a:bodyPr wrap="square" lIns="0" rIns="0" tIns="0" bIns="0">
            <a:spAutoFit/>
          </a:bodyPr>
          <a:lstStyle/>
          <a:p>
            <a:pPr>
              <a:lnSpc>
                <a:spcPct val="105000"/>
              </a:lnSpc>
              <a:spcBef>
                <a:spcPts val="0"/>
              </a:spcBef>
              <a:spcAft>
                <a:spcPts val="400"/>
              </a:spcAft>
            </a:pPr>
            <a:r>
              <a:rPr sz="1200" b="1">
                <a:solidFill>
                  <a:srgbClr val="FFFFFF"/>
                </a:solidFill>
                <a:latin typeface="Arial"/>
              </a:rPr>
              <a:t>2</a:t>
            </a:r>
          </a:p>
        </p:txBody>
      </p:sp>
      <p:sp>
        <p:nvSpPr>
          <p:cNvPr id="15" name="TextBox 14"/>
          <p:cNvSpPr txBox="1"/>
          <p:nvPr/>
        </p:nvSpPr>
        <p:spPr>
          <a:xfrm>
            <a:off x="8677656" y="3511296"/>
            <a:ext cx="2944368" cy="402336"/>
          </a:xfrm>
          <a:prstGeom prst="rect">
            <a:avLst/>
          </a:prstGeom>
          <a:noFill/>
          <a:effectLst/>
        </p:spPr>
        <p:txBody>
          <a:bodyPr wrap="square" lIns="0" rIns="0" tIns="0" bIns="0">
            <a:spAutoFit/>
          </a:bodyPr>
          <a:lstStyle/>
          <a:p>
            <a:pPr>
              <a:lnSpc>
                <a:spcPct val="105000"/>
              </a:lnSpc>
              <a:spcBef>
                <a:spcPts val="0"/>
              </a:spcBef>
              <a:spcAft>
                <a:spcPts val="400"/>
              </a:spcAft>
            </a:pPr>
            <a:r>
              <a:rPr sz="2300" b="1">
                <a:solidFill>
                  <a:srgbClr val="0B1F2A"/>
                </a:solidFill>
                <a:latin typeface="Arial Narrow"/>
              </a:rPr>
              <a:t>Geser Pita Pasut</a:t>
            </a:r>
          </a:p>
        </p:txBody>
      </p:sp>
      <p:sp>
        <p:nvSpPr>
          <p:cNvPr id="16" name="TextBox 15"/>
          <p:cNvSpPr txBox="1"/>
          <p:nvPr/>
        </p:nvSpPr>
        <p:spPr>
          <a:xfrm>
            <a:off x="8677656" y="4032504"/>
            <a:ext cx="2926080" cy="749808"/>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Coba 08.00, lalu 13.00</a:t>
            </a:r>
          </a:p>
          <a:p>
            <a:pPr>
              <a:lnSpc>
                <a:spcPct val="105000"/>
              </a:lnSpc>
              <a:spcBef>
                <a:spcPts val="0"/>
              </a:spcBef>
              <a:spcAft>
                <a:spcPts val="400"/>
              </a:spcAft>
            </a:pPr>
            <a:r>
              <a:rPr sz="1800" b="0">
                <a:solidFill>
                  <a:srgbClr val="46626F"/>
                </a:solidFill>
                <a:latin typeface="Arial"/>
              </a:rPr>
              <a:t>pada tanggal yang sama.</a:t>
            </a:r>
          </a:p>
        </p:txBody>
      </p:sp>
      <p:sp>
        <p:nvSpPr>
          <p:cNvPr id="17" name="Oval 16"/>
          <p:cNvSpPr/>
          <p:nvPr/>
        </p:nvSpPr>
        <p:spPr>
          <a:xfrm>
            <a:off x="8193024" y="4809744"/>
            <a:ext cx="338328" cy="338328"/>
          </a:xfrm>
          <a:prstGeom prst="ellipse">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57031" y="4855464"/>
            <a:ext cx="201168" cy="201168"/>
          </a:xfrm>
          <a:prstGeom prst="rect">
            <a:avLst/>
          </a:prstGeom>
          <a:noFill/>
          <a:effectLst/>
        </p:spPr>
        <p:txBody>
          <a:bodyPr wrap="square" lIns="0" rIns="0" tIns="0" bIns="0">
            <a:spAutoFit/>
          </a:bodyPr>
          <a:lstStyle/>
          <a:p>
            <a:pPr>
              <a:lnSpc>
                <a:spcPct val="105000"/>
              </a:lnSpc>
              <a:spcBef>
                <a:spcPts val="0"/>
              </a:spcBef>
              <a:spcAft>
                <a:spcPts val="400"/>
              </a:spcAft>
            </a:pPr>
            <a:r>
              <a:rPr sz="1200" b="1">
                <a:solidFill>
                  <a:srgbClr val="FFFFFF"/>
                </a:solidFill>
                <a:latin typeface="Arial"/>
              </a:rPr>
              <a:t>3</a:t>
            </a:r>
          </a:p>
        </p:txBody>
      </p:sp>
      <p:sp>
        <p:nvSpPr>
          <p:cNvPr id="19" name="TextBox 18"/>
          <p:cNvSpPr txBox="1"/>
          <p:nvPr/>
        </p:nvSpPr>
        <p:spPr>
          <a:xfrm>
            <a:off x="8677656" y="4809744"/>
            <a:ext cx="2944368" cy="402336"/>
          </a:xfrm>
          <a:prstGeom prst="rect">
            <a:avLst/>
          </a:prstGeom>
          <a:noFill/>
          <a:effectLst/>
        </p:spPr>
        <p:txBody>
          <a:bodyPr wrap="square" lIns="0" rIns="0" tIns="0" bIns="0">
            <a:spAutoFit/>
          </a:bodyPr>
          <a:lstStyle/>
          <a:p>
            <a:pPr>
              <a:lnSpc>
                <a:spcPct val="105000"/>
              </a:lnSpc>
              <a:spcBef>
                <a:spcPts val="0"/>
              </a:spcBef>
              <a:spcAft>
                <a:spcPts val="400"/>
              </a:spcAft>
            </a:pPr>
            <a:r>
              <a:rPr sz="2300" b="1">
                <a:solidFill>
                  <a:srgbClr val="0B1F2A"/>
                </a:solidFill>
                <a:latin typeface="Arial Narrow"/>
              </a:rPr>
              <a:t>Baca hasilnya</a:t>
            </a:r>
          </a:p>
        </p:txBody>
      </p:sp>
      <p:sp>
        <p:nvSpPr>
          <p:cNvPr id="20" name="TextBox 19"/>
          <p:cNvSpPr txBox="1"/>
          <p:nvPr/>
        </p:nvSpPr>
        <p:spPr>
          <a:xfrm>
            <a:off x="8677656" y="5330952"/>
            <a:ext cx="2926080" cy="749808"/>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Rute, waktu, paparan,</a:t>
            </a:r>
          </a:p>
          <a:p>
            <a:pPr>
              <a:lnSpc>
                <a:spcPct val="105000"/>
              </a:lnSpc>
              <a:spcBef>
                <a:spcPts val="0"/>
              </a:spcBef>
              <a:spcAft>
                <a:spcPts val="400"/>
              </a:spcAft>
            </a:pPr>
            <a:r>
              <a:rPr sz="1800" b="0">
                <a:solidFill>
                  <a:srgbClr val="46626F"/>
                </a:solidFill>
                <a:latin typeface="Arial"/>
              </a:rPr>
              <a:t>dan biaya memutar.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F2A"/>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4FB3C4"/>
                </a:solidFill>
                <a:latin typeface="Arial"/>
              </a:rPr>
              <a:t>DEMO LANGSUNG | 2 MENIT 25 DETIK</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E8F1F4"/>
                </a:solidFill>
                <a:latin typeface="Arial Narrow"/>
              </a:rPr>
              <a:t>Satu perjalanan. Kita coba dua jam berangkat.</a:t>
            </a:r>
          </a:p>
        </p:txBody>
      </p:sp>
      <p:sp>
        <p:nvSpPr>
          <p:cNvPr id="4" name="TextBox 3"/>
          <p:cNvSpPr txBox="1"/>
          <p:nvPr/>
        </p:nvSpPr>
        <p:spPr>
          <a:xfrm>
            <a:off x="539496" y="1499616"/>
            <a:ext cx="11018520" cy="457200"/>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ABC0CA"/>
                </a:solidFill>
                <a:latin typeface="Arial"/>
              </a:rPr>
              <a:t>Motor · akses Tawang → akses Terboyo · Sabtu, 26 September 2026</a:t>
            </a:r>
          </a:p>
        </p:txBody>
      </p:sp>
      <p:sp>
        <p:nvSpPr>
          <p:cNvPr id="5" name="Rectangle 4"/>
          <p:cNvSpPr/>
          <p:nvPr/>
        </p:nvSpPr>
        <p:spPr>
          <a:xfrm>
            <a:off x="502920" y="6455664"/>
            <a:ext cx="11183112" cy="14630"/>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ABC0CA"/>
                </a:solidFill>
                <a:latin typeface="Arial"/>
              </a:rPr>
              <a:t>Skenario potret bertanggal. Angka berasal dari API lokal; waktu tempuh dan genangan adalah hasil model.</a:t>
            </a:r>
          </a:p>
        </p:txBody>
      </p:sp>
      <p:sp>
        <p:nvSpPr>
          <p:cNvPr id="7" name="TextBox 6"/>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ABC0CA"/>
                </a:solidFill>
                <a:latin typeface="Arial"/>
              </a:rPr>
              <a:t>04</a:t>
            </a:r>
          </a:p>
        </p:txBody>
      </p:sp>
      <p:sp>
        <p:nvSpPr>
          <p:cNvPr id="8" name="TextBox 7"/>
          <p:cNvSpPr txBox="1"/>
          <p:nvPr/>
        </p:nvSpPr>
        <p:spPr>
          <a:xfrm>
            <a:off x="594360" y="2231136"/>
            <a:ext cx="36576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4FB3C4"/>
                </a:solidFill>
                <a:latin typeface="Arial"/>
              </a:rPr>
              <a:t>08.00 WIB</a:t>
            </a:r>
          </a:p>
        </p:txBody>
      </p:sp>
      <p:sp>
        <p:nvSpPr>
          <p:cNvPr id="9" name="TextBox 8"/>
          <p:cNvSpPr txBox="1"/>
          <p:nvPr/>
        </p:nvSpPr>
        <p:spPr>
          <a:xfrm>
            <a:off x="594360" y="2761488"/>
            <a:ext cx="4709160" cy="749808"/>
          </a:xfrm>
          <a:prstGeom prst="rect">
            <a:avLst/>
          </a:prstGeom>
          <a:noFill/>
          <a:effectLst/>
        </p:spPr>
        <p:txBody>
          <a:bodyPr wrap="square" lIns="0" rIns="0" tIns="0" bIns="0">
            <a:spAutoFit/>
          </a:bodyPr>
          <a:lstStyle/>
          <a:p>
            <a:pPr>
              <a:lnSpc>
                <a:spcPct val="105000"/>
              </a:lnSpc>
              <a:spcBef>
                <a:spcPts val="0"/>
              </a:spcBef>
              <a:spcAft>
                <a:spcPts val="400"/>
              </a:spcAft>
            </a:pPr>
            <a:r>
              <a:rPr sz="4300" b="1">
                <a:solidFill>
                  <a:srgbClr val="E8F1F4"/>
                </a:solidFill>
                <a:latin typeface="Arial Narrow"/>
              </a:rPr>
              <a:t>13,9 menit</a:t>
            </a:r>
          </a:p>
        </p:txBody>
      </p:sp>
      <p:sp>
        <p:nvSpPr>
          <p:cNvPr id="10" name="TextBox 9"/>
          <p:cNvSpPr txBox="1"/>
          <p:nvPr/>
        </p:nvSpPr>
        <p:spPr>
          <a:xfrm>
            <a:off x="594360" y="3730752"/>
            <a:ext cx="5001768" cy="777240"/>
          </a:xfrm>
          <a:prstGeom prst="rect">
            <a:avLst/>
          </a:prstGeom>
          <a:noFill/>
          <a:effectLst/>
        </p:spPr>
        <p:txBody>
          <a:bodyPr wrap="square" lIns="0" rIns="0" tIns="0" bIns="0">
            <a:spAutoFit/>
          </a:bodyPr>
          <a:lstStyle/>
          <a:p>
            <a:pPr>
              <a:lnSpc>
                <a:spcPct val="105000"/>
              </a:lnSpc>
              <a:spcBef>
                <a:spcPts val="0"/>
              </a:spcBef>
              <a:spcAft>
                <a:spcPts val="400"/>
              </a:spcAft>
            </a:pPr>
            <a:r>
              <a:rPr sz="2200" b="0">
                <a:solidFill>
                  <a:srgbClr val="E8F1F4"/>
                </a:solidFill>
                <a:latin typeface="Arial"/>
              </a:rPr>
              <a:t>10,58 km  ·  14 ruas basah dalam model</a:t>
            </a:r>
          </a:p>
        </p:txBody>
      </p:sp>
      <p:sp>
        <p:nvSpPr>
          <p:cNvPr id="11" name="TextBox 10"/>
          <p:cNvSpPr txBox="1"/>
          <p:nvPr/>
        </p:nvSpPr>
        <p:spPr>
          <a:xfrm>
            <a:off x="594360" y="4718304"/>
            <a:ext cx="4974336" cy="786384"/>
          </a:xfrm>
          <a:prstGeom prst="rect">
            <a:avLst/>
          </a:prstGeom>
          <a:noFill/>
          <a:effectLst/>
        </p:spPr>
        <p:txBody>
          <a:bodyPr wrap="square" lIns="0" rIns="0" tIns="0" bIns="0">
            <a:spAutoFit/>
          </a:bodyPr>
          <a:lstStyle/>
          <a:p>
            <a:pPr>
              <a:lnSpc>
                <a:spcPct val="105000"/>
              </a:lnSpc>
              <a:spcBef>
                <a:spcPts val="0"/>
              </a:spcBef>
              <a:spcAft>
                <a:spcPts val="400"/>
              </a:spcAft>
            </a:pPr>
            <a:r>
              <a:rPr sz="2100" b="0">
                <a:solidFill>
                  <a:srgbClr val="ABC0CA"/>
                </a:solidFill>
                <a:latin typeface="Arial"/>
              </a:rPr>
              <a:t>Masih melewati ruas dengan estimasi genangan.</a:t>
            </a:r>
          </a:p>
        </p:txBody>
      </p:sp>
      <p:sp>
        <p:nvSpPr>
          <p:cNvPr id="12" name="TextBox 11"/>
          <p:cNvSpPr txBox="1"/>
          <p:nvPr/>
        </p:nvSpPr>
        <p:spPr>
          <a:xfrm>
            <a:off x="6492240" y="2231136"/>
            <a:ext cx="36576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4FB3C4"/>
                </a:solidFill>
                <a:latin typeface="Arial"/>
              </a:rPr>
              <a:t>13.00 WIB</a:t>
            </a:r>
          </a:p>
        </p:txBody>
      </p:sp>
      <p:sp>
        <p:nvSpPr>
          <p:cNvPr id="13" name="TextBox 12"/>
          <p:cNvSpPr txBox="1"/>
          <p:nvPr/>
        </p:nvSpPr>
        <p:spPr>
          <a:xfrm>
            <a:off x="6492240" y="2761488"/>
            <a:ext cx="4709160" cy="749808"/>
          </a:xfrm>
          <a:prstGeom prst="rect">
            <a:avLst/>
          </a:prstGeom>
          <a:noFill/>
          <a:effectLst/>
        </p:spPr>
        <p:txBody>
          <a:bodyPr wrap="square" lIns="0" rIns="0" tIns="0" bIns="0">
            <a:spAutoFit/>
          </a:bodyPr>
          <a:lstStyle/>
          <a:p>
            <a:pPr>
              <a:lnSpc>
                <a:spcPct val="105000"/>
              </a:lnSpc>
              <a:spcBef>
                <a:spcPts val="0"/>
              </a:spcBef>
              <a:spcAft>
                <a:spcPts val="400"/>
              </a:spcAft>
            </a:pPr>
            <a:r>
              <a:rPr sz="4300" b="1">
                <a:solidFill>
                  <a:srgbClr val="E8F1F4"/>
                </a:solidFill>
                <a:latin typeface="Arial Narrow"/>
              </a:rPr>
              <a:t>7,0 menit</a:t>
            </a:r>
          </a:p>
        </p:txBody>
      </p:sp>
      <p:sp>
        <p:nvSpPr>
          <p:cNvPr id="14" name="TextBox 13"/>
          <p:cNvSpPr txBox="1"/>
          <p:nvPr/>
        </p:nvSpPr>
        <p:spPr>
          <a:xfrm>
            <a:off x="6492240" y="3730752"/>
            <a:ext cx="5001768" cy="777240"/>
          </a:xfrm>
          <a:prstGeom prst="rect">
            <a:avLst/>
          </a:prstGeom>
          <a:noFill/>
          <a:effectLst/>
        </p:spPr>
        <p:txBody>
          <a:bodyPr wrap="square" lIns="0" rIns="0" tIns="0" bIns="0">
            <a:spAutoFit/>
          </a:bodyPr>
          <a:lstStyle/>
          <a:p>
            <a:pPr>
              <a:lnSpc>
                <a:spcPct val="105000"/>
              </a:lnSpc>
              <a:spcBef>
                <a:spcPts val="0"/>
              </a:spcBef>
              <a:spcAft>
                <a:spcPts val="400"/>
              </a:spcAft>
            </a:pPr>
            <a:r>
              <a:rPr sz="2200" b="0">
                <a:solidFill>
                  <a:srgbClr val="E8F1F4"/>
                </a:solidFill>
                <a:latin typeface="Arial"/>
              </a:rPr>
              <a:t>6,32 km  ·  0 ruas basah dalam model</a:t>
            </a:r>
          </a:p>
        </p:txBody>
      </p:sp>
      <p:sp>
        <p:nvSpPr>
          <p:cNvPr id="15" name="TextBox 14"/>
          <p:cNvSpPr txBox="1"/>
          <p:nvPr/>
        </p:nvSpPr>
        <p:spPr>
          <a:xfrm>
            <a:off x="6492240" y="4718304"/>
            <a:ext cx="4974336" cy="786384"/>
          </a:xfrm>
          <a:prstGeom prst="rect">
            <a:avLst/>
          </a:prstGeom>
          <a:noFill/>
          <a:effectLst/>
        </p:spPr>
        <p:txBody>
          <a:bodyPr wrap="square" lIns="0" rIns="0" tIns="0" bIns="0">
            <a:spAutoFit/>
          </a:bodyPr>
          <a:lstStyle/>
          <a:p>
            <a:pPr>
              <a:lnSpc>
                <a:spcPct val="105000"/>
              </a:lnSpc>
              <a:spcBef>
                <a:spcPts val="0"/>
              </a:spcBef>
              <a:spcAft>
                <a:spcPts val="400"/>
              </a:spcAft>
            </a:pPr>
            <a:r>
              <a:rPr sz="2100" b="0">
                <a:solidFill>
                  <a:srgbClr val="ABC0CA"/>
                </a:solidFill>
                <a:latin typeface="Arial"/>
              </a:rPr>
              <a:t>Rute model sama dengan rute pembanding.</a:t>
            </a:r>
          </a:p>
        </p:txBody>
      </p:sp>
      <p:sp>
        <p:nvSpPr>
          <p:cNvPr id="16" name="Rectangle 15"/>
          <p:cNvSpPr/>
          <p:nvPr/>
        </p:nvSpPr>
        <p:spPr>
          <a:xfrm>
            <a:off x="5879592" y="2194560"/>
            <a:ext cx="18288" cy="3291840"/>
          </a:xfrm>
          <a:prstGeom prst="rect">
            <a:avLst/>
          </a:prstGeom>
          <a:solidFill>
            <a:srgbClr val="1B43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a:hlinkClick r:id="rId2"/>
          </p:cNvPr>
          <p:cNvSpPr/>
          <p:nvPr/>
        </p:nvSpPr>
        <p:spPr>
          <a:xfrm>
            <a:off x="603504" y="5815584"/>
            <a:ext cx="1975104" cy="384048"/>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a:hlinkClick r:id="rId2"/>
          </p:cNvPr>
          <p:cNvSpPr txBox="1"/>
          <p:nvPr/>
        </p:nvSpPr>
        <p:spPr>
          <a:xfrm>
            <a:off x="694944" y="5897880"/>
            <a:ext cx="1792224"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E8F1F4"/>
                </a:solidFill>
                <a:latin typeface="Arial"/>
              </a:rPr>
              <a:t>Buka demo lokal</a:t>
            </a:r>
          </a:p>
        </p:txBody>
      </p:sp>
      <p:sp>
        <p:nvSpPr>
          <p:cNvPr id="19" name="Rectangle 18">
            <a:hlinkClick action="ppaction://hlinksldjump" r:id="rId4"/>
          </p:cNvPr>
          <p:cNvSpPr/>
          <p:nvPr/>
        </p:nvSpPr>
        <p:spPr>
          <a:xfrm>
            <a:off x="2770632" y="5815584"/>
            <a:ext cx="1975104" cy="384048"/>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a:hlinkClick action="ppaction://hlinksldjump" r:id="rId4"/>
          </p:cNvPr>
          <p:cNvSpPr txBox="1"/>
          <p:nvPr/>
        </p:nvSpPr>
        <p:spPr>
          <a:xfrm>
            <a:off x="2862072" y="5897880"/>
            <a:ext cx="1792224"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E8F1F4"/>
                </a:solidFill>
                <a:latin typeface="Arial"/>
              </a:rPr>
              <a:t>Cadangan 08.00</a:t>
            </a:r>
          </a:p>
        </p:txBody>
      </p:sp>
      <p:sp>
        <p:nvSpPr>
          <p:cNvPr id="21" name="Rectangle 20">
            <a:hlinkClick action="ppaction://hlinksldjump" r:id="rId5"/>
          </p:cNvPr>
          <p:cNvSpPr/>
          <p:nvPr/>
        </p:nvSpPr>
        <p:spPr>
          <a:xfrm>
            <a:off x="4937760" y="5815584"/>
            <a:ext cx="1975104" cy="384048"/>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a:hlinkClick action="ppaction://hlinksldjump" r:id="rId5"/>
          </p:cNvPr>
          <p:cNvSpPr txBox="1"/>
          <p:nvPr/>
        </p:nvSpPr>
        <p:spPr>
          <a:xfrm>
            <a:off x="5029200" y="5897880"/>
            <a:ext cx="1792224"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E8F1F4"/>
                </a:solidFill>
                <a:latin typeface="Arial"/>
              </a:rPr>
              <a:t>Cadangan 13.00</a:t>
            </a:r>
          </a:p>
        </p:txBody>
      </p:sp>
      <p:sp>
        <p:nvSpPr>
          <p:cNvPr id="23" name="TextBox 22"/>
          <p:cNvSpPr txBox="1"/>
          <p:nvPr/>
        </p:nvSpPr>
        <p:spPr>
          <a:xfrm>
            <a:off x="7315200" y="5897880"/>
            <a:ext cx="4315968" cy="256032"/>
          </a:xfrm>
          <a:prstGeom prst="rect">
            <a:avLst/>
          </a:prstGeom>
          <a:noFill/>
          <a:effectLst/>
        </p:spPr>
        <p:txBody>
          <a:bodyPr wrap="square" lIns="0" rIns="0" tIns="0" bIns="0">
            <a:spAutoFit/>
          </a:bodyPr>
          <a:lstStyle/>
          <a:p>
            <a:pPr>
              <a:lnSpc>
                <a:spcPct val="105000"/>
              </a:lnSpc>
              <a:spcBef>
                <a:spcPts val="0"/>
              </a:spcBef>
              <a:spcAft>
                <a:spcPts val="400"/>
              </a:spcAft>
            </a:pPr>
            <a:r>
              <a:rPr sz="1600" b="1">
                <a:solidFill>
                  <a:srgbClr val="FFB020"/>
                </a:solidFill>
                <a:latin typeface="Arial"/>
              </a:rPr>
              <a:t>0 ruas model ≠ bukti jalan kering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5F6"/>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CARA KERJA</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0B1F2A"/>
                </a:solidFill>
                <a:latin typeface="Arial Narrow"/>
              </a:rPr>
              <a:t>Data wilayah dan pasut membentuk skenario ruas.</a:t>
            </a:r>
          </a:p>
        </p:txBody>
      </p:sp>
      <p:sp>
        <p:nvSpPr>
          <p:cNvPr id="4" name="TextBox 3"/>
          <p:cNvSpPr txBox="1"/>
          <p:nvPr/>
        </p:nvSpPr>
        <p:spPr>
          <a:xfrm>
            <a:off x="539496" y="1499616"/>
            <a:ext cx="11018520" cy="457200"/>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46626F"/>
                </a:solidFill>
                <a:latin typeface="Arial"/>
              </a:rPr>
              <a:t>Produksi memakai indeks kerentanan berbasis aturan.</a:t>
            </a:r>
          </a:p>
        </p:txBody>
      </p:sp>
      <p:sp>
        <p:nvSpPr>
          <p:cNvPr id="5" name="Rectangle 4"/>
          <p:cNvSpPr/>
          <p:nvPr/>
        </p:nvSpPr>
        <p:spPr>
          <a:xfrm>
            <a:off x="502920" y="6455664"/>
            <a:ext cx="11183112" cy="1463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a:hlinkClick r:id="rId2"/>
          </p:cNvPr>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46626F"/>
                </a:solidFill>
                <a:latin typeface="Arial"/>
              </a:rPr>
              <a:t>Kode aktif: kerentanan.py, pasut.py, genangan.py, routing.py. Audit sumber 25 September 2026.</a:t>
            </a:r>
          </a:p>
        </p:txBody>
      </p:sp>
      <p:sp>
        <p:nvSpPr>
          <p:cNvPr id="7" name="TextBox 6"/>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46626F"/>
                </a:solidFill>
                <a:latin typeface="Arial"/>
              </a:rPr>
              <a:t>05</a:t>
            </a:r>
          </a:p>
        </p:txBody>
      </p:sp>
      <p:sp>
        <p:nvSpPr>
          <p:cNvPr id="8" name="Rectangle 7"/>
          <p:cNvSpPr/>
          <p:nvPr/>
        </p:nvSpPr>
        <p:spPr>
          <a:xfrm>
            <a:off x="594360" y="2212848"/>
            <a:ext cx="3310128" cy="2011680"/>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58952" y="2432304"/>
            <a:ext cx="2953512" cy="448056"/>
          </a:xfrm>
          <a:prstGeom prst="rect">
            <a:avLst/>
          </a:prstGeom>
          <a:noFill/>
          <a:effectLst/>
        </p:spPr>
        <p:txBody>
          <a:bodyPr wrap="square" lIns="0" rIns="0" tIns="0" bIns="0">
            <a:spAutoFit/>
          </a:bodyPr>
          <a:lstStyle/>
          <a:p>
            <a:pPr>
              <a:lnSpc>
                <a:spcPct val="105000"/>
              </a:lnSpc>
              <a:spcBef>
                <a:spcPts val="0"/>
              </a:spcBef>
              <a:spcAft>
                <a:spcPts val="400"/>
              </a:spcAft>
            </a:pPr>
            <a:r>
              <a:rPr sz="2500" b="1">
                <a:solidFill>
                  <a:srgbClr val="0B1F2A"/>
                </a:solidFill>
                <a:latin typeface="Arial Narrow"/>
              </a:rPr>
              <a:t>Kondisi wilayah</a:t>
            </a:r>
          </a:p>
        </p:txBody>
      </p:sp>
      <p:sp>
        <p:nvSpPr>
          <p:cNvPr id="10" name="TextBox 9"/>
          <p:cNvSpPr txBox="1"/>
          <p:nvPr/>
        </p:nvSpPr>
        <p:spPr>
          <a:xfrm>
            <a:off x="758952" y="3054096"/>
            <a:ext cx="2926080" cy="1115568"/>
          </a:xfrm>
          <a:prstGeom prst="rect">
            <a:avLst/>
          </a:prstGeom>
          <a:noFill/>
          <a:effectLst/>
        </p:spPr>
        <p:txBody>
          <a:bodyPr wrap="square" lIns="0" rIns="0" tIns="0" bIns="0">
            <a:spAutoFit/>
          </a:bodyPr>
          <a:lstStyle/>
          <a:p>
            <a:pPr>
              <a:lnSpc>
                <a:spcPct val="105000"/>
              </a:lnSpc>
              <a:spcBef>
                <a:spcPts val="0"/>
              </a:spcBef>
              <a:spcAft>
                <a:spcPts val="400"/>
              </a:spcAft>
            </a:pPr>
            <a:r>
              <a:rPr sz="2000" b="0">
                <a:solidFill>
                  <a:srgbClr val="46626F"/>
                </a:solidFill>
                <a:latin typeface="Arial"/>
              </a:rPr>
              <a:t>Elevasi relatif</a:t>
            </a:r>
          </a:p>
          <a:p>
            <a:pPr>
              <a:lnSpc>
                <a:spcPct val="105000"/>
              </a:lnSpc>
              <a:spcBef>
                <a:spcPts val="0"/>
              </a:spcBef>
              <a:spcAft>
                <a:spcPts val="400"/>
              </a:spcAft>
            </a:pPr>
            <a:r>
              <a:rPr sz="2000" b="0">
                <a:solidFill>
                  <a:srgbClr val="46626F"/>
                </a:solidFill>
                <a:latin typeface="Arial"/>
              </a:rPr>
              <a:t>Jarak dari pantai</a:t>
            </a:r>
          </a:p>
          <a:p>
            <a:pPr>
              <a:lnSpc>
                <a:spcPct val="105000"/>
              </a:lnSpc>
              <a:spcBef>
                <a:spcPts val="0"/>
              </a:spcBef>
              <a:spcAft>
                <a:spcPts val="400"/>
              </a:spcAft>
            </a:pPr>
            <a:r>
              <a:rPr sz="2000" b="0">
                <a:solidFill>
                  <a:srgbClr val="46626F"/>
                </a:solidFill>
                <a:latin typeface="Arial"/>
              </a:rPr>
              <a:t>Laju penurunan tanah</a:t>
            </a:r>
          </a:p>
        </p:txBody>
      </p:sp>
      <p:sp>
        <p:nvSpPr>
          <p:cNvPr id="11" name="Rectangle 10"/>
          <p:cNvSpPr/>
          <p:nvPr/>
        </p:nvSpPr>
        <p:spPr>
          <a:xfrm>
            <a:off x="4480560" y="2212848"/>
            <a:ext cx="3310128" cy="2011680"/>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645152" y="2432304"/>
            <a:ext cx="2953512" cy="448056"/>
          </a:xfrm>
          <a:prstGeom prst="rect">
            <a:avLst/>
          </a:prstGeom>
          <a:noFill/>
          <a:effectLst/>
        </p:spPr>
        <p:txBody>
          <a:bodyPr wrap="square" lIns="0" rIns="0" tIns="0" bIns="0">
            <a:spAutoFit/>
          </a:bodyPr>
          <a:lstStyle/>
          <a:p>
            <a:pPr>
              <a:lnSpc>
                <a:spcPct val="105000"/>
              </a:lnSpc>
              <a:spcBef>
                <a:spcPts val="0"/>
              </a:spcBef>
              <a:spcAft>
                <a:spcPts val="400"/>
              </a:spcAft>
            </a:pPr>
            <a:r>
              <a:rPr sz="2500" b="1">
                <a:solidFill>
                  <a:srgbClr val="0B1F2A"/>
                </a:solidFill>
                <a:latin typeface="Arial Narrow"/>
              </a:rPr>
              <a:t>Indeks kerentanan</a:t>
            </a:r>
          </a:p>
        </p:txBody>
      </p:sp>
      <p:sp>
        <p:nvSpPr>
          <p:cNvPr id="13" name="TextBox 12"/>
          <p:cNvSpPr txBox="1"/>
          <p:nvPr/>
        </p:nvSpPr>
        <p:spPr>
          <a:xfrm>
            <a:off x="4645152" y="3054096"/>
            <a:ext cx="2926080" cy="1115568"/>
          </a:xfrm>
          <a:prstGeom prst="rect">
            <a:avLst/>
          </a:prstGeom>
          <a:noFill/>
          <a:effectLst/>
        </p:spPr>
        <p:txBody>
          <a:bodyPr wrap="square" lIns="0" rIns="0" tIns="0" bIns="0">
            <a:spAutoFit/>
          </a:bodyPr>
          <a:lstStyle/>
          <a:p>
            <a:pPr>
              <a:lnSpc>
                <a:spcPct val="105000"/>
              </a:lnSpc>
              <a:spcBef>
                <a:spcPts val="0"/>
              </a:spcBef>
              <a:spcAft>
                <a:spcPts val="400"/>
              </a:spcAft>
            </a:pPr>
            <a:r>
              <a:rPr sz="2000" b="0">
                <a:solidFill>
                  <a:srgbClr val="46626F"/>
                </a:solidFill>
                <a:latin typeface="Arial"/>
              </a:rPr>
              <a:t>Skor relatif tiap ruas</a:t>
            </a:r>
          </a:p>
          <a:p>
            <a:pPr>
              <a:lnSpc>
                <a:spcPct val="105000"/>
              </a:lnSpc>
              <a:spcBef>
                <a:spcPts val="0"/>
              </a:spcBef>
              <a:spcAft>
                <a:spcPts val="400"/>
              </a:spcAft>
            </a:pPr>
            <a:r>
              <a:rPr sz="2000" b="0">
                <a:solidFill>
                  <a:srgbClr val="46626F"/>
                </a:solidFill>
                <a:latin typeface="Arial"/>
              </a:rPr>
              <a:t>Tiga fitur berbobot sama</a:t>
            </a:r>
          </a:p>
        </p:txBody>
      </p:sp>
      <p:sp>
        <p:nvSpPr>
          <p:cNvPr id="14" name="Rectangle 13"/>
          <p:cNvSpPr/>
          <p:nvPr/>
        </p:nvSpPr>
        <p:spPr>
          <a:xfrm>
            <a:off x="8275320" y="2212848"/>
            <a:ext cx="3310128" cy="2011680"/>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439912" y="2432304"/>
            <a:ext cx="2953512" cy="448056"/>
          </a:xfrm>
          <a:prstGeom prst="rect">
            <a:avLst/>
          </a:prstGeom>
          <a:noFill/>
          <a:effectLst/>
        </p:spPr>
        <p:txBody>
          <a:bodyPr wrap="square" lIns="0" rIns="0" tIns="0" bIns="0">
            <a:spAutoFit/>
          </a:bodyPr>
          <a:lstStyle/>
          <a:p>
            <a:pPr>
              <a:lnSpc>
                <a:spcPct val="105000"/>
              </a:lnSpc>
              <a:spcBef>
                <a:spcPts val="0"/>
              </a:spcBef>
              <a:spcAft>
                <a:spcPts val="400"/>
              </a:spcAft>
            </a:pPr>
            <a:r>
              <a:rPr sz="2500" b="1">
                <a:solidFill>
                  <a:srgbClr val="E8F1F4"/>
                </a:solidFill>
                <a:latin typeface="Arial Narrow"/>
              </a:rPr>
              <a:t>Skenario genangan</a:t>
            </a:r>
          </a:p>
        </p:txBody>
      </p:sp>
      <p:sp>
        <p:nvSpPr>
          <p:cNvPr id="16" name="TextBox 15"/>
          <p:cNvSpPr txBox="1"/>
          <p:nvPr/>
        </p:nvSpPr>
        <p:spPr>
          <a:xfrm>
            <a:off x="8439912" y="3054096"/>
            <a:ext cx="2926080" cy="1115568"/>
          </a:xfrm>
          <a:prstGeom prst="rect">
            <a:avLst/>
          </a:prstGeom>
          <a:noFill/>
          <a:effectLst/>
        </p:spPr>
        <p:txBody>
          <a:bodyPr wrap="square" lIns="0" rIns="0" tIns="0" bIns="0">
            <a:spAutoFit/>
          </a:bodyPr>
          <a:lstStyle/>
          <a:p>
            <a:pPr>
              <a:lnSpc>
                <a:spcPct val="105000"/>
              </a:lnSpc>
              <a:spcBef>
                <a:spcPts val="0"/>
              </a:spcBef>
              <a:spcAft>
                <a:spcPts val="400"/>
              </a:spcAft>
            </a:pPr>
            <a:r>
              <a:rPr sz="2000" b="0">
                <a:solidFill>
                  <a:srgbClr val="ABC0CA"/>
                </a:solidFill>
                <a:latin typeface="Arial"/>
              </a:rPr>
              <a:t>Indeks + pasut per jam</a:t>
            </a:r>
          </a:p>
          <a:p>
            <a:pPr>
              <a:lnSpc>
                <a:spcPct val="105000"/>
              </a:lnSpc>
              <a:spcBef>
                <a:spcPts val="0"/>
              </a:spcBef>
              <a:spcAft>
                <a:spcPts val="400"/>
              </a:spcAft>
            </a:pPr>
            <a:r>
              <a:rPr sz="2000" b="0">
                <a:solidFill>
                  <a:srgbClr val="ABC0CA"/>
                </a:solidFill>
                <a:latin typeface="Arial"/>
              </a:rPr>
              <a:t>Estimasi kedalaman</a:t>
            </a:r>
          </a:p>
        </p:txBody>
      </p:sp>
      <p:sp>
        <p:nvSpPr>
          <p:cNvPr id="17" name="TextBox 16"/>
          <p:cNvSpPr txBox="1"/>
          <p:nvPr/>
        </p:nvSpPr>
        <p:spPr>
          <a:xfrm>
            <a:off x="3959352" y="2834640"/>
            <a:ext cx="493776" cy="530352"/>
          </a:xfrm>
          <a:prstGeom prst="rect">
            <a:avLst/>
          </a:prstGeom>
          <a:noFill/>
          <a:effectLst/>
        </p:spPr>
        <p:txBody>
          <a:bodyPr wrap="square" lIns="0" rIns="0" tIns="0" bIns="0">
            <a:spAutoFit/>
          </a:bodyPr>
          <a:lstStyle/>
          <a:p>
            <a:pPr>
              <a:lnSpc>
                <a:spcPct val="105000"/>
              </a:lnSpc>
              <a:spcBef>
                <a:spcPts val="0"/>
              </a:spcBef>
              <a:spcAft>
                <a:spcPts val="400"/>
              </a:spcAft>
            </a:pPr>
            <a:r>
              <a:rPr sz="2800" b="1">
                <a:solidFill>
                  <a:srgbClr val="1C7F9E"/>
                </a:solidFill>
                <a:latin typeface="Arial"/>
              </a:rPr>
              <a:t>→</a:t>
            </a:r>
          </a:p>
        </p:txBody>
      </p:sp>
      <p:sp>
        <p:nvSpPr>
          <p:cNvPr id="18" name="TextBox 17"/>
          <p:cNvSpPr txBox="1"/>
          <p:nvPr/>
        </p:nvSpPr>
        <p:spPr>
          <a:xfrm>
            <a:off x="7845552" y="2834640"/>
            <a:ext cx="493776" cy="530352"/>
          </a:xfrm>
          <a:prstGeom prst="rect">
            <a:avLst/>
          </a:prstGeom>
          <a:noFill/>
          <a:effectLst/>
        </p:spPr>
        <p:txBody>
          <a:bodyPr wrap="square" lIns="0" rIns="0" tIns="0" bIns="0">
            <a:spAutoFit/>
          </a:bodyPr>
          <a:lstStyle/>
          <a:p>
            <a:pPr>
              <a:lnSpc>
                <a:spcPct val="105000"/>
              </a:lnSpc>
              <a:spcBef>
                <a:spcPts val="0"/>
              </a:spcBef>
              <a:spcAft>
                <a:spcPts val="400"/>
              </a:spcAft>
            </a:pPr>
            <a:r>
              <a:rPr sz="2800" b="1">
                <a:solidFill>
                  <a:srgbClr val="1C7F9E"/>
                </a:solidFill>
                <a:latin typeface="Arial"/>
              </a:rPr>
              <a:t>→</a:t>
            </a:r>
          </a:p>
        </p:txBody>
      </p:sp>
      <p:sp>
        <p:nvSpPr>
          <p:cNvPr id="19" name="TextBox 18"/>
          <p:cNvSpPr txBox="1"/>
          <p:nvPr/>
        </p:nvSpPr>
        <p:spPr>
          <a:xfrm>
            <a:off x="649224" y="4507992"/>
            <a:ext cx="384048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PASUT DARI KONSTANTA HARMONIK</a:t>
            </a:r>
          </a:p>
        </p:txBody>
      </p:sp>
      <p:sp>
        <p:nvSpPr>
          <p:cNvPr id="20" name="TextBox 19"/>
          <p:cNvSpPr txBox="1"/>
          <p:nvPr/>
        </p:nvSpPr>
        <p:spPr>
          <a:xfrm>
            <a:off x="649224" y="4983480"/>
            <a:ext cx="3950208" cy="777240"/>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Pengamatan 2014; dibandingkan</a:t>
            </a:r>
          </a:p>
          <a:p>
            <a:pPr>
              <a:lnSpc>
                <a:spcPct val="105000"/>
              </a:lnSpc>
              <a:spcBef>
                <a:spcPts val="0"/>
              </a:spcBef>
              <a:spcAft>
                <a:spcPts val="400"/>
              </a:spcAft>
            </a:pPr>
            <a:r>
              <a:rPr sz="1800" b="0">
                <a:solidFill>
                  <a:srgbClr val="46626F"/>
                </a:solidFill>
                <a:latin typeface="Arial"/>
              </a:rPr>
              <a:t>dengan IOC September 2026.</a:t>
            </a:r>
          </a:p>
        </p:txBody>
      </p:sp>
      <p:sp>
        <p:nvSpPr>
          <p:cNvPr id="21" name="TextBox 20"/>
          <p:cNvSpPr txBox="1"/>
          <p:nvPr/>
        </p:nvSpPr>
        <p:spPr>
          <a:xfrm>
            <a:off x="4590288" y="4507992"/>
            <a:ext cx="393192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ATURAN YANG MASIH PERLU DIUJI</a:t>
            </a:r>
          </a:p>
        </p:txBody>
      </p:sp>
      <p:sp>
        <p:nvSpPr>
          <p:cNvPr id="22" name="TextBox 21"/>
          <p:cNvSpPr txBox="1"/>
          <p:nvPr/>
        </p:nvSpPr>
        <p:spPr>
          <a:xfrm>
            <a:off x="4590288" y="4983480"/>
            <a:ext cx="3493008" cy="777240"/>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Proporsi puncak 10% dan</a:t>
            </a:r>
          </a:p>
          <a:p>
            <a:pPr>
              <a:lnSpc>
                <a:spcPct val="105000"/>
              </a:lnSpc>
              <a:spcBef>
                <a:spcPts val="0"/>
              </a:spcBef>
              <a:spcAft>
                <a:spcPts val="400"/>
              </a:spcAft>
            </a:pPr>
            <a:r>
              <a:rPr sz="1800" b="0">
                <a:solidFill>
                  <a:srgbClr val="46626F"/>
                </a:solidFill>
                <a:latin typeface="Arial"/>
              </a:rPr>
              <a:t>kedalaman 10 sampai 50 cm.</a:t>
            </a:r>
          </a:p>
        </p:txBody>
      </p:sp>
      <p:sp>
        <p:nvSpPr>
          <p:cNvPr id="23" name="TextBox 22"/>
          <p:cNvSpPr txBox="1"/>
          <p:nvPr/>
        </p:nvSpPr>
        <p:spPr>
          <a:xfrm>
            <a:off x="8348472" y="4507992"/>
            <a:ext cx="32004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LALU MESIN RUTE</a:t>
            </a:r>
          </a:p>
        </p:txBody>
      </p:sp>
      <p:sp>
        <p:nvSpPr>
          <p:cNvPr id="24" name="TextBox 23"/>
          <p:cNvSpPr txBox="1"/>
          <p:nvPr/>
        </p:nvSpPr>
        <p:spPr>
          <a:xfrm>
            <a:off x="8348472" y="4983480"/>
            <a:ext cx="3163824" cy="777240"/>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Memakai kondisi pada</a:t>
            </a:r>
          </a:p>
          <a:p>
            <a:pPr>
              <a:lnSpc>
                <a:spcPct val="105000"/>
              </a:lnSpc>
              <a:spcBef>
                <a:spcPts val="0"/>
              </a:spcBef>
              <a:spcAft>
                <a:spcPts val="400"/>
              </a:spcAft>
            </a:pPr>
            <a:r>
              <a:rPr sz="1800" b="0">
                <a:solidFill>
                  <a:srgbClr val="46626F"/>
                </a:solidFill>
                <a:latin typeface="Arial"/>
              </a:rPr>
              <a:t>jam keberangkatan.</a:t>
            </a:r>
          </a:p>
        </p:txBody>
      </p:sp>
      <p:sp>
        <p:nvSpPr>
          <p:cNvPr id="25" name="TextBox 24"/>
          <p:cNvSpPr txBox="1"/>
          <p:nvPr/>
        </p:nvSpPr>
        <p:spPr>
          <a:xfrm>
            <a:off x="640080" y="5989320"/>
            <a:ext cx="10908792" cy="256032"/>
          </a:xfrm>
          <a:prstGeom prst="rect">
            <a:avLst/>
          </a:prstGeom>
          <a:noFill/>
          <a:effectLst/>
        </p:spPr>
        <p:txBody>
          <a:bodyPr wrap="square" lIns="0" rIns="0" tIns="0" bIns="0">
            <a:spAutoFit/>
          </a:bodyPr>
          <a:lstStyle/>
          <a:p>
            <a:pPr>
              <a:lnSpc>
                <a:spcPct val="105000"/>
              </a:lnSpc>
              <a:spcBef>
                <a:spcPts val="0"/>
              </a:spcBef>
              <a:spcAft>
                <a:spcPts val="400"/>
              </a:spcAft>
            </a:pPr>
            <a:r>
              <a:rPr sz="1350" b="0">
                <a:solidFill>
                  <a:srgbClr val="46626F"/>
                </a:solidFill>
                <a:latin typeface="Arial"/>
              </a:rPr>
              <a:t>Umur data: OSM 2026 · subsidensi 2015 sampai 2018 · tahun akuisisi tile DEMNAS belum terverifikasi.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5F6"/>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BUKTI DAN BATAS</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0B1F2A"/>
                </a:solidFill>
                <a:latin typeface="Arial Narrow"/>
              </a:rPr>
              <a:t>Alur aplikasi sudah diuji. Genangan perlu data lapangan.</a:t>
            </a:r>
          </a:p>
        </p:txBody>
      </p:sp>
      <p:sp>
        <p:nvSpPr>
          <p:cNvPr id="4" name="TextBox 3"/>
          <p:cNvSpPr txBox="1"/>
          <p:nvPr/>
        </p:nvSpPr>
        <p:spPr>
          <a:xfrm>
            <a:off x="539496" y="1499616"/>
            <a:ext cx="11018520" cy="457200"/>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46626F"/>
                </a:solidFill>
                <a:latin typeface="Arial"/>
              </a:rPr>
              <a:t>Pengujian perangkat lunak dan pengujian pasut menjawab pertanyaan yang berbeda.</a:t>
            </a:r>
          </a:p>
        </p:txBody>
      </p:sp>
      <p:sp>
        <p:nvSpPr>
          <p:cNvPr id="5" name="Rectangle 4"/>
          <p:cNvSpPr/>
          <p:nvPr/>
        </p:nvSpPr>
        <p:spPr>
          <a:xfrm>
            <a:off x="502920" y="6455664"/>
            <a:ext cx="11183112" cy="1463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a:hlinkClick r:id="rId2"/>
          </p:cNvPr>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46626F"/>
                </a:solidFill>
                <a:latin typeface="Arial"/>
              </a:rPr>
              <a:t>Audit regresi 22-23 September; uji pasut baru 18-25 September 2026. Rincian dan data tersedia di repo.</a:t>
            </a:r>
          </a:p>
        </p:txBody>
      </p:sp>
      <p:sp>
        <p:nvSpPr>
          <p:cNvPr id="7" name="TextBox 6"/>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46626F"/>
                </a:solidFill>
                <a:latin typeface="Arial"/>
              </a:rPr>
              <a:t>06</a:t>
            </a:r>
          </a:p>
        </p:txBody>
      </p:sp>
      <p:sp>
        <p:nvSpPr>
          <p:cNvPr id="8" name="TextBox 7"/>
          <p:cNvSpPr txBox="1"/>
          <p:nvPr/>
        </p:nvSpPr>
        <p:spPr>
          <a:xfrm>
            <a:off x="630936" y="2221992"/>
            <a:ext cx="512064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PERANGKAT LUNAK</a:t>
            </a:r>
          </a:p>
        </p:txBody>
      </p:sp>
      <p:sp>
        <p:nvSpPr>
          <p:cNvPr id="9" name="TextBox 8"/>
          <p:cNvSpPr txBox="1"/>
          <p:nvPr/>
        </p:nvSpPr>
        <p:spPr>
          <a:xfrm>
            <a:off x="630936" y="2679192"/>
            <a:ext cx="5486400" cy="548640"/>
          </a:xfrm>
          <a:prstGeom prst="rect">
            <a:avLst/>
          </a:prstGeom>
          <a:noFill/>
          <a:effectLst/>
        </p:spPr>
        <p:txBody>
          <a:bodyPr wrap="square" lIns="0" rIns="0" tIns="0" bIns="0">
            <a:spAutoFit/>
          </a:bodyPr>
          <a:lstStyle/>
          <a:p>
            <a:pPr>
              <a:lnSpc>
                <a:spcPct val="105000"/>
              </a:lnSpc>
              <a:spcBef>
                <a:spcPts val="0"/>
              </a:spcBef>
              <a:spcAft>
                <a:spcPts val="400"/>
              </a:spcAft>
            </a:pPr>
            <a:r>
              <a:rPr sz="3000" b="1">
                <a:solidFill>
                  <a:srgbClr val="0B1F2A"/>
                </a:solidFill>
                <a:latin typeface="Arial Narrow"/>
              </a:rPr>
              <a:t>95 tes backend + 26 frontend</a:t>
            </a:r>
          </a:p>
        </p:txBody>
      </p:sp>
      <p:sp>
        <p:nvSpPr>
          <p:cNvPr id="10" name="TextBox 9"/>
          <p:cNvSpPr txBox="1"/>
          <p:nvPr/>
        </p:nvSpPr>
        <p:spPr>
          <a:xfrm>
            <a:off x="630936" y="3383280"/>
            <a:ext cx="5468112" cy="786384"/>
          </a:xfrm>
          <a:prstGeom prst="rect">
            <a:avLst/>
          </a:prstGeom>
          <a:noFill/>
          <a:effectLst/>
        </p:spPr>
        <p:txBody>
          <a:bodyPr wrap="square" lIns="0" rIns="0" tIns="0" bIns="0">
            <a:spAutoFit/>
          </a:bodyPr>
          <a:lstStyle/>
          <a:p>
            <a:pPr>
              <a:lnSpc>
                <a:spcPct val="105000"/>
              </a:lnSpc>
              <a:spcBef>
                <a:spcPts val="0"/>
              </a:spcBef>
              <a:spcAft>
                <a:spcPts val="400"/>
              </a:spcAft>
            </a:pPr>
            <a:r>
              <a:rPr sz="2100" b="0">
                <a:solidFill>
                  <a:srgbClr val="46626F"/>
                </a:solidFill>
                <a:latin typeface="Arial"/>
              </a:rPr>
              <a:t>Retry, pergantian jam, data di luar cakupan,</a:t>
            </a:r>
          </a:p>
          <a:p>
            <a:pPr>
              <a:lnSpc>
                <a:spcPct val="105000"/>
              </a:lnSpc>
              <a:spcBef>
                <a:spcPts val="0"/>
              </a:spcBef>
              <a:spcAft>
                <a:spcPts val="400"/>
              </a:spcAft>
            </a:pPr>
            <a:r>
              <a:rPr sz="2100" b="0">
                <a:solidFill>
                  <a:srgbClr val="46626F"/>
                </a:solidFill>
                <a:latin typeface="Arial"/>
              </a:rPr>
              <a:t>serta batas permintaan diuji.</a:t>
            </a:r>
          </a:p>
        </p:txBody>
      </p:sp>
      <p:sp>
        <p:nvSpPr>
          <p:cNvPr id="11" name="TextBox 10"/>
          <p:cNvSpPr txBox="1"/>
          <p:nvPr/>
        </p:nvSpPr>
        <p:spPr>
          <a:xfrm>
            <a:off x="630936" y="4517136"/>
            <a:ext cx="5468112" cy="896112"/>
          </a:xfrm>
          <a:prstGeom prst="rect">
            <a:avLst/>
          </a:prstGeom>
          <a:noFill/>
          <a:effectLst/>
        </p:spPr>
        <p:txBody>
          <a:bodyPr wrap="square" lIns="0" rIns="0" tIns="0" bIns="0">
            <a:spAutoFit/>
          </a:bodyPr>
          <a:lstStyle/>
          <a:p>
            <a:pPr>
              <a:lnSpc>
                <a:spcPct val="105000"/>
              </a:lnSpc>
              <a:spcBef>
                <a:spcPts val="0"/>
              </a:spcBef>
              <a:spcAft>
                <a:spcPts val="400"/>
              </a:spcAft>
            </a:pPr>
            <a:r>
              <a:rPr sz="2400" b="1">
                <a:solidFill>
                  <a:srgbClr val="0B1F2A"/>
                </a:solidFill>
                <a:latin typeface="Arial Narrow"/>
              </a:rPr>
              <a:t>412 request uji VPS</a:t>
            </a:r>
          </a:p>
          <a:p>
            <a:pPr>
              <a:lnSpc>
                <a:spcPct val="105000"/>
              </a:lnSpc>
              <a:spcBef>
                <a:spcPts val="0"/>
              </a:spcBef>
              <a:spcAft>
                <a:spcPts val="400"/>
              </a:spcAft>
            </a:pPr>
            <a:r>
              <a:rPr sz="2400" b="1">
                <a:solidFill>
                  <a:srgbClr val="0B1F2A"/>
                </a:solidFill>
                <a:latin typeface="Arial Narrow"/>
              </a:rPr>
              <a:t>0 OOM / 0 restart selama 94,47 detik</a:t>
            </a:r>
          </a:p>
        </p:txBody>
      </p:sp>
      <p:sp>
        <p:nvSpPr>
          <p:cNvPr id="12" name="Rectangle 11"/>
          <p:cNvSpPr/>
          <p:nvPr/>
        </p:nvSpPr>
        <p:spPr>
          <a:xfrm>
            <a:off x="6309360" y="2221992"/>
            <a:ext cx="14630" cy="315468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766560" y="2221992"/>
            <a:ext cx="466344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PASUT DI STASIUN</a:t>
            </a:r>
          </a:p>
        </p:txBody>
      </p:sp>
      <p:sp>
        <p:nvSpPr>
          <p:cNvPr id="14" name="TextBox 13"/>
          <p:cNvSpPr txBox="1"/>
          <p:nvPr/>
        </p:nvSpPr>
        <p:spPr>
          <a:xfrm>
            <a:off x="6766560" y="2688336"/>
            <a:ext cx="2157984" cy="667512"/>
          </a:xfrm>
          <a:prstGeom prst="rect">
            <a:avLst/>
          </a:prstGeom>
          <a:noFill/>
          <a:effectLst/>
        </p:spPr>
        <p:txBody>
          <a:bodyPr wrap="square" lIns="0" rIns="0" tIns="0" bIns="0">
            <a:spAutoFit/>
          </a:bodyPr>
          <a:lstStyle/>
          <a:p>
            <a:pPr>
              <a:lnSpc>
                <a:spcPct val="105000"/>
              </a:lnSpc>
              <a:spcBef>
                <a:spcPts val="0"/>
              </a:spcBef>
              <a:spcAft>
                <a:spcPts val="400"/>
              </a:spcAft>
            </a:pPr>
            <a:r>
              <a:rPr sz="3900" b="1">
                <a:solidFill>
                  <a:srgbClr val="1C7F9E"/>
                </a:solidFill>
                <a:latin typeface="Arial Narrow"/>
              </a:rPr>
              <a:t>0,834</a:t>
            </a:r>
          </a:p>
        </p:txBody>
      </p:sp>
      <p:sp>
        <p:nvSpPr>
          <p:cNvPr id="15" name="TextBox 14"/>
          <p:cNvSpPr txBox="1"/>
          <p:nvPr/>
        </p:nvSpPr>
        <p:spPr>
          <a:xfrm>
            <a:off x="6784848" y="3502152"/>
            <a:ext cx="2157984" cy="365760"/>
          </a:xfrm>
          <a:prstGeom prst="rect">
            <a:avLst/>
          </a:prstGeom>
          <a:noFill/>
          <a:effectLst/>
        </p:spPr>
        <p:txBody>
          <a:bodyPr wrap="square" lIns="0" rIns="0" tIns="0" bIns="0">
            <a:spAutoFit/>
          </a:bodyPr>
          <a:lstStyle/>
          <a:p>
            <a:pPr>
              <a:lnSpc>
                <a:spcPct val="105000"/>
              </a:lnSpc>
              <a:spcBef>
                <a:spcPts val="0"/>
              </a:spcBef>
              <a:spcAft>
                <a:spcPts val="400"/>
              </a:spcAft>
            </a:pPr>
            <a:r>
              <a:rPr sz="1900" b="0">
                <a:solidFill>
                  <a:srgbClr val="46626F"/>
                </a:solidFill>
                <a:latin typeface="Arial"/>
              </a:rPr>
              <a:t>korelasi</a:t>
            </a:r>
          </a:p>
        </p:txBody>
      </p:sp>
      <p:sp>
        <p:nvSpPr>
          <p:cNvPr id="16" name="TextBox 15"/>
          <p:cNvSpPr txBox="1"/>
          <p:nvPr/>
        </p:nvSpPr>
        <p:spPr>
          <a:xfrm>
            <a:off x="9171432" y="2688336"/>
            <a:ext cx="2487168" cy="667512"/>
          </a:xfrm>
          <a:prstGeom prst="rect">
            <a:avLst/>
          </a:prstGeom>
          <a:noFill/>
          <a:effectLst/>
        </p:spPr>
        <p:txBody>
          <a:bodyPr wrap="square" lIns="0" rIns="0" tIns="0" bIns="0">
            <a:spAutoFit/>
          </a:bodyPr>
          <a:lstStyle/>
          <a:p>
            <a:pPr>
              <a:lnSpc>
                <a:spcPct val="105000"/>
              </a:lnSpc>
              <a:spcBef>
                <a:spcPts val="0"/>
              </a:spcBef>
              <a:spcAft>
                <a:spcPts val="400"/>
              </a:spcAft>
            </a:pPr>
            <a:r>
              <a:rPr sz="3600" b="1">
                <a:solidFill>
                  <a:srgbClr val="1C7F9E"/>
                </a:solidFill>
                <a:latin typeface="Arial Narrow"/>
              </a:rPr>
              <a:t>12,44 cm</a:t>
            </a:r>
          </a:p>
        </p:txBody>
      </p:sp>
      <p:sp>
        <p:nvSpPr>
          <p:cNvPr id="17" name="TextBox 16"/>
          <p:cNvSpPr txBox="1"/>
          <p:nvPr/>
        </p:nvSpPr>
        <p:spPr>
          <a:xfrm>
            <a:off x="9171432" y="3502152"/>
            <a:ext cx="2487168" cy="457200"/>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RMSE simpangan</a:t>
            </a:r>
          </a:p>
        </p:txBody>
      </p:sp>
      <p:sp>
        <p:nvSpPr>
          <p:cNvPr id="18" name="TextBox 17"/>
          <p:cNvSpPr txBox="1"/>
          <p:nvPr/>
        </p:nvSpPr>
        <p:spPr>
          <a:xfrm>
            <a:off x="6784848" y="4288536"/>
            <a:ext cx="4791456" cy="1060704"/>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10.020 rekaman, 18-25 September.</a:t>
            </a:r>
          </a:p>
          <a:p>
            <a:pPr>
              <a:lnSpc>
                <a:spcPct val="105000"/>
              </a:lnSpc>
              <a:spcBef>
                <a:spcPts val="0"/>
              </a:spcBef>
              <a:spcAft>
                <a:spcPts val="400"/>
              </a:spcAft>
            </a:pPr>
            <a:r>
              <a:rPr sz="1800" b="0">
                <a:solidFill>
                  <a:srgbClr val="46626F"/>
                </a:solidFill>
                <a:latin typeface="Arial"/>
              </a:rPr>
              <a:t>Model dibekukan. Yang dibandingkan:</a:t>
            </a:r>
          </a:p>
          <a:p>
            <a:pPr>
              <a:lnSpc>
                <a:spcPct val="105000"/>
              </a:lnSpc>
              <a:spcBef>
                <a:spcPts val="0"/>
              </a:spcBef>
              <a:spcAft>
                <a:spcPts val="400"/>
              </a:spcAft>
            </a:pPr>
            <a:r>
              <a:rPr sz="1800" b="0">
                <a:solidFill>
                  <a:srgbClr val="46626F"/>
                </a:solidFill>
                <a:latin typeface="Arial"/>
              </a:rPr>
              <a:t>simpangan terhadap rata-rata deret.</a:t>
            </a:r>
          </a:p>
        </p:txBody>
      </p:sp>
      <p:sp>
        <p:nvSpPr>
          <p:cNvPr id="19" name="Rectangle 18"/>
          <p:cNvSpPr/>
          <p:nvPr/>
        </p:nvSpPr>
        <p:spPr>
          <a:xfrm>
            <a:off x="594360" y="5696712"/>
            <a:ext cx="10991088" cy="51206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952" y="5843016"/>
            <a:ext cx="10661904" cy="256032"/>
          </a:xfrm>
          <a:prstGeom prst="rect">
            <a:avLst/>
          </a:prstGeom>
          <a:noFill/>
          <a:effectLst/>
        </p:spPr>
        <p:txBody>
          <a:bodyPr wrap="square" lIns="0" rIns="0" tIns="0" bIns="0">
            <a:spAutoFit/>
          </a:bodyPr>
          <a:lstStyle/>
          <a:p>
            <a:pPr>
              <a:lnSpc>
                <a:spcPct val="105000"/>
              </a:lnSpc>
              <a:spcBef>
                <a:spcPts val="0"/>
              </a:spcBef>
              <a:spcAft>
                <a:spcPts val="400"/>
              </a:spcAft>
            </a:pPr>
            <a:r>
              <a:rPr sz="1500" b="0">
                <a:solidFill>
                  <a:srgbClr val="0B1F2A"/>
                </a:solidFill>
                <a:latin typeface="Arial"/>
              </a:rPr>
              <a:t>Akurasi genangan per ruas dan hasil uji pengguna belum tersedia. Data IOC belum melalui pemeriksaan mutu.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5F6"/>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DAMPAK | SMART LOW-CARBON URBAN MOBILITY</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0B1F2A"/>
                </a:solidFill>
                <a:latin typeface="Arial Narrow"/>
              </a:rPr>
              <a:t>Memutar punya biaya. Jam berangkat ikut menentukan.</a:t>
            </a:r>
          </a:p>
        </p:txBody>
      </p:sp>
      <p:sp>
        <p:nvSpPr>
          <p:cNvPr id="4" name="TextBox 3"/>
          <p:cNvSpPr txBox="1"/>
          <p:nvPr/>
        </p:nvSpPr>
        <p:spPr>
          <a:xfrm>
            <a:off x="539496" y="1499616"/>
            <a:ext cx="11018520" cy="457200"/>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46626F"/>
                </a:solidFill>
                <a:latin typeface="Arial"/>
              </a:rPr>
              <a:t>Hasil model untuk motor, Tawang → Terboyo, 26 September 2026.</a:t>
            </a:r>
          </a:p>
        </p:txBody>
      </p:sp>
      <p:sp>
        <p:nvSpPr>
          <p:cNvPr id="5" name="Rectangle 4"/>
          <p:cNvSpPr/>
          <p:nvPr/>
        </p:nvSpPr>
        <p:spPr>
          <a:xfrm>
            <a:off x="502920" y="6455664"/>
            <a:ext cx="11183112" cy="1463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46626F"/>
                </a:solidFill>
                <a:latin typeface="Arial"/>
              </a:rPr>
              <a:t>API potret lokal; dampak.py. Selisih dihitung sebelum pembulatan. Belum hasil perjalanan pengguna.</a:t>
            </a:r>
          </a:p>
        </p:txBody>
      </p:sp>
      <p:sp>
        <p:nvSpPr>
          <p:cNvPr id="7" name="TextBox 6"/>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46626F"/>
                </a:solidFill>
                <a:latin typeface="Arial"/>
              </a:rPr>
              <a:t>07</a:t>
            </a:r>
          </a:p>
        </p:txBody>
      </p:sp>
      <p:sp>
        <p:nvSpPr>
          <p:cNvPr id="8" name="Rectangle 7"/>
          <p:cNvSpPr/>
          <p:nvPr/>
        </p:nvSpPr>
        <p:spPr>
          <a:xfrm>
            <a:off x="603504" y="2084831"/>
            <a:ext cx="10972800" cy="484632"/>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22376" y="2194560"/>
            <a:ext cx="3785616" cy="329184"/>
          </a:xfrm>
          <a:prstGeom prst="rect">
            <a:avLst/>
          </a:prstGeom>
          <a:noFill/>
          <a:effectLst/>
        </p:spPr>
        <p:txBody>
          <a:bodyPr wrap="square" lIns="0" rIns="0" tIns="0" bIns="0">
            <a:spAutoFit/>
          </a:bodyPr>
          <a:lstStyle/>
          <a:p>
            <a:pPr>
              <a:lnSpc>
                <a:spcPct val="105000"/>
              </a:lnSpc>
              <a:spcBef>
                <a:spcPts val="0"/>
              </a:spcBef>
              <a:spcAft>
                <a:spcPts val="400"/>
              </a:spcAft>
            </a:pPr>
            <a:r>
              <a:rPr sz="1300" b="1">
                <a:solidFill>
                  <a:srgbClr val="E8F1F4"/>
                </a:solidFill>
                <a:latin typeface="Arial"/>
              </a:rPr>
              <a:t>Pilihan</a:t>
            </a:r>
          </a:p>
        </p:txBody>
      </p:sp>
      <p:sp>
        <p:nvSpPr>
          <p:cNvPr id="10" name="TextBox 9"/>
          <p:cNvSpPr txBox="1"/>
          <p:nvPr/>
        </p:nvSpPr>
        <p:spPr>
          <a:xfrm>
            <a:off x="4745736" y="2194560"/>
            <a:ext cx="1755648" cy="329184"/>
          </a:xfrm>
          <a:prstGeom prst="rect">
            <a:avLst/>
          </a:prstGeom>
          <a:noFill/>
          <a:effectLst/>
        </p:spPr>
        <p:txBody>
          <a:bodyPr wrap="square" lIns="0" rIns="0" tIns="0" bIns="0">
            <a:spAutoFit/>
          </a:bodyPr>
          <a:lstStyle/>
          <a:p>
            <a:pPr>
              <a:lnSpc>
                <a:spcPct val="105000"/>
              </a:lnSpc>
              <a:spcBef>
                <a:spcPts val="0"/>
              </a:spcBef>
              <a:spcAft>
                <a:spcPts val="400"/>
              </a:spcAft>
            </a:pPr>
            <a:r>
              <a:rPr sz="1300" b="1">
                <a:solidFill>
                  <a:srgbClr val="E8F1F4"/>
                </a:solidFill>
                <a:latin typeface="Arial"/>
              </a:rPr>
              <a:t>Waktu</a:t>
            </a:r>
          </a:p>
        </p:txBody>
      </p:sp>
      <p:sp>
        <p:nvSpPr>
          <p:cNvPr id="11" name="TextBox 10"/>
          <p:cNvSpPr txBox="1"/>
          <p:nvPr/>
        </p:nvSpPr>
        <p:spPr>
          <a:xfrm>
            <a:off x="6739128" y="2194560"/>
            <a:ext cx="1755648" cy="329184"/>
          </a:xfrm>
          <a:prstGeom prst="rect">
            <a:avLst/>
          </a:prstGeom>
          <a:noFill/>
          <a:effectLst/>
        </p:spPr>
        <p:txBody>
          <a:bodyPr wrap="square" lIns="0" rIns="0" tIns="0" bIns="0">
            <a:spAutoFit/>
          </a:bodyPr>
          <a:lstStyle/>
          <a:p>
            <a:pPr>
              <a:lnSpc>
                <a:spcPct val="105000"/>
              </a:lnSpc>
              <a:spcBef>
                <a:spcPts val="0"/>
              </a:spcBef>
              <a:spcAft>
                <a:spcPts val="400"/>
              </a:spcAft>
            </a:pPr>
            <a:r>
              <a:rPr sz="1300" b="1">
                <a:solidFill>
                  <a:srgbClr val="E8F1F4"/>
                </a:solidFill>
                <a:latin typeface="Arial"/>
              </a:rPr>
              <a:t>Jarak</a:t>
            </a:r>
          </a:p>
        </p:txBody>
      </p:sp>
      <p:sp>
        <p:nvSpPr>
          <p:cNvPr id="12" name="TextBox 11"/>
          <p:cNvSpPr txBox="1"/>
          <p:nvPr/>
        </p:nvSpPr>
        <p:spPr>
          <a:xfrm>
            <a:off x="8732520" y="2194560"/>
            <a:ext cx="2724912" cy="329184"/>
          </a:xfrm>
          <a:prstGeom prst="rect">
            <a:avLst/>
          </a:prstGeom>
          <a:noFill/>
          <a:effectLst/>
        </p:spPr>
        <p:txBody>
          <a:bodyPr wrap="square" lIns="0" rIns="0" tIns="0" bIns="0">
            <a:spAutoFit/>
          </a:bodyPr>
          <a:lstStyle/>
          <a:p>
            <a:pPr>
              <a:lnSpc>
                <a:spcPct val="105000"/>
              </a:lnSpc>
              <a:spcBef>
                <a:spcPts val="0"/>
              </a:spcBef>
              <a:spcAft>
                <a:spcPts val="400"/>
              </a:spcAft>
            </a:pPr>
            <a:r>
              <a:rPr sz="1300" b="1">
                <a:solidFill>
                  <a:srgbClr val="E8F1F4"/>
                </a:solidFill>
                <a:latin typeface="Arial"/>
              </a:rPr>
              <a:t>Ruas basah model</a:t>
            </a:r>
          </a:p>
        </p:txBody>
      </p:sp>
      <p:sp>
        <p:nvSpPr>
          <p:cNvPr id="13" name="Rectangle 12"/>
          <p:cNvSpPr/>
          <p:nvPr/>
        </p:nvSpPr>
        <p:spPr>
          <a:xfrm>
            <a:off x="603504" y="2569463"/>
            <a:ext cx="10972800" cy="630936"/>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22376" y="2715768"/>
            <a:ext cx="3785616" cy="448055"/>
          </a:xfrm>
          <a:prstGeom prst="rect">
            <a:avLst/>
          </a:prstGeom>
          <a:noFill/>
          <a:effectLst/>
        </p:spPr>
        <p:txBody>
          <a:bodyPr wrap="square" lIns="0" rIns="0" tIns="0" bIns="0">
            <a:spAutoFit/>
          </a:bodyPr>
          <a:lstStyle/>
          <a:p>
            <a:pPr>
              <a:lnSpc>
                <a:spcPct val="105000"/>
              </a:lnSpc>
              <a:spcBef>
                <a:spcPts val="0"/>
              </a:spcBef>
              <a:spcAft>
                <a:spcPts val="400"/>
              </a:spcAft>
            </a:pPr>
            <a:r>
              <a:rPr sz="2000" b="1">
                <a:solidFill>
                  <a:srgbClr val="0B1F2A"/>
                </a:solidFill>
                <a:latin typeface="Arial"/>
              </a:rPr>
              <a:t>08.00 | pembanding</a:t>
            </a:r>
          </a:p>
        </p:txBody>
      </p:sp>
      <p:sp>
        <p:nvSpPr>
          <p:cNvPr id="15" name="TextBox 14"/>
          <p:cNvSpPr txBox="1"/>
          <p:nvPr/>
        </p:nvSpPr>
        <p:spPr>
          <a:xfrm>
            <a:off x="4745736" y="2715768"/>
            <a:ext cx="1755648" cy="448055"/>
          </a:xfrm>
          <a:prstGeom prst="rect">
            <a:avLst/>
          </a:prstGeom>
          <a:noFill/>
          <a:effectLst/>
        </p:spPr>
        <p:txBody>
          <a:bodyPr wrap="square" lIns="0" rIns="0" tIns="0" bIns="0">
            <a:spAutoFit/>
          </a:bodyPr>
          <a:lstStyle/>
          <a:p>
            <a:pPr>
              <a:lnSpc>
                <a:spcPct val="105000"/>
              </a:lnSpc>
              <a:spcBef>
                <a:spcPts val="0"/>
              </a:spcBef>
              <a:spcAft>
                <a:spcPts val="400"/>
              </a:spcAft>
            </a:pPr>
            <a:r>
              <a:rPr sz="2000" b="0">
                <a:solidFill>
                  <a:srgbClr val="0B1F2A"/>
                </a:solidFill>
                <a:latin typeface="Arial"/>
              </a:rPr>
              <a:t>7,0 mnt</a:t>
            </a:r>
          </a:p>
        </p:txBody>
      </p:sp>
      <p:sp>
        <p:nvSpPr>
          <p:cNvPr id="16" name="TextBox 15"/>
          <p:cNvSpPr txBox="1"/>
          <p:nvPr/>
        </p:nvSpPr>
        <p:spPr>
          <a:xfrm>
            <a:off x="6739128" y="2715768"/>
            <a:ext cx="1755648" cy="448055"/>
          </a:xfrm>
          <a:prstGeom prst="rect">
            <a:avLst/>
          </a:prstGeom>
          <a:noFill/>
          <a:effectLst/>
        </p:spPr>
        <p:txBody>
          <a:bodyPr wrap="square" lIns="0" rIns="0" tIns="0" bIns="0">
            <a:spAutoFit/>
          </a:bodyPr>
          <a:lstStyle/>
          <a:p>
            <a:pPr>
              <a:lnSpc>
                <a:spcPct val="105000"/>
              </a:lnSpc>
              <a:spcBef>
                <a:spcPts val="0"/>
              </a:spcBef>
              <a:spcAft>
                <a:spcPts val="400"/>
              </a:spcAft>
            </a:pPr>
            <a:r>
              <a:rPr sz="2000" b="0">
                <a:solidFill>
                  <a:srgbClr val="0B1F2A"/>
                </a:solidFill>
                <a:latin typeface="Arial"/>
              </a:rPr>
              <a:t>6,32 km</a:t>
            </a:r>
          </a:p>
        </p:txBody>
      </p:sp>
      <p:sp>
        <p:nvSpPr>
          <p:cNvPr id="17" name="TextBox 16"/>
          <p:cNvSpPr txBox="1"/>
          <p:nvPr/>
        </p:nvSpPr>
        <p:spPr>
          <a:xfrm>
            <a:off x="8732520" y="2715768"/>
            <a:ext cx="2724912" cy="448055"/>
          </a:xfrm>
          <a:prstGeom prst="rect">
            <a:avLst/>
          </a:prstGeom>
          <a:noFill/>
          <a:effectLst/>
        </p:spPr>
        <p:txBody>
          <a:bodyPr wrap="square" lIns="0" rIns="0" tIns="0" bIns="0">
            <a:spAutoFit/>
          </a:bodyPr>
          <a:lstStyle/>
          <a:p>
            <a:pPr>
              <a:lnSpc>
                <a:spcPct val="105000"/>
              </a:lnSpc>
              <a:spcBef>
                <a:spcPts val="0"/>
              </a:spcBef>
              <a:spcAft>
                <a:spcPts val="400"/>
              </a:spcAft>
            </a:pPr>
            <a:r>
              <a:rPr sz="2000" b="0">
                <a:solidFill>
                  <a:srgbClr val="0B1F2A"/>
                </a:solidFill>
                <a:latin typeface="Arial"/>
              </a:rPr>
              <a:t>29</a:t>
            </a:r>
          </a:p>
        </p:txBody>
      </p:sp>
      <p:sp>
        <p:nvSpPr>
          <p:cNvPr id="18" name="TextBox 17"/>
          <p:cNvSpPr txBox="1"/>
          <p:nvPr/>
        </p:nvSpPr>
        <p:spPr>
          <a:xfrm>
            <a:off x="722376" y="3346703"/>
            <a:ext cx="3785616" cy="448055"/>
          </a:xfrm>
          <a:prstGeom prst="rect">
            <a:avLst/>
          </a:prstGeom>
          <a:noFill/>
          <a:effectLst/>
        </p:spPr>
        <p:txBody>
          <a:bodyPr wrap="square" lIns="0" rIns="0" tIns="0" bIns="0">
            <a:spAutoFit/>
          </a:bodyPr>
          <a:lstStyle/>
          <a:p>
            <a:pPr>
              <a:lnSpc>
                <a:spcPct val="105000"/>
              </a:lnSpc>
              <a:spcBef>
                <a:spcPts val="0"/>
              </a:spcBef>
              <a:spcAft>
                <a:spcPts val="400"/>
              </a:spcAft>
            </a:pPr>
            <a:r>
              <a:rPr sz="2000" b="1">
                <a:solidFill>
                  <a:srgbClr val="0B1F2A"/>
                </a:solidFill>
                <a:latin typeface="Arial"/>
              </a:rPr>
              <a:t>08.00 | sadar rob</a:t>
            </a:r>
          </a:p>
        </p:txBody>
      </p:sp>
      <p:sp>
        <p:nvSpPr>
          <p:cNvPr id="19" name="TextBox 18"/>
          <p:cNvSpPr txBox="1"/>
          <p:nvPr/>
        </p:nvSpPr>
        <p:spPr>
          <a:xfrm>
            <a:off x="4745736" y="3346703"/>
            <a:ext cx="1755648" cy="448055"/>
          </a:xfrm>
          <a:prstGeom prst="rect">
            <a:avLst/>
          </a:prstGeom>
          <a:noFill/>
          <a:effectLst/>
        </p:spPr>
        <p:txBody>
          <a:bodyPr wrap="square" lIns="0" rIns="0" tIns="0" bIns="0">
            <a:spAutoFit/>
          </a:bodyPr>
          <a:lstStyle/>
          <a:p>
            <a:pPr>
              <a:lnSpc>
                <a:spcPct val="105000"/>
              </a:lnSpc>
              <a:spcBef>
                <a:spcPts val="0"/>
              </a:spcBef>
              <a:spcAft>
                <a:spcPts val="400"/>
              </a:spcAft>
            </a:pPr>
            <a:r>
              <a:rPr sz="2000" b="0">
                <a:solidFill>
                  <a:srgbClr val="0B1F2A"/>
                </a:solidFill>
                <a:latin typeface="Arial"/>
              </a:rPr>
              <a:t>13,9 mnt</a:t>
            </a:r>
          </a:p>
        </p:txBody>
      </p:sp>
      <p:sp>
        <p:nvSpPr>
          <p:cNvPr id="20" name="TextBox 19"/>
          <p:cNvSpPr txBox="1"/>
          <p:nvPr/>
        </p:nvSpPr>
        <p:spPr>
          <a:xfrm>
            <a:off x="6739128" y="3346703"/>
            <a:ext cx="1755648" cy="448055"/>
          </a:xfrm>
          <a:prstGeom prst="rect">
            <a:avLst/>
          </a:prstGeom>
          <a:noFill/>
          <a:effectLst/>
        </p:spPr>
        <p:txBody>
          <a:bodyPr wrap="square" lIns="0" rIns="0" tIns="0" bIns="0">
            <a:spAutoFit/>
          </a:bodyPr>
          <a:lstStyle/>
          <a:p>
            <a:pPr>
              <a:lnSpc>
                <a:spcPct val="105000"/>
              </a:lnSpc>
              <a:spcBef>
                <a:spcPts val="0"/>
              </a:spcBef>
              <a:spcAft>
                <a:spcPts val="400"/>
              </a:spcAft>
            </a:pPr>
            <a:r>
              <a:rPr sz="2000" b="0">
                <a:solidFill>
                  <a:srgbClr val="0B1F2A"/>
                </a:solidFill>
                <a:latin typeface="Arial"/>
              </a:rPr>
              <a:t>10,58 km</a:t>
            </a:r>
          </a:p>
        </p:txBody>
      </p:sp>
      <p:sp>
        <p:nvSpPr>
          <p:cNvPr id="21" name="TextBox 20"/>
          <p:cNvSpPr txBox="1"/>
          <p:nvPr/>
        </p:nvSpPr>
        <p:spPr>
          <a:xfrm>
            <a:off x="8732520" y="3346703"/>
            <a:ext cx="2724912" cy="448055"/>
          </a:xfrm>
          <a:prstGeom prst="rect">
            <a:avLst/>
          </a:prstGeom>
          <a:noFill/>
          <a:effectLst/>
        </p:spPr>
        <p:txBody>
          <a:bodyPr wrap="square" lIns="0" rIns="0" tIns="0" bIns="0">
            <a:spAutoFit/>
          </a:bodyPr>
          <a:lstStyle/>
          <a:p>
            <a:pPr>
              <a:lnSpc>
                <a:spcPct val="105000"/>
              </a:lnSpc>
              <a:spcBef>
                <a:spcPts val="0"/>
              </a:spcBef>
              <a:spcAft>
                <a:spcPts val="400"/>
              </a:spcAft>
            </a:pPr>
            <a:r>
              <a:rPr sz="2000" b="0">
                <a:solidFill>
                  <a:srgbClr val="0B1F2A"/>
                </a:solidFill>
                <a:latin typeface="Arial"/>
              </a:rPr>
              <a:t>14</a:t>
            </a:r>
          </a:p>
        </p:txBody>
      </p:sp>
      <p:sp>
        <p:nvSpPr>
          <p:cNvPr id="22" name="Rectangle 21"/>
          <p:cNvSpPr/>
          <p:nvPr/>
        </p:nvSpPr>
        <p:spPr>
          <a:xfrm>
            <a:off x="603504" y="3831335"/>
            <a:ext cx="10972800" cy="630936"/>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22376" y="3977639"/>
            <a:ext cx="3785616" cy="448055"/>
          </a:xfrm>
          <a:prstGeom prst="rect">
            <a:avLst/>
          </a:prstGeom>
          <a:noFill/>
          <a:effectLst/>
        </p:spPr>
        <p:txBody>
          <a:bodyPr wrap="square" lIns="0" rIns="0" tIns="0" bIns="0">
            <a:spAutoFit/>
          </a:bodyPr>
          <a:lstStyle/>
          <a:p>
            <a:pPr>
              <a:lnSpc>
                <a:spcPct val="105000"/>
              </a:lnSpc>
              <a:spcBef>
                <a:spcPts val="0"/>
              </a:spcBef>
              <a:spcAft>
                <a:spcPts val="400"/>
              </a:spcAft>
            </a:pPr>
            <a:r>
              <a:rPr sz="2000" b="1">
                <a:solidFill>
                  <a:srgbClr val="0B1F2A"/>
                </a:solidFill>
                <a:latin typeface="Arial"/>
              </a:rPr>
              <a:t>13.00 | sadar rob</a:t>
            </a:r>
          </a:p>
        </p:txBody>
      </p:sp>
      <p:sp>
        <p:nvSpPr>
          <p:cNvPr id="24" name="TextBox 23"/>
          <p:cNvSpPr txBox="1"/>
          <p:nvPr/>
        </p:nvSpPr>
        <p:spPr>
          <a:xfrm>
            <a:off x="4745736" y="3977639"/>
            <a:ext cx="1755648" cy="448055"/>
          </a:xfrm>
          <a:prstGeom prst="rect">
            <a:avLst/>
          </a:prstGeom>
          <a:noFill/>
          <a:effectLst/>
        </p:spPr>
        <p:txBody>
          <a:bodyPr wrap="square" lIns="0" rIns="0" tIns="0" bIns="0">
            <a:spAutoFit/>
          </a:bodyPr>
          <a:lstStyle/>
          <a:p>
            <a:pPr>
              <a:lnSpc>
                <a:spcPct val="105000"/>
              </a:lnSpc>
              <a:spcBef>
                <a:spcPts val="0"/>
              </a:spcBef>
              <a:spcAft>
                <a:spcPts val="400"/>
              </a:spcAft>
            </a:pPr>
            <a:r>
              <a:rPr sz="2000" b="0">
                <a:solidFill>
                  <a:srgbClr val="0B1F2A"/>
                </a:solidFill>
                <a:latin typeface="Arial"/>
              </a:rPr>
              <a:t>7,0 mnt</a:t>
            </a:r>
          </a:p>
        </p:txBody>
      </p:sp>
      <p:sp>
        <p:nvSpPr>
          <p:cNvPr id="25" name="TextBox 24"/>
          <p:cNvSpPr txBox="1"/>
          <p:nvPr/>
        </p:nvSpPr>
        <p:spPr>
          <a:xfrm>
            <a:off x="6739128" y="3977639"/>
            <a:ext cx="1755648" cy="448055"/>
          </a:xfrm>
          <a:prstGeom prst="rect">
            <a:avLst/>
          </a:prstGeom>
          <a:noFill/>
          <a:effectLst/>
        </p:spPr>
        <p:txBody>
          <a:bodyPr wrap="square" lIns="0" rIns="0" tIns="0" bIns="0">
            <a:spAutoFit/>
          </a:bodyPr>
          <a:lstStyle/>
          <a:p>
            <a:pPr>
              <a:lnSpc>
                <a:spcPct val="105000"/>
              </a:lnSpc>
              <a:spcBef>
                <a:spcPts val="0"/>
              </a:spcBef>
              <a:spcAft>
                <a:spcPts val="400"/>
              </a:spcAft>
            </a:pPr>
            <a:r>
              <a:rPr sz="2000" b="0">
                <a:solidFill>
                  <a:srgbClr val="0B1F2A"/>
                </a:solidFill>
                <a:latin typeface="Arial"/>
              </a:rPr>
              <a:t>6,32 km</a:t>
            </a:r>
          </a:p>
        </p:txBody>
      </p:sp>
      <p:sp>
        <p:nvSpPr>
          <p:cNvPr id="26" name="TextBox 25"/>
          <p:cNvSpPr txBox="1"/>
          <p:nvPr/>
        </p:nvSpPr>
        <p:spPr>
          <a:xfrm>
            <a:off x="8732520" y="3977639"/>
            <a:ext cx="2724912" cy="448055"/>
          </a:xfrm>
          <a:prstGeom prst="rect">
            <a:avLst/>
          </a:prstGeom>
          <a:noFill/>
          <a:effectLst/>
        </p:spPr>
        <p:txBody>
          <a:bodyPr wrap="square" lIns="0" rIns="0" tIns="0" bIns="0">
            <a:spAutoFit/>
          </a:bodyPr>
          <a:lstStyle/>
          <a:p>
            <a:pPr>
              <a:lnSpc>
                <a:spcPct val="105000"/>
              </a:lnSpc>
              <a:spcBef>
                <a:spcPts val="0"/>
              </a:spcBef>
              <a:spcAft>
                <a:spcPts val="400"/>
              </a:spcAft>
            </a:pPr>
            <a:r>
              <a:rPr sz="2000" b="0">
                <a:solidFill>
                  <a:srgbClr val="0B1F2A"/>
                </a:solidFill>
                <a:latin typeface="Arial"/>
              </a:rPr>
              <a:t>0</a:t>
            </a:r>
          </a:p>
        </p:txBody>
      </p:sp>
      <p:sp>
        <p:nvSpPr>
          <p:cNvPr id="27" name="TextBox 26"/>
          <p:cNvSpPr txBox="1"/>
          <p:nvPr/>
        </p:nvSpPr>
        <p:spPr>
          <a:xfrm>
            <a:off x="658368" y="4736592"/>
            <a:ext cx="4343400" cy="384048"/>
          </a:xfrm>
          <a:prstGeom prst="rect">
            <a:avLst/>
          </a:prstGeom>
          <a:noFill/>
          <a:effectLst/>
        </p:spPr>
        <p:txBody>
          <a:bodyPr wrap="square" lIns="0" rIns="0" tIns="0" bIns="0">
            <a:spAutoFit/>
          </a:bodyPr>
          <a:lstStyle/>
          <a:p>
            <a:pPr>
              <a:lnSpc>
                <a:spcPct val="105000"/>
              </a:lnSpc>
              <a:spcBef>
                <a:spcPts val="0"/>
              </a:spcBef>
              <a:spcAft>
                <a:spcPts val="400"/>
              </a:spcAft>
            </a:pPr>
            <a:r>
              <a:rPr sz="2400" b="1">
                <a:solidFill>
                  <a:srgbClr val="0B1F2A"/>
                </a:solidFill>
                <a:latin typeface="Arial Narrow"/>
              </a:rPr>
              <a:t>Biaya memutar pukul 08.00</a:t>
            </a:r>
          </a:p>
        </p:txBody>
      </p:sp>
      <p:sp>
        <p:nvSpPr>
          <p:cNvPr id="28" name="TextBox 27"/>
          <p:cNvSpPr txBox="1"/>
          <p:nvPr/>
        </p:nvSpPr>
        <p:spPr>
          <a:xfrm>
            <a:off x="658368" y="5340096"/>
            <a:ext cx="4892040" cy="521207"/>
          </a:xfrm>
          <a:prstGeom prst="rect">
            <a:avLst/>
          </a:prstGeom>
          <a:noFill/>
          <a:effectLst/>
        </p:spPr>
        <p:txBody>
          <a:bodyPr wrap="square" lIns="0" rIns="0" tIns="0" bIns="0">
            <a:spAutoFit/>
          </a:bodyPr>
          <a:lstStyle/>
          <a:p>
            <a:pPr>
              <a:lnSpc>
                <a:spcPct val="105000"/>
              </a:lnSpc>
              <a:spcBef>
                <a:spcPts val="0"/>
              </a:spcBef>
              <a:spcAft>
                <a:spcPts val="400"/>
              </a:spcAft>
            </a:pPr>
            <a:r>
              <a:rPr sz="2800" b="1">
                <a:solidFill>
                  <a:srgbClr val="1C7F9E"/>
                </a:solidFill>
                <a:latin typeface="Arial Narrow"/>
              </a:rPr>
              <a:t>+6,9 menit  ·  +4,27 km</a:t>
            </a:r>
          </a:p>
        </p:txBody>
      </p:sp>
      <p:sp>
        <p:nvSpPr>
          <p:cNvPr id="29" name="TextBox 28"/>
          <p:cNvSpPr txBox="1"/>
          <p:nvPr/>
        </p:nvSpPr>
        <p:spPr>
          <a:xfrm>
            <a:off x="6537960" y="4773168"/>
            <a:ext cx="4828032" cy="969264"/>
          </a:xfrm>
          <a:prstGeom prst="rect">
            <a:avLst/>
          </a:prstGeom>
          <a:noFill/>
          <a:effectLst/>
        </p:spPr>
        <p:txBody>
          <a:bodyPr wrap="square" lIns="0" rIns="0" tIns="0" bIns="0">
            <a:spAutoFit/>
          </a:bodyPr>
          <a:lstStyle/>
          <a:p>
            <a:pPr>
              <a:lnSpc>
                <a:spcPct val="105000"/>
              </a:lnSpc>
              <a:spcBef>
                <a:spcPts val="0"/>
              </a:spcBef>
              <a:spcAft>
                <a:spcPts val="400"/>
              </a:spcAft>
            </a:pPr>
            <a:r>
              <a:rPr sz="2300" b="0">
                <a:solidFill>
                  <a:srgbClr val="0B1F2A"/>
                </a:solidFill>
                <a:latin typeface="Arial"/>
              </a:rPr>
              <a:t>BBM +0,060 sampai 0,111 L</a:t>
            </a:r>
          </a:p>
          <a:p>
            <a:pPr>
              <a:lnSpc>
                <a:spcPct val="105000"/>
              </a:lnSpc>
              <a:spcBef>
                <a:spcPts val="0"/>
              </a:spcBef>
              <a:spcAft>
                <a:spcPts val="400"/>
              </a:spcAft>
            </a:pPr>
            <a:r>
              <a:rPr sz="2300" b="0">
                <a:solidFill>
                  <a:srgbClr val="0B1F2A"/>
                </a:solidFill>
                <a:latin typeface="Arial"/>
              </a:rPr>
              <a:t>CO₂ +0,138 sampai 0,256 kg</a:t>
            </a:r>
          </a:p>
        </p:txBody>
      </p:sp>
      <p:sp>
        <p:nvSpPr>
          <p:cNvPr id="30" name="TextBox 29"/>
          <p:cNvSpPr txBox="1"/>
          <p:nvPr/>
        </p:nvSpPr>
        <p:spPr>
          <a:xfrm>
            <a:off x="667512" y="6007608"/>
            <a:ext cx="10881360" cy="265176"/>
          </a:xfrm>
          <a:prstGeom prst="rect">
            <a:avLst/>
          </a:prstGeom>
          <a:noFill/>
          <a:effectLst/>
        </p:spPr>
        <p:txBody>
          <a:bodyPr wrap="square" lIns="0" rIns="0" tIns="0" bIns="0">
            <a:spAutoFit/>
          </a:bodyPr>
          <a:lstStyle/>
          <a:p>
            <a:pPr>
              <a:lnSpc>
                <a:spcPct val="105000"/>
              </a:lnSpc>
              <a:spcBef>
                <a:spcPts val="0"/>
              </a:spcBef>
              <a:spcAft>
                <a:spcPts val="400"/>
              </a:spcAft>
            </a:pPr>
            <a:r>
              <a:rPr sz="1450" b="0">
                <a:solidFill>
                  <a:srgbClr val="46626F"/>
                </a:solidFill>
                <a:latin typeface="Arial"/>
              </a:rPr>
              <a:t>Jika jadwal fleksibel, bandingkan jam lain. Biaya menunggu dan penghematan nyata belum diukur.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5F6"/>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LANGKAH SETELAH FINAL</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0B1F2A"/>
                </a:solidFill>
                <a:latin typeface="Arial Narrow"/>
              </a:rPr>
              <a:t>Bawa prototipe ini ke uji pengguna dan ruas nyata.</a:t>
            </a:r>
          </a:p>
        </p:txBody>
      </p:sp>
      <p:sp>
        <p:nvSpPr>
          <p:cNvPr id="4" name="TextBox 3"/>
          <p:cNvSpPr txBox="1"/>
          <p:nvPr/>
        </p:nvSpPr>
        <p:spPr>
          <a:xfrm>
            <a:off x="539496" y="1499616"/>
            <a:ext cx="11018520" cy="457200"/>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46626F"/>
                </a:solidFill>
                <a:latin typeface="Arial"/>
              </a:rPr>
              <a:t>Rencana kerja berikut belum menjadi hasil atau kemitraan yang sudah berjalan.</a:t>
            </a:r>
          </a:p>
        </p:txBody>
      </p:sp>
      <p:sp>
        <p:nvSpPr>
          <p:cNvPr id="5" name="Rectangle 4"/>
          <p:cNvSpPr/>
          <p:nvPr/>
        </p:nvSpPr>
        <p:spPr>
          <a:xfrm>
            <a:off x="502920" y="6455664"/>
            <a:ext cx="11183112" cy="1463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46626F"/>
                </a:solidFill>
                <a:latin typeface="Arial"/>
              </a:rPr>
              <a:t>Rencana tim berdasarkan audit 25 September. Target peserta merupakan rencana, bukan jumlah pengguna saat ini.</a:t>
            </a:r>
          </a:p>
        </p:txBody>
      </p:sp>
      <p:sp>
        <p:nvSpPr>
          <p:cNvPr id="7" name="TextBox 6"/>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46626F"/>
                </a:solidFill>
                <a:latin typeface="Arial"/>
              </a:rPr>
              <a:t>08</a:t>
            </a:r>
          </a:p>
        </p:txBody>
      </p:sp>
      <p:sp>
        <p:nvSpPr>
          <p:cNvPr id="8" name="TextBox 7"/>
          <p:cNvSpPr txBox="1"/>
          <p:nvPr/>
        </p:nvSpPr>
        <p:spPr>
          <a:xfrm>
            <a:off x="649224" y="2240280"/>
            <a:ext cx="530352" cy="475488"/>
          </a:xfrm>
          <a:prstGeom prst="rect">
            <a:avLst/>
          </a:prstGeom>
          <a:noFill/>
          <a:effectLst/>
        </p:spPr>
        <p:txBody>
          <a:bodyPr wrap="square" lIns="0" rIns="0" tIns="0" bIns="0">
            <a:spAutoFit/>
          </a:bodyPr>
          <a:lstStyle/>
          <a:p>
            <a:pPr>
              <a:lnSpc>
                <a:spcPct val="105000"/>
              </a:lnSpc>
              <a:spcBef>
                <a:spcPts val="0"/>
              </a:spcBef>
              <a:spcAft>
                <a:spcPts val="400"/>
              </a:spcAft>
            </a:pPr>
            <a:r>
              <a:rPr sz="2700" b="1">
                <a:solidFill>
                  <a:srgbClr val="1C7F9E"/>
                </a:solidFill>
                <a:latin typeface="Arial Narrow"/>
              </a:rPr>
              <a:t>01</a:t>
            </a:r>
          </a:p>
        </p:txBody>
      </p:sp>
      <p:sp>
        <p:nvSpPr>
          <p:cNvPr id="9" name="TextBox 8"/>
          <p:cNvSpPr txBox="1"/>
          <p:nvPr/>
        </p:nvSpPr>
        <p:spPr>
          <a:xfrm>
            <a:off x="1389888" y="2240280"/>
            <a:ext cx="10040112" cy="429768"/>
          </a:xfrm>
          <a:prstGeom prst="rect">
            <a:avLst/>
          </a:prstGeom>
          <a:noFill/>
          <a:effectLst/>
        </p:spPr>
        <p:txBody>
          <a:bodyPr wrap="square" lIns="0" rIns="0" tIns="0" bIns="0">
            <a:spAutoFit/>
          </a:bodyPr>
          <a:lstStyle/>
          <a:p>
            <a:pPr>
              <a:lnSpc>
                <a:spcPct val="105000"/>
              </a:lnSpc>
              <a:spcBef>
                <a:spcPts val="0"/>
              </a:spcBef>
              <a:spcAft>
                <a:spcPts val="400"/>
              </a:spcAft>
            </a:pPr>
            <a:r>
              <a:rPr sz="2500" b="1">
                <a:solidFill>
                  <a:srgbClr val="0B1F2A"/>
                </a:solidFill>
                <a:latin typeface="Arial Narrow"/>
              </a:rPr>
              <a:t>Uji alur dengan 5 sampai 8 calon pengguna</a:t>
            </a:r>
          </a:p>
        </p:txBody>
      </p:sp>
      <p:sp>
        <p:nvSpPr>
          <p:cNvPr id="10" name="TextBox 9"/>
          <p:cNvSpPr txBox="1"/>
          <p:nvPr/>
        </p:nvSpPr>
        <p:spPr>
          <a:xfrm>
            <a:off x="1399032" y="2770632"/>
            <a:ext cx="9966960" cy="649224"/>
          </a:xfrm>
          <a:prstGeom prst="rect">
            <a:avLst/>
          </a:prstGeom>
          <a:noFill/>
          <a:effectLst/>
        </p:spPr>
        <p:txBody>
          <a:bodyPr wrap="square" lIns="0" rIns="0" tIns="0" bIns="0">
            <a:spAutoFit/>
          </a:bodyPr>
          <a:lstStyle/>
          <a:p>
            <a:pPr>
              <a:lnSpc>
                <a:spcPct val="105000"/>
              </a:lnSpc>
              <a:spcBef>
                <a:spcPts val="0"/>
              </a:spcBef>
              <a:spcAft>
                <a:spcPts val="400"/>
              </a:spcAft>
            </a:pPr>
            <a:r>
              <a:rPr sz="1850" b="0">
                <a:solidFill>
                  <a:srgbClr val="46626F"/>
                </a:solidFill>
                <a:latin typeface="Arial"/>
              </a:rPr>
              <a:t>Minta memilih tujuan, mengganti jam, dan menjelaskan peringatan.</a:t>
            </a:r>
          </a:p>
          <a:p>
            <a:pPr>
              <a:lnSpc>
                <a:spcPct val="105000"/>
              </a:lnSpc>
              <a:spcBef>
                <a:spcPts val="0"/>
              </a:spcBef>
              <a:spcAft>
                <a:spcPts val="400"/>
              </a:spcAft>
            </a:pPr>
            <a:r>
              <a:rPr sz="1850" b="0">
                <a:solidFill>
                  <a:srgbClr val="46626F"/>
                </a:solidFill>
                <a:latin typeface="Arial"/>
              </a:rPr>
              <a:t>Catat tugas selesai, waktu, serta salah tafsir.</a:t>
            </a:r>
          </a:p>
        </p:txBody>
      </p:sp>
      <p:sp>
        <p:nvSpPr>
          <p:cNvPr id="11" name="TextBox 10"/>
          <p:cNvSpPr txBox="1"/>
          <p:nvPr/>
        </p:nvSpPr>
        <p:spPr>
          <a:xfrm>
            <a:off x="649224" y="3429000"/>
            <a:ext cx="530352" cy="475488"/>
          </a:xfrm>
          <a:prstGeom prst="rect">
            <a:avLst/>
          </a:prstGeom>
          <a:noFill/>
          <a:effectLst/>
        </p:spPr>
        <p:txBody>
          <a:bodyPr wrap="square" lIns="0" rIns="0" tIns="0" bIns="0">
            <a:spAutoFit/>
          </a:bodyPr>
          <a:lstStyle/>
          <a:p>
            <a:pPr>
              <a:lnSpc>
                <a:spcPct val="105000"/>
              </a:lnSpc>
              <a:spcBef>
                <a:spcPts val="0"/>
              </a:spcBef>
              <a:spcAft>
                <a:spcPts val="400"/>
              </a:spcAft>
            </a:pPr>
            <a:r>
              <a:rPr sz="2700" b="1">
                <a:solidFill>
                  <a:srgbClr val="1C7F9E"/>
                </a:solidFill>
                <a:latin typeface="Arial Narrow"/>
              </a:rPr>
              <a:t>02</a:t>
            </a:r>
          </a:p>
        </p:txBody>
      </p:sp>
      <p:sp>
        <p:nvSpPr>
          <p:cNvPr id="12" name="TextBox 11"/>
          <p:cNvSpPr txBox="1"/>
          <p:nvPr/>
        </p:nvSpPr>
        <p:spPr>
          <a:xfrm>
            <a:off x="1389888" y="3429000"/>
            <a:ext cx="10040112" cy="429768"/>
          </a:xfrm>
          <a:prstGeom prst="rect">
            <a:avLst/>
          </a:prstGeom>
          <a:noFill/>
          <a:effectLst/>
        </p:spPr>
        <p:txBody>
          <a:bodyPr wrap="square" lIns="0" rIns="0" tIns="0" bIns="0">
            <a:spAutoFit/>
          </a:bodyPr>
          <a:lstStyle/>
          <a:p>
            <a:pPr>
              <a:lnSpc>
                <a:spcPct val="105000"/>
              </a:lnSpc>
              <a:spcBef>
                <a:spcPts val="0"/>
              </a:spcBef>
              <a:spcAft>
                <a:spcPts val="400"/>
              </a:spcAft>
            </a:pPr>
            <a:r>
              <a:rPr sz="2500" b="1">
                <a:solidFill>
                  <a:srgbClr val="0B1F2A"/>
                </a:solidFill>
                <a:latin typeface="Arial Narrow"/>
              </a:rPr>
              <a:t>Cocokkan hasil dengan pengamatan ruas</a:t>
            </a:r>
          </a:p>
        </p:txBody>
      </p:sp>
      <p:sp>
        <p:nvSpPr>
          <p:cNvPr id="13" name="TextBox 12"/>
          <p:cNvSpPr txBox="1"/>
          <p:nvPr/>
        </p:nvSpPr>
        <p:spPr>
          <a:xfrm>
            <a:off x="1399032" y="3959352"/>
            <a:ext cx="9966960" cy="649224"/>
          </a:xfrm>
          <a:prstGeom prst="rect">
            <a:avLst/>
          </a:prstGeom>
          <a:noFill/>
          <a:effectLst/>
        </p:spPr>
        <p:txBody>
          <a:bodyPr wrap="square" lIns="0" rIns="0" tIns="0" bIns="0">
            <a:spAutoFit/>
          </a:bodyPr>
          <a:lstStyle/>
          <a:p>
            <a:pPr>
              <a:lnSpc>
                <a:spcPct val="105000"/>
              </a:lnSpc>
              <a:spcBef>
                <a:spcPts val="0"/>
              </a:spcBef>
              <a:spcAft>
                <a:spcPts val="400"/>
              </a:spcAft>
            </a:pPr>
            <a:r>
              <a:rPr sz="1850" b="0">
                <a:solidFill>
                  <a:srgbClr val="46626F"/>
                </a:solidFill>
                <a:latin typeface="Arial"/>
              </a:rPr>
              <a:t>Kumpulkan lokasi, jam, kondisi basah atau kering, dan kedalaman.</a:t>
            </a:r>
          </a:p>
          <a:p>
            <a:pPr>
              <a:lnSpc>
                <a:spcPct val="105000"/>
              </a:lnSpc>
              <a:spcBef>
                <a:spcPts val="0"/>
              </a:spcBef>
              <a:spcAft>
                <a:spcPts val="400"/>
              </a:spcAft>
            </a:pPr>
            <a:r>
              <a:rPr sz="1850" b="0">
                <a:solidFill>
                  <a:srgbClr val="46626F"/>
                </a:solidFill>
                <a:latin typeface="Arial"/>
              </a:rPr>
              <a:t>Pisahkan kejadian untuk pengembangan dan pengujian.</a:t>
            </a:r>
          </a:p>
        </p:txBody>
      </p:sp>
      <p:sp>
        <p:nvSpPr>
          <p:cNvPr id="14" name="TextBox 13"/>
          <p:cNvSpPr txBox="1"/>
          <p:nvPr/>
        </p:nvSpPr>
        <p:spPr>
          <a:xfrm>
            <a:off x="649224" y="4617720"/>
            <a:ext cx="530352" cy="475488"/>
          </a:xfrm>
          <a:prstGeom prst="rect">
            <a:avLst/>
          </a:prstGeom>
          <a:noFill/>
          <a:effectLst/>
        </p:spPr>
        <p:txBody>
          <a:bodyPr wrap="square" lIns="0" rIns="0" tIns="0" bIns="0">
            <a:spAutoFit/>
          </a:bodyPr>
          <a:lstStyle/>
          <a:p>
            <a:pPr>
              <a:lnSpc>
                <a:spcPct val="105000"/>
              </a:lnSpc>
              <a:spcBef>
                <a:spcPts val="0"/>
              </a:spcBef>
              <a:spcAft>
                <a:spcPts val="400"/>
              </a:spcAft>
            </a:pPr>
            <a:r>
              <a:rPr sz="2700" b="1">
                <a:solidFill>
                  <a:srgbClr val="1C7F9E"/>
                </a:solidFill>
                <a:latin typeface="Arial Narrow"/>
              </a:rPr>
              <a:t>03</a:t>
            </a:r>
          </a:p>
        </p:txBody>
      </p:sp>
      <p:sp>
        <p:nvSpPr>
          <p:cNvPr id="15" name="TextBox 14"/>
          <p:cNvSpPr txBox="1"/>
          <p:nvPr/>
        </p:nvSpPr>
        <p:spPr>
          <a:xfrm>
            <a:off x="1389888" y="4617720"/>
            <a:ext cx="10040112" cy="429768"/>
          </a:xfrm>
          <a:prstGeom prst="rect">
            <a:avLst/>
          </a:prstGeom>
          <a:noFill/>
          <a:effectLst/>
        </p:spPr>
        <p:txBody>
          <a:bodyPr wrap="square" lIns="0" rIns="0" tIns="0" bIns="0">
            <a:spAutoFit/>
          </a:bodyPr>
          <a:lstStyle/>
          <a:p>
            <a:pPr>
              <a:lnSpc>
                <a:spcPct val="105000"/>
              </a:lnSpc>
              <a:spcBef>
                <a:spcPts val="0"/>
              </a:spcBef>
              <a:spcAft>
                <a:spcPts val="400"/>
              </a:spcAft>
            </a:pPr>
            <a:r>
              <a:rPr sz="2500" b="1">
                <a:solidFill>
                  <a:srgbClr val="0B1F2A"/>
                </a:solidFill>
                <a:latin typeface="Arial Narrow"/>
              </a:rPr>
              <a:t>Jadwalkan pembaruan dan periksa sumbernya</a:t>
            </a:r>
          </a:p>
        </p:txBody>
      </p:sp>
      <p:sp>
        <p:nvSpPr>
          <p:cNvPr id="16" name="TextBox 15"/>
          <p:cNvSpPr txBox="1"/>
          <p:nvPr/>
        </p:nvSpPr>
        <p:spPr>
          <a:xfrm>
            <a:off x="1399032" y="5148072"/>
            <a:ext cx="9966960" cy="649224"/>
          </a:xfrm>
          <a:prstGeom prst="rect">
            <a:avLst/>
          </a:prstGeom>
          <a:noFill/>
          <a:effectLst/>
        </p:spPr>
        <p:txBody>
          <a:bodyPr wrap="square" lIns="0" rIns="0" tIns="0" bIns="0">
            <a:spAutoFit/>
          </a:bodyPr>
          <a:lstStyle/>
          <a:p>
            <a:pPr>
              <a:lnSpc>
                <a:spcPct val="105000"/>
              </a:lnSpc>
              <a:spcBef>
                <a:spcPts val="0"/>
              </a:spcBef>
              <a:spcAft>
                <a:spcPts val="400"/>
              </a:spcAft>
            </a:pPr>
            <a:r>
              <a:rPr sz="1850" b="0">
                <a:solidFill>
                  <a:srgbClr val="46626F"/>
                </a:solidFill>
                <a:latin typeface="Arial"/>
              </a:rPr>
              <a:t>Perbarui pasut, jalan, dan kondisi infrastruktur.</a:t>
            </a:r>
          </a:p>
          <a:p>
            <a:pPr>
              <a:lnSpc>
                <a:spcPct val="105000"/>
              </a:lnSpc>
              <a:spcBef>
                <a:spcPts val="0"/>
              </a:spcBef>
              <a:spcAft>
                <a:spcPts val="400"/>
              </a:spcAft>
            </a:pPr>
            <a:r>
              <a:rPr sz="1850" b="0">
                <a:solidFill>
                  <a:srgbClr val="46626F"/>
                </a:solidFill>
                <a:latin typeface="Arial"/>
              </a:rPr>
              <a:t>Pantau cakupan data sebelum habis.</a:t>
            </a:r>
          </a:p>
        </p:txBody>
      </p:sp>
      <p:sp>
        <p:nvSpPr>
          <p:cNvPr id="17" name="TextBox 16"/>
          <p:cNvSpPr txBox="1"/>
          <p:nvPr/>
        </p:nvSpPr>
        <p:spPr>
          <a:xfrm>
            <a:off x="667512" y="6062472"/>
            <a:ext cx="10881360" cy="237744"/>
          </a:xfrm>
          <a:prstGeom prst="rect">
            <a:avLst/>
          </a:prstGeom>
          <a:noFill/>
          <a:effectLst/>
        </p:spPr>
        <p:txBody>
          <a:bodyPr wrap="square" lIns="0" rIns="0" tIns="0" bIns="0">
            <a:spAutoFit/>
          </a:bodyPr>
          <a:lstStyle/>
          <a:p>
            <a:pPr>
              <a:lnSpc>
                <a:spcPct val="105000"/>
              </a:lnSpc>
              <a:spcBef>
                <a:spcPts val="0"/>
              </a:spcBef>
              <a:spcAft>
                <a:spcPts val="400"/>
              </a:spcAft>
            </a:pPr>
            <a:r>
              <a:rPr sz="1400" b="0">
                <a:solidFill>
                  <a:srgbClr val="46626F"/>
                </a:solidFill>
                <a:latin typeface="Arial"/>
              </a:rPr>
              <a:t>Target tahap berikut: pengguna memahami batasnya, dan galat model dapat dihitung dari data lapangan.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F2A"/>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4FB3C4"/>
                </a:solidFill>
                <a:latin typeface="Arial"/>
              </a:rPr>
              <a:t>PASANG SURUT</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E8F1F4"/>
                </a:solidFill>
                <a:latin typeface="Arial Narrow"/>
              </a:rPr>
              <a:t>Coba satu perjalanan. Bandingkan pilihan waktunya.</a:t>
            </a:r>
          </a:p>
        </p:txBody>
      </p:sp>
      <p:sp>
        <p:nvSpPr>
          <p:cNvPr id="4" name="TextBox 3"/>
          <p:cNvSpPr txBox="1"/>
          <p:nvPr/>
        </p:nvSpPr>
        <p:spPr>
          <a:xfrm>
            <a:off x="539496" y="1499616"/>
            <a:ext cx="11018520" cy="457200"/>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ABC0CA"/>
                </a:solidFill>
                <a:latin typeface="Arial"/>
              </a:rPr>
              <a:t>Aplikasi dan kode dapat dibuka oleh juri.</a:t>
            </a:r>
          </a:p>
        </p:txBody>
      </p:sp>
      <p:sp>
        <p:nvSpPr>
          <p:cNvPr id="5" name="Rectangle 4"/>
          <p:cNvSpPr/>
          <p:nvPr/>
        </p:nvSpPr>
        <p:spPr>
          <a:xfrm>
            <a:off x="502920" y="6455664"/>
            <a:ext cx="11183112" cy="14630"/>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ABC0CA"/>
                </a:solidFill>
                <a:latin typeface="Arial"/>
              </a:rPr>
              <a:t>trio la albiceleste | Muhammad Dzaky Ahnaf · Daffa Rajendra Priyatama · Naufal Syafi' Hakim</a:t>
            </a:r>
          </a:p>
        </p:txBody>
      </p:sp>
      <p:sp>
        <p:nvSpPr>
          <p:cNvPr id="7" name="TextBox 6"/>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ABC0CA"/>
                </a:solidFill>
                <a:latin typeface="Arial"/>
              </a:rPr>
              <a:t>09</a:t>
            </a:r>
          </a:p>
        </p:txBody>
      </p:sp>
      <p:sp>
        <p:nvSpPr>
          <p:cNvPr id="8" name="Rectangle 7"/>
          <p:cNvSpPr/>
          <p:nvPr/>
        </p:nvSpPr>
        <p:spPr>
          <a:xfrm>
            <a:off x="640080" y="2304288"/>
            <a:ext cx="2907792" cy="2907792"/>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9" name="Picture 8" descr="qr_aplikasi.png"/>
          <p:cNvPicPr>
            <a:picLocks noChangeAspect="1"/>
          </p:cNvPicPr>
          <p:nvPr/>
        </p:nvPicPr>
        <p:blipFill>
          <a:blip r:embed="rId2"/>
          <a:stretch>
            <a:fillRect/>
          </a:stretch>
        </p:blipFill>
        <p:spPr>
          <a:xfrm>
            <a:off x="731520" y="2395728"/>
            <a:ext cx="2724912" cy="2724912"/>
          </a:xfrm>
          <a:prstGeom prst="rect">
            <a:avLst/>
          </a:prstGeom>
          <a:effectLst/>
        </p:spPr>
      </p:pic>
      <p:sp>
        <p:nvSpPr>
          <p:cNvPr id="10" name="TextBox 9">
            <a:hlinkClick r:id="rId3"/>
          </p:cNvPr>
          <p:cNvSpPr txBox="1"/>
          <p:nvPr/>
        </p:nvSpPr>
        <p:spPr>
          <a:xfrm>
            <a:off x="4160520" y="2514600"/>
            <a:ext cx="7278624" cy="585216"/>
          </a:xfrm>
          <a:prstGeom prst="rect">
            <a:avLst/>
          </a:prstGeom>
          <a:noFill/>
          <a:effectLst/>
        </p:spPr>
        <p:txBody>
          <a:bodyPr wrap="square" lIns="0" rIns="0" tIns="0" bIns="0">
            <a:spAutoFit/>
          </a:bodyPr>
          <a:lstStyle/>
          <a:p>
            <a:pPr>
              <a:lnSpc>
                <a:spcPct val="105000"/>
              </a:lnSpc>
              <a:spcBef>
                <a:spcPts val="0"/>
              </a:spcBef>
              <a:spcAft>
                <a:spcPts val="400"/>
              </a:spcAft>
            </a:pPr>
            <a:r>
              <a:rPr sz="3100" b="1">
                <a:solidFill>
                  <a:srgbClr val="E8F1F4"/>
                </a:solidFill>
                <a:latin typeface="Arial Narrow"/>
              </a:rPr>
              <a:t>pasang-surut.vercel.app/app</a:t>
            </a:r>
          </a:p>
        </p:txBody>
      </p:sp>
      <p:sp>
        <p:nvSpPr>
          <p:cNvPr id="11" name="TextBox 10"/>
          <p:cNvSpPr txBox="1"/>
          <p:nvPr/>
        </p:nvSpPr>
        <p:spPr>
          <a:xfrm>
            <a:off x="4178808" y="3429000"/>
            <a:ext cx="6922008" cy="932688"/>
          </a:xfrm>
          <a:prstGeom prst="rect">
            <a:avLst/>
          </a:prstGeom>
          <a:noFill/>
          <a:effectLst/>
        </p:spPr>
        <p:txBody>
          <a:bodyPr wrap="square" lIns="0" rIns="0" tIns="0" bIns="0">
            <a:spAutoFit/>
          </a:bodyPr>
          <a:lstStyle/>
          <a:p>
            <a:pPr>
              <a:lnSpc>
                <a:spcPct val="105000"/>
              </a:lnSpc>
              <a:spcBef>
                <a:spcPts val="0"/>
              </a:spcBef>
              <a:spcAft>
                <a:spcPts val="400"/>
              </a:spcAft>
            </a:pPr>
            <a:r>
              <a:rPr sz="2700" b="0">
                <a:solidFill>
                  <a:srgbClr val="ABC0CA"/>
                </a:solidFill>
                <a:latin typeface="Arial"/>
              </a:rPr>
              <a:t>Perencanaan rute sadar kerentanan rob</a:t>
            </a:r>
          </a:p>
          <a:p>
            <a:pPr>
              <a:lnSpc>
                <a:spcPct val="105000"/>
              </a:lnSpc>
              <a:spcBef>
                <a:spcPts val="0"/>
              </a:spcBef>
              <a:spcAft>
                <a:spcPts val="400"/>
              </a:spcAft>
            </a:pPr>
            <a:r>
              <a:rPr sz="2700" b="0">
                <a:solidFill>
                  <a:srgbClr val="ABC0CA"/>
                </a:solidFill>
                <a:latin typeface="Arial"/>
              </a:rPr>
              <a:t>untuk pesisir Semarang.</a:t>
            </a:r>
          </a:p>
        </p:txBody>
      </p:sp>
      <p:sp>
        <p:nvSpPr>
          <p:cNvPr id="12" name="TextBox 11"/>
          <p:cNvSpPr txBox="1"/>
          <p:nvPr/>
        </p:nvSpPr>
        <p:spPr>
          <a:xfrm>
            <a:off x="4178808" y="4663440"/>
            <a:ext cx="6922008" cy="539496"/>
          </a:xfrm>
          <a:prstGeom prst="rect">
            <a:avLst/>
          </a:prstGeom>
          <a:noFill/>
          <a:effectLst/>
        </p:spPr>
        <p:txBody>
          <a:bodyPr wrap="square" lIns="0" rIns="0" tIns="0" bIns="0">
            <a:spAutoFit/>
          </a:bodyPr>
          <a:lstStyle/>
          <a:p>
            <a:pPr>
              <a:lnSpc>
                <a:spcPct val="105000"/>
              </a:lnSpc>
              <a:spcBef>
                <a:spcPts val="0"/>
              </a:spcBef>
              <a:spcAft>
                <a:spcPts val="400"/>
              </a:spcAft>
            </a:pPr>
            <a:r>
              <a:rPr sz="2500" b="0">
                <a:solidFill>
                  <a:srgbClr val="E8F1F4"/>
                </a:solidFill>
                <a:latin typeface="Arial"/>
              </a:rPr>
              <a:t>Terima kasih, Bapak dan Ibu juri.</a:t>
            </a:r>
          </a:p>
        </p:txBody>
      </p:sp>
      <p:sp>
        <p:nvSpPr>
          <p:cNvPr id="13" name="Rectangle 12">
            <a:hlinkClick r:id="rId3"/>
          </p:cNvPr>
          <p:cNvSpPr/>
          <p:nvPr/>
        </p:nvSpPr>
        <p:spPr>
          <a:xfrm>
            <a:off x="694944" y="5715000"/>
            <a:ext cx="1920240" cy="384048"/>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a:hlinkClick r:id="rId3"/>
          </p:cNvPr>
          <p:cNvSpPr txBox="1"/>
          <p:nvPr/>
        </p:nvSpPr>
        <p:spPr>
          <a:xfrm>
            <a:off x="786384" y="5797296"/>
            <a:ext cx="1737360"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E8F1F4"/>
                </a:solidFill>
                <a:latin typeface="Arial"/>
              </a:rPr>
              <a:t>Buka aplikasi</a:t>
            </a:r>
          </a:p>
        </p:txBody>
      </p:sp>
      <p:sp>
        <p:nvSpPr>
          <p:cNvPr id="15" name="Rectangle 14">
            <a:hlinkClick r:id="rId4"/>
          </p:cNvPr>
          <p:cNvSpPr/>
          <p:nvPr/>
        </p:nvSpPr>
        <p:spPr>
          <a:xfrm>
            <a:off x="2862072" y="5715000"/>
            <a:ext cx="1965960" cy="384048"/>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a:hlinkClick r:id="rId4"/>
          </p:cNvPr>
          <p:cNvSpPr txBox="1"/>
          <p:nvPr/>
        </p:nvSpPr>
        <p:spPr>
          <a:xfrm>
            <a:off x="2953512" y="5797296"/>
            <a:ext cx="1783080"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E8F1F4"/>
                </a:solidFill>
                <a:latin typeface="Arial"/>
              </a:rPr>
              <a:t>Buka repositori</a:t>
            </a:r>
          </a:p>
        </p:txBody>
      </p:sp>
      <p:sp>
        <p:nvSpPr>
          <p:cNvPr id="17" name="Rectangle 16">
            <a:hlinkClick r:id="rId5"/>
          </p:cNvPr>
          <p:cNvSpPr/>
          <p:nvPr/>
        </p:nvSpPr>
        <p:spPr>
          <a:xfrm>
            <a:off x="5074920" y="5715000"/>
            <a:ext cx="2011680" cy="384048"/>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a:hlinkClick r:id="rId5"/>
          </p:cNvPr>
          <p:cNvSpPr txBox="1"/>
          <p:nvPr/>
        </p:nvSpPr>
        <p:spPr>
          <a:xfrm>
            <a:off x="5166359" y="5797296"/>
            <a:ext cx="1828800"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E8F1F4"/>
                </a:solidFill>
                <a:latin typeface="Arial"/>
              </a:rPr>
              <a:t>Buka bukti data</a:t>
            </a:r>
          </a:p>
        </p:txBody>
      </p:sp>
      <p:sp>
        <p:nvSpPr>
          <p:cNvPr id="19" name="Rectangle 18">
            <a:hlinkClick action="ppaction://hlinksldjump" r:id="rId7"/>
          </p:cNvPr>
          <p:cNvSpPr/>
          <p:nvPr/>
        </p:nvSpPr>
        <p:spPr>
          <a:xfrm>
            <a:off x="9107424" y="5715000"/>
            <a:ext cx="2359152" cy="384048"/>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a:hlinkClick action="ppaction://hlinksldjump" r:id="rId7"/>
          </p:cNvPr>
          <p:cNvSpPr txBox="1"/>
          <p:nvPr/>
        </p:nvSpPr>
        <p:spPr>
          <a:xfrm>
            <a:off x="9198864" y="5797296"/>
            <a:ext cx="2176272"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E8F1F4"/>
                </a:solidFill>
                <a:latin typeface="Arial"/>
              </a:rPr>
              <a:t>Lampiran tanya jawab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F2F5F6"/>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LAMPIRAN | DIPAKAI SAAT DITANYA</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0B1F2A"/>
                </a:solidFill>
                <a:latin typeface="Arial Narrow"/>
              </a:rPr>
              <a:t>Bukti yang dapat dibuka saat tanya jawab.</a:t>
            </a:r>
          </a:p>
        </p:txBody>
      </p:sp>
      <p:sp>
        <p:nvSpPr>
          <p:cNvPr id="4" name="TextBox 3"/>
          <p:cNvSpPr txBox="1"/>
          <p:nvPr/>
        </p:nvSpPr>
        <p:spPr>
          <a:xfrm>
            <a:off x="539496" y="1499616"/>
            <a:ext cx="11018520" cy="457200"/>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46626F"/>
                </a:solidFill>
                <a:latin typeface="Arial"/>
              </a:rPr>
              <a:t>Klik topik, atau ketik nomor slide lalu Enter di PowerPoint.</a:t>
            </a:r>
          </a:p>
        </p:txBody>
      </p:sp>
      <p:sp>
        <p:nvSpPr>
          <p:cNvPr id="5" name="Rectangle 4"/>
          <p:cNvSpPr/>
          <p:nvPr/>
        </p:nvSpPr>
        <p:spPr>
          <a:xfrm>
            <a:off x="502920" y="6455664"/>
            <a:ext cx="11183112" cy="1463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46626F"/>
                </a:solidFill>
                <a:latin typeface="Arial"/>
              </a:rPr>
              <a:t>Lampiran berada di luar sembilan menit presentasi utama.</a:t>
            </a:r>
          </a:p>
        </p:txBody>
      </p:sp>
      <p:sp>
        <p:nvSpPr>
          <p:cNvPr id="7" name="TextBox 6"/>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46626F"/>
                </a:solidFill>
                <a:latin typeface="Arial"/>
              </a:rPr>
              <a:t>10</a:t>
            </a:r>
          </a:p>
        </p:txBody>
      </p:sp>
      <p:sp>
        <p:nvSpPr>
          <p:cNvPr id="8" name="Rectangle 7">
            <a:hlinkClick action="ppaction://hlinksldjump" r:id="rId3"/>
          </p:cNvPr>
          <p:cNvSpPr/>
          <p:nvPr/>
        </p:nvSpPr>
        <p:spPr>
          <a:xfrm>
            <a:off x="658368" y="2176272"/>
            <a:ext cx="5340096" cy="60350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a:hlinkClick action="ppaction://hlinksldjump" r:id="rId3"/>
          </p:cNvPr>
          <p:cNvSpPr txBox="1"/>
          <p:nvPr/>
        </p:nvSpPr>
        <p:spPr>
          <a:xfrm>
            <a:off x="749808" y="2258568"/>
            <a:ext cx="5157216" cy="475488"/>
          </a:xfrm>
          <a:prstGeom prst="rect">
            <a:avLst/>
          </a:prstGeom>
          <a:noFill/>
          <a:effectLst/>
        </p:spPr>
        <p:txBody>
          <a:bodyPr wrap="square" lIns="0" rIns="0" tIns="0" bIns="0">
            <a:spAutoFit/>
          </a:bodyPr>
          <a:lstStyle/>
          <a:p>
            <a:pPr>
              <a:lnSpc>
                <a:spcPct val="105000"/>
              </a:lnSpc>
              <a:spcBef>
                <a:spcPts val="0"/>
              </a:spcBef>
              <a:spcAft>
                <a:spcPts val="400"/>
              </a:spcAft>
            </a:pPr>
            <a:r>
              <a:rPr sz="1800" b="1">
                <a:solidFill>
                  <a:srgbClr val="1C7F9E"/>
                </a:solidFill>
                <a:latin typeface="Arial"/>
              </a:rPr>
              <a:t>11   Demo 08.00</a:t>
            </a:r>
          </a:p>
        </p:txBody>
      </p:sp>
      <p:sp>
        <p:nvSpPr>
          <p:cNvPr id="10" name="Rectangle 9">
            <a:hlinkClick action="ppaction://hlinksldjump" r:id="rId4"/>
          </p:cNvPr>
          <p:cNvSpPr/>
          <p:nvPr/>
        </p:nvSpPr>
        <p:spPr>
          <a:xfrm>
            <a:off x="6355080" y="2176272"/>
            <a:ext cx="5340096" cy="60350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a:hlinkClick action="ppaction://hlinksldjump" r:id="rId4"/>
          </p:cNvPr>
          <p:cNvSpPr txBox="1"/>
          <p:nvPr/>
        </p:nvSpPr>
        <p:spPr>
          <a:xfrm>
            <a:off x="6446520" y="2258568"/>
            <a:ext cx="5157216" cy="475488"/>
          </a:xfrm>
          <a:prstGeom prst="rect">
            <a:avLst/>
          </a:prstGeom>
          <a:noFill/>
          <a:effectLst/>
        </p:spPr>
        <p:txBody>
          <a:bodyPr wrap="square" lIns="0" rIns="0" tIns="0" bIns="0">
            <a:spAutoFit/>
          </a:bodyPr>
          <a:lstStyle/>
          <a:p>
            <a:pPr>
              <a:lnSpc>
                <a:spcPct val="105000"/>
              </a:lnSpc>
              <a:spcBef>
                <a:spcPts val="0"/>
              </a:spcBef>
              <a:spcAft>
                <a:spcPts val="400"/>
              </a:spcAft>
            </a:pPr>
            <a:r>
              <a:rPr sz="1800" b="1">
                <a:solidFill>
                  <a:srgbClr val="1C7F9E"/>
                </a:solidFill>
                <a:latin typeface="Arial"/>
              </a:rPr>
              <a:t>12   Demo 13.00</a:t>
            </a:r>
          </a:p>
        </p:txBody>
      </p:sp>
      <p:sp>
        <p:nvSpPr>
          <p:cNvPr id="12" name="Rectangle 11">
            <a:hlinkClick action="ppaction://hlinksldjump" r:id="rId5"/>
          </p:cNvPr>
          <p:cNvSpPr/>
          <p:nvPr/>
        </p:nvSpPr>
        <p:spPr>
          <a:xfrm>
            <a:off x="658368" y="3118104"/>
            <a:ext cx="5340096" cy="60350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a:hlinkClick action="ppaction://hlinksldjump" r:id="rId5"/>
          </p:cNvPr>
          <p:cNvSpPr txBox="1"/>
          <p:nvPr/>
        </p:nvSpPr>
        <p:spPr>
          <a:xfrm>
            <a:off x="749808" y="3200400"/>
            <a:ext cx="5157216" cy="475488"/>
          </a:xfrm>
          <a:prstGeom prst="rect">
            <a:avLst/>
          </a:prstGeom>
          <a:noFill/>
          <a:effectLst/>
        </p:spPr>
        <p:txBody>
          <a:bodyPr wrap="square" lIns="0" rIns="0" tIns="0" bIns="0">
            <a:spAutoFit/>
          </a:bodyPr>
          <a:lstStyle/>
          <a:p>
            <a:pPr>
              <a:lnSpc>
                <a:spcPct val="105000"/>
              </a:lnSpc>
              <a:spcBef>
                <a:spcPts val="0"/>
              </a:spcBef>
              <a:spcAft>
                <a:spcPts val="400"/>
              </a:spcAft>
            </a:pPr>
            <a:r>
              <a:rPr sz="1800" b="1">
                <a:solidFill>
                  <a:srgbClr val="1C7F9E"/>
                </a:solidFill>
                <a:latin typeface="Arial"/>
              </a:rPr>
              <a:t>13   Sumber dan umur data</a:t>
            </a:r>
          </a:p>
        </p:txBody>
      </p:sp>
      <p:sp>
        <p:nvSpPr>
          <p:cNvPr id="14" name="Rectangle 13">
            <a:hlinkClick action="ppaction://hlinksldjump" r:id="rId6"/>
          </p:cNvPr>
          <p:cNvSpPr/>
          <p:nvPr/>
        </p:nvSpPr>
        <p:spPr>
          <a:xfrm>
            <a:off x="6355080" y="3118104"/>
            <a:ext cx="5340096" cy="60350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a:hlinkClick action="ppaction://hlinksldjump" r:id="rId6"/>
          </p:cNvPr>
          <p:cNvSpPr txBox="1"/>
          <p:nvPr/>
        </p:nvSpPr>
        <p:spPr>
          <a:xfrm>
            <a:off x="6446520" y="3200400"/>
            <a:ext cx="5157216" cy="475488"/>
          </a:xfrm>
          <a:prstGeom prst="rect">
            <a:avLst/>
          </a:prstGeom>
          <a:noFill/>
          <a:effectLst/>
        </p:spPr>
        <p:txBody>
          <a:bodyPr wrap="square" lIns="0" rIns="0" tIns="0" bIns="0">
            <a:spAutoFit/>
          </a:bodyPr>
          <a:lstStyle/>
          <a:p>
            <a:pPr>
              <a:lnSpc>
                <a:spcPct val="105000"/>
              </a:lnSpc>
              <a:spcBef>
                <a:spcPts val="0"/>
              </a:spcBef>
              <a:spcAft>
                <a:spcPts val="400"/>
              </a:spcAft>
            </a:pPr>
            <a:r>
              <a:rPr sz="1800" b="1">
                <a:solidFill>
                  <a:srgbClr val="1C7F9E"/>
                </a:solidFill>
                <a:latin typeface="Arial"/>
              </a:rPr>
              <a:t>14   Uji pasut September</a:t>
            </a:r>
          </a:p>
        </p:txBody>
      </p:sp>
      <p:sp>
        <p:nvSpPr>
          <p:cNvPr id="16" name="Rectangle 15">
            <a:hlinkClick action="ppaction://hlinksldjump" r:id="rId7"/>
          </p:cNvPr>
          <p:cNvSpPr/>
          <p:nvPr/>
        </p:nvSpPr>
        <p:spPr>
          <a:xfrm>
            <a:off x="658368" y="4059935"/>
            <a:ext cx="5340096" cy="60350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a:hlinkClick action="ppaction://hlinksldjump" r:id="rId7"/>
          </p:cNvPr>
          <p:cNvSpPr txBox="1"/>
          <p:nvPr/>
        </p:nvSpPr>
        <p:spPr>
          <a:xfrm>
            <a:off x="749808" y="4142231"/>
            <a:ext cx="5157216" cy="475488"/>
          </a:xfrm>
          <a:prstGeom prst="rect">
            <a:avLst/>
          </a:prstGeom>
          <a:noFill/>
          <a:effectLst/>
        </p:spPr>
        <p:txBody>
          <a:bodyPr wrap="square" lIns="0" rIns="0" tIns="0" bIns="0">
            <a:spAutoFit/>
          </a:bodyPr>
          <a:lstStyle/>
          <a:p>
            <a:pPr>
              <a:lnSpc>
                <a:spcPct val="105000"/>
              </a:lnSpc>
              <a:spcBef>
                <a:spcPts val="0"/>
              </a:spcBef>
              <a:spcAft>
                <a:spcPts val="400"/>
              </a:spcAft>
            </a:pPr>
            <a:r>
              <a:rPr sz="1800" b="1">
                <a:solidFill>
                  <a:srgbClr val="1C7F9E"/>
                </a:solidFill>
                <a:latin typeface="Arial"/>
              </a:rPr>
              <a:t>15   Indeks, genangan, dan rute</a:t>
            </a:r>
          </a:p>
        </p:txBody>
      </p:sp>
      <p:sp>
        <p:nvSpPr>
          <p:cNvPr id="18" name="Rectangle 17">
            <a:hlinkClick action="ppaction://hlinksldjump" r:id="rId8"/>
          </p:cNvPr>
          <p:cNvSpPr/>
          <p:nvPr/>
        </p:nvSpPr>
        <p:spPr>
          <a:xfrm>
            <a:off x="6355080" y="4059935"/>
            <a:ext cx="5340096" cy="60350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a:hlinkClick action="ppaction://hlinksldjump" r:id="rId8"/>
          </p:cNvPr>
          <p:cNvSpPr txBox="1"/>
          <p:nvPr/>
        </p:nvSpPr>
        <p:spPr>
          <a:xfrm>
            <a:off x="6446520" y="4142231"/>
            <a:ext cx="5157216" cy="475488"/>
          </a:xfrm>
          <a:prstGeom prst="rect">
            <a:avLst/>
          </a:prstGeom>
          <a:noFill/>
          <a:effectLst/>
        </p:spPr>
        <p:txBody>
          <a:bodyPr wrap="square" lIns="0" rIns="0" tIns="0" bIns="0">
            <a:spAutoFit/>
          </a:bodyPr>
          <a:lstStyle/>
          <a:p>
            <a:pPr>
              <a:lnSpc>
                <a:spcPct val="105000"/>
              </a:lnSpc>
              <a:spcBef>
                <a:spcPts val="0"/>
              </a:spcBef>
              <a:spcAft>
                <a:spcPts val="400"/>
              </a:spcAft>
            </a:pPr>
            <a:r>
              <a:rPr sz="1800" b="1">
                <a:solidFill>
                  <a:srgbClr val="1C7F9E"/>
                </a:solidFill>
                <a:latin typeface="Arial"/>
              </a:rPr>
              <a:t>16   Uji beban dan hosting</a:t>
            </a:r>
          </a:p>
        </p:txBody>
      </p:sp>
      <p:sp>
        <p:nvSpPr>
          <p:cNvPr id="20" name="Rectangle 19">
            <a:hlinkClick action="ppaction://hlinksldjump" r:id="rId9"/>
          </p:cNvPr>
          <p:cNvSpPr/>
          <p:nvPr/>
        </p:nvSpPr>
        <p:spPr>
          <a:xfrm>
            <a:off x="658368" y="5001768"/>
            <a:ext cx="5340096" cy="60350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a:hlinkClick action="ppaction://hlinksldjump" r:id="rId9"/>
          </p:cNvPr>
          <p:cNvSpPr txBox="1"/>
          <p:nvPr/>
        </p:nvSpPr>
        <p:spPr>
          <a:xfrm>
            <a:off x="749808" y="5084064"/>
            <a:ext cx="5157216" cy="475488"/>
          </a:xfrm>
          <a:prstGeom prst="rect">
            <a:avLst/>
          </a:prstGeom>
          <a:noFill/>
          <a:effectLst/>
        </p:spPr>
        <p:txBody>
          <a:bodyPr wrap="square" lIns="0" rIns="0" tIns="0" bIns="0">
            <a:spAutoFit/>
          </a:bodyPr>
          <a:lstStyle/>
          <a:p>
            <a:pPr>
              <a:lnSpc>
                <a:spcPct val="105000"/>
              </a:lnSpc>
              <a:spcBef>
                <a:spcPts val="0"/>
              </a:spcBef>
              <a:spcAft>
                <a:spcPts val="400"/>
              </a:spcAft>
            </a:pPr>
            <a:r>
              <a:rPr sz="1800" b="1">
                <a:solidFill>
                  <a:srgbClr val="1C7F9E"/>
                </a:solidFill>
                <a:latin typeface="Arial"/>
              </a:rPr>
              <a:t>17   Struktur kode dan reproduksi</a:t>
            </a:r>
          </a:p>
        </p:txBody>
      </p:sp>
      <p:sp>
        <p:nvSpPr>
          <p:cNvPr id="22" name="Rectangle 21">
            <a:hlinkClick action="ppaction://hlinksldjump" r:id="rId10"/>
          </p:cNvPr>
          <p:cNvSpPr/>
          <p:nvPr/>
        </p:nvSpPr>
        <p:spPr>
          <a:xfrm>
            <a:off x="6355080" y="5001768"/>
            <a:ext cx="5340096" cy="60350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a:hlinkClick action="ppaction://hlinksldjump" r:id="rId10"/>
          </p:cNvPr>
          <p:cNvSpPr txBox="1"/>
          <p:nvPr/>
        </p:nvSpPr>
        <p:spPr>
          <a:xfrm>
            <a:off x="6446520" y="5084064"/>
            <a:ext cx="5157216" cy="475488"/>
          </a:xfrm>
          <a:prstGeom prst="rect">
            <a:avLst/>
          </a:prstGeom>
          <a:noFill/>
          <a:effectLst/>
        </p:spPr>
        <p:txBody>
          <a:bodyPr wrap="square" lIns="0" rIns="0" tIns="0" bIns="0">
            <a:spAutoFit/>
          </a:bodyPr>
          <a:lstStyle/>
          <a:p>
            <a:pPr>
              <a:lnSpc>
                <a:spcPct val="105000"/>
              </a:lnSpc>
              <a:spcBef>
                <a:spcPts val="0"/>
              </a:spcBef>
              <a:spcAft>
                <a:spcPts val="400"/>
              </a:spcAft>
            </a:pPr>
            <a:r>
              <a:rPr sz="1800" b="1">
                <a:solidFill>
                  <a:srgbClr val="1C7F9E"/>
                </a:solidFill>
                <a:latin typeface="Arial"/>
              </a:rPr>
              <a:t>18   Perhitungan BBM dan CO₂</a:t>
            </a:r>
          </a:p>
        </p:txBody>
      </p:sp>
      <p:sp>
        <p:nvSpPr>
          <p:cNvPr id="24" name="Rectangle 23">
            <a:hlinkClick action="ppaction://hlinksldjump" r:id="rId11"/>
          </p:cNvPr>
          <p:cNvSpPr/>
          <p:nvPr/>
        </p:nvSpPr>
        <p:spPr>
          <a:xfrm>
            <a:off x="676656" y="6044184"/>
            <a:ext cx="2286000" cy="384048"/>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a:hlinkClick action="ppaction://hlinksldjump" r:id="rId11"/>
          </p:cNvPr>
          <p:cNvSpPr txBox="1"/>
          <p:nvPr/>
        </p:nvSpPr>
        <p:spPr>
          <a:xfrm>
            <a:off x="768096" y="6126480"/>
            <a:ext cx="2103120"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1C7F9E"/>
                </a:solidFill>
                <a:latin typeface="Arial"/>
              </a:rPr>
              <a:t>Kembali ke penutup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F2F5F6"/>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CADANGAN DEMO</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0B1F2A"/>
                </a:solidFill>
                <a:latin typeface="Arial Narrow"/>
              </a:rPr>
              <a:t>26 September 2026, pukul 08.00 WIB.</a:t>
            </a:r>
          </a:p>
        </p:txBody>
      </p:sp>
      <p:sp>
        <p:nvSpPr>
          <p:cNvPr id="4" name="TextBox 3"/>
          <p:cNvSpPr txBox="1"/>
          <p:nvPr/>
        </p:nvSpPr>
        <p:spPr>
          <a:xfrm>
            <a:off x="539496" y="1499616"/>
            <a:ext cx="11018520" cy="457200"/>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46626F"/>
                </a:solidFill>
                <a:latin typeface="Arial"/>
              </a:rPr>
              <a:t>Motor · akses Tawang → akses Terboyo · potret lokal</a:t>
            </a:r>
          </a:p>
        </p:txBody>
      </p:sp>
      <p:sp>
        <p:nvSpPr>
          <p:cNvPr id="5" name="Rectangle 4"/>
          <p:cNvSpPr/>
          <p:nvPr/>
        </p:nvSpPr>
        <p:spPr>
          <a:xfrm>
            <a:off x="502920" y="6455664"/>
            <a:ext cx="11183112" cy="1463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46626F"/>
                </a:solidFill>
                <a:latin typeface="Arial"/>
              </a:rPr>
              <a:t>Screenshot aplikasi asli. Seluruh nilai pada halaman ini adalah keluaran model, bukan observasi jalan.</a:t>
            </a:r>
          </a:p>
        </p:txBody>
      </p:sp>
      <p:sp>
        <p:nvSpPr>
          <p:cNvPr id="7" name="TextBox 6"/>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46626F"/>
                </a:solidFill>
                <a:latin typeface="Arial"/>
              </a:rPr>
              <a:t>11</a:t>
            </a:r>
          </a:p>
        </p:txBody>
      </p:sp>
      <p:pic>
        <p:nvPicPr>
          <p:cNvPr id="8" name="Picture 7" descr="demo_08.png"/>
          <p:cNvPicPr>
            <a:picLocks noChangeAspect="1"/>
          </p:cNvPicPr>
          <p:nvPr/>
        </p:nvPicPr>
        <p:blipFill>
          <a:blip r:embed="rId2"/>
          <a:stretch>
            <a:fillRect/>
          </a:stretch>
        </p:blipFill>
        <p:spPr>
          <a:xfrm>
            <a:off x="539496" y="1975104"/>
            <a:ext cx="7360920" cy="4416552"/>
          </a:xfrm>
          <a:prstGeom prst="rect">
            <a:avLst/>
          </a:prstGeom>
          <a:effectLst/>
        </p:spPr>
      </p:pic>
      <p:sp>
        <p:nvSpPr>
          <p:cNvPr id="9" name="TextBox 8"/>
          <p:cNvSpPr txBox="1"/>
          <p:nvPr/>
        </p:nvSpPr>
        <p:spPr>
          <a:xfrm>
            <a:off x="8275320" y="2221992"/>
            <a:ext cx="3227832" cy="630936"/>
          </a:xfrm>
          <a:prstGeom prst="rect">
            <a:avLst/>
          </a:prstGeom>
          <a:noFill/>
          <a:effectLst/>
        </p:spPr>
        <p:txBody>
          <a:bodyPr wrap="square" lIns="0" rIns="0" tIns="0" bIns="0">
            <a:spAutoFit/>
          </a:bodyPr>
          <a:lstStyle/>
          <a:p>
            <a:pPr>
              <a:lnSpc>
                <a:spcPct val="105000"/>
              </a:lnSpc>
              <a:spcBef>
                <a:spcPts val="0"/>
              </a:spcBef>
              <a:spcAft>
                <a:spcPts val="400"/>
              </a:spcAft>
            </a:pPr>
            <a:r>
              <a:rPr sz="3600" b="1">
                <a:solidFill>
                  <a:srgbClr val="1C7F9E"/>
                </a:solidFill>
                <a:latin typeface="Arial Narrow"/>
              </a:rPr>
              <a:t>13,9 mnt</a:t>
            </a:r>
          </a:p>
        </p:txBody>
      </p:sp>
      <p:sp>
        <p:nvSpPr>
          <p:cNvPr id="10" name="TextBox 9"/>
          <p:cNvSpPr txBox="1"/>
          <p:nvPr/>
        </p:nvSpPr>
        <p:spPr>
          <a:xfrm>
            <a:off x="8275320" y="2971800"/>
            <a:ext cx="3227832" cy="804672"/>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Waktu tempuh model</a:t>
            </a:r>
          </a:p>
        </p:txBody>
      </p:sp>
      <p:sp>
        <p:nvSpPr>
          <p:cNvPr id="11" name="TextBox 10"/>
          <p:cNvSpPr txBox="1"/>
          <p:nvPr/>
        </p:nvSpPr>
        <p:spPr>
          <a:xfrm>
            <a:off x="8275320" y="3758184"/>
            <a:ext cx="3227832" cy="630936"/>
          </a:xfrm>
          <a:prstGeom prst="rect">
            <a:avLst/>
          </a:prstGeom>
          <a:noFill/>
          <a:effectLst/>
        </p:spPr>
        <p:txBody>
          <a:bodyPr wrap="square" lIns="0" rIns="0" tIns="0" bIns="0">
            <a:spAutoFit/>
          </a:bodyPr>
          <a:lstStyle/>
          <a:p>
            <a:pPr>
              <a:lnSpc>
                <a:spcPct val="105000"/>
              </a:lnSpc>
              <a:spcBef>
                <a:spcPts val="0"/>
              </a:spcBef>
              <a:spcAft>
                <a:spcPts val="400"/>
              </a:spcAft>
            </a:pPr>
            <a:r>
              <a:rPr sz="3600" b="1">
                <a:solidFill>
                  <a:srgbClr val="1C7F9E"/>
                </a:solidFill>
                <a:latin typeface="Arial Narrow"/>
              </a:rPr>
              <a:t>10,58 km</a:t>
            </a:r>
          </a:p>
        </p:txBody>
      </p:sp>
      <p:sp>
        <p:nvSpPr>
          <p:cNvPr id="12" name="TextBox 11"/>
          <p:cNvSpPr txBox="1"/>
          <p:nvPr/>
        </p:nvSpPr>
        <p:spPr>
          <a:xfrm>
            <a:off x="8275320" y="4507992"/>
            <a:ext cx="3227832" cy="804672"/>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14 ruas basah dalam model</a:t>
            </a:r>
          </a:p>
        </p:txBody>
      </p:sp>
      <p:sp>
        <p:nvSpPr>
          <p:cNvPr id="13" name="TextBox 12"/>
          <p:cNvSpPr txBox="1"/>
          <p:nvPr/>
        </p:nvSpPr>
        <p:spPr>
          <a:xfrm>
            <a:off x="8275320" y="5294376"/>
            <a:ext cx="3264408" cy="786384"/>
          </a:xfrm>
          <a:prstGeom prst="rect">
            <a:avLst/>
          </a:prstGeom>
          <a:noFill/>
          <a:effectLst/>
        </p:spPr>
        <p:txBody>
          <a:bodyPr wrap="square" lIns="0" rIns="0" tIns="0" bIns="0">
            <a:spAutoFit/>
          </a:bodyPr>
          <a:lstStyle/>
          <a:p>
            <a:pPr>
              <a:lnSpc>
                <a:spcPct val="105000"/>
              </a:lnSpc>
              <a:spcBef>
                <a:spcPts val="0"/>
              </a:spcBef>
              <a:spcAft>
                <a:spcPts val="400"/>
              </a:spcAft>
            </a:pPr>
            <a:r>
              <a:rPr sz="1800" b="1">
                <a:solidFill>
                  <a:srgbClr val="C8322B"/>
                </a:solidFill>
                <a:latin typeface="Arial"/>
              </a:rPr>
              <a:t>Masih menembus estimasi</a:t>
            </a:r>
          </a:p>
          <a:p>
            <a:pPr>
              <a:lnSpc>
                <a:spcPct val="105000"/>
              </a:lnSpc>
              <a:spcBef>
                <a:spcPts val="0"/>
              </a:spcBef>
              <a:spcAft>
                <a:spcPts val="400"/>
              </a:spcAft>
            </a:pPr>
            <a:r>
              <a:rPr sz="1800" b="1">
                <a:solidFill>
                  <a:srgbClr val="C8322B"/>
                </a:solidFill>
                <a:latin typeface="Arial"/>
              </a:rPr>
              <a:t>genangan sampai 24,8 cm.</a:t>
            </a:r>
          </a:p>
        </p:txBody>
      </p:sp>
      <p:sp>
        <p:nvSpPr>
          <p:cNvPr id="14" name="Rectangle 13">
            <a:hlinkClick action="ppaction://hlinksldjump" r:id="rId4"/>
          </p:cNvPr>
          <p:cNvSpPr/>
          <p:nvPr/>
        </p:nvSpPr>
        <p:spPr>
          <a:xfrm>
            <a:off x="8257031" y="6108192"/>
            <a:ext cx="2075688" cy="384048"/>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a:hlinkClick action="ppaction://hlinksldjump" r:id="rId4"/>
          </p:cNvPr>
          <p:cNvSpPr txBox="1"/>
          <p:nvPr/>
        </p:nvSpPr>
        <p:spPr>
          <a:xfrm>
            <a:off x="8348471" y="6190488"/>
            <a:ext cx="1892807"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1C7F9E"/>
                </a:solidFill>
                <a:latin typeface="Arial"/>
              </a:rPr>
              <a:t>Lanjut 13.00</a:t>
            </a:r>
          </a:p>
        </p:txBody>
      </p:sp>
      <p:sp>
        <p:nvSpPr>
          <p:cNvPr id="16" name="Rectangle 15">
            <a:hlinkClick action="ppaction://hlinksldjump" r:id="rId5"/>
          </p:cNvPr>
          <p:cNvSpPr/>
          <p:nvPr/>
        </p:nvSpPr>
        <p:spPr>
          <a:xfrm>
            <a:off x="10917936" y="274320"/>
            <a:ext cx="704088" cy="384048"/>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a:hlinkClick action="ppaction://hlinksldjump" r:id="rId5"/>
          </p:cNvPr>
          <p:cNvSpPr txBox="1"/>
          <p:nvPr/>
        </p:nvSpPr>
        <p:spPr>
          <a:xfrm>
            <a:off x="11009376" y="356616"/>
            <a:ext cx="521208"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1C7F9E"/>
                </a:solidFill>
                <a:latin typeface="Arial"/>
              </a:rPr>
              <a:t>Menu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F2F5F6"/>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CADANGAN DEMO</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0B1F2A"/>
                </a:solidFill>
                <a:latin typeface="Arial Narrow"/>
              </a:rPr>
              <a:t>26 September 2026, pukul 13.00 WIB.</a:t>
            </a:r>
          </a:p>
        </p:txBody>
      </p:sp>
      <p:sp>
        <p:nvSpPr>
          <p:cNvPr id="4" name="TextBox 3"/>
          <p:cNvSpPr txBox="1"/>
          <p:nvPr/>
        </p:nvSpPr>
        <p:spPr>
          <a:xfrm>
            <a:off x="539496" y="1499616"/>
            <a:ext cx="11018520" cy="457200"/>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46626F"/>
                </a:solidFill>
                <a:latin typeface="Arial"/>
              </a:rPr>
              <a:t>Motor · akses Tawang → akses Terboyo · potret lokal</a:t>
            </a:r>
          </a:p>
        </p:txBody>
      </p:sp>
      <p:sp>
        <p:nvSpPr>
          <p:cNvPr id="5" name="Rectangle 4"/>
          <p:cNvSpPr/>
          <p:nvPr/>
        </p:nvSpPr>
        <p:spPr>
          <a:xfrm>
            <a:off x="502920" y="6455664"/>
            <a:ext cx="11183112" cy="1463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46626F"/>
                </a:solidFill>
                <a:latin typeface="Arial"/>
              </a:rPr>
              <a:t>Screenshot aplikasi asli. Seluruh nilai pada halaman ini adalah keluaran model, bukan observasi jalan.</a:t>
            </a:r>
          </a:p>
        </p:txBody>
      </p:sp>
      <p:sp>
        <p:nvSpPr>
          <p:cNvPr id="7" name="TextBox 6"/>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46626F"/>
                </a:solidFill>
                <a:latin typeface="Arial"/>
              </a:rPr>
              <a:t>12</a:t>
            </a:r>
          </a:p>
        </p:txBody>
      </p:sp>
      <p:pic>
        <p:nvPicPr>
          <p:cNvPr id="8" name="Picture 7" descr="demo_13.png"/>
          <p:cNvPicPr>
            <a:picLocks noChangeAspect="1"/>
          </p:cNvPicPr>
          <p:nvPr/>
        </p:nvPicPr>
        <p:blipFill>
          <a:blip r:embed="rId2"/>
          <a:stretch>
            <a:fillRect/>
          </a:stretch>
        </p:blipFill>
        <p:spPr>
          <a:xfrm>
            <a:off x="539496" y="1975104"/>
            <a:ext cx="7360920" cy="4416552"/>
          </a:xfrm>
          <a:prstGeom prst="rect">
            <a:avLst/>
          </a:prstGeom>
          <a:effectLst/>
        </p:spPr>
      </p:pic>
      <p:sp>
        <p:nvSpPr>
          <p:cNvPr id="9" name="TextBox 8"/>
          <p:cNvSpPr txBox="1"/>
          <p:nvPr/>
        </p:nvSpPr>
        <p:spPr>
          <a:xfrm>
            <a:off x="8275320" y="2221992"/>
            <a:ext cx="3227832" cy="630936"/>
          </a:xfrm>
          <a:prstGeom prst="rect">
            <a:avLst/>
          </a:prstGeom>
          <a:noFill/>
          <a:effectLst/>
        </p:spPr>
        <p:txBody>
          <a:bodyPr wrap="square" lIns="0" rIns="0" tIns="0" bIns="0">
            <a:spAutoFit/>
          </a:bodyPr>
          <a:lstStyle/>
          <a:p>
            <a:pPr>
              <a:lnSpc>
                <a:spcPct val="105000"/>
              </a:lnSpc>
              <a:spcBef>
                <a:spcPts val="0"/>
              </a:spcBef>
              <a:spcAft>
                <a:spcPts val="400"/>
              </a:spcAft>
            </a:pPr>
            <a:r>
              <a:rPr sz="3600" b="1">
                <a:solidFill>
                  <a:srgbClr val="1C7F9E"/>
                </a:solidFill>
                <a:latin typeface="Arial Narrow"/>
              </a:rPr>
              <a:t>7,0 mnt</a:t>
            </a:r>
          </a:p>
        </p:txBody>
      </p:sp>
      <p:sp>
        <p:nvSpPr>
          <p:cNvPr id="10" name="TextBox 9"/>
          <p:cNvSpPr txBox="1"/>
          <p:nvPr/>
        </p:nvSpPr>
        <p:spPr>
          <a:xfrm>
            <a:off x="8275320" y="2971800"/>
            <a:ext cx="3227832" cy="804672"/>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Waktu tempuh model</a:t>
            </a:r>
          </a:p>
        </p:txBody>
      </p:sp>
      <p:sp>
        <p:nvSpPr>
          <p:cNvPr id="11" name="TextBox 10"/>
          <p:cNvSpPr txBox="1"/>
          <p:nvPr/>
        </p:nvSpPr>
        <p:spPr>
          <a:xfrm>
            <a:off x="8275320" y="3758184"/>
            <a:ext cx="3227832" cy="630936"/>
          </a:xfrm>
          <a:prstGeom prst="rect">
            <a:avLst/>
          </a:prstGeom>
          <a:noFill/>
          <a:effectLst/>
        </p:spPr>
        <p:txBody>
          <a:bodyPr wrap="square" lIns="0" rIns="0" tIns="0" bIns="0">
            <a:spAutoFit/>
          </a:bodyPr>
          <a:lstStyle/>
          <a:p>
            <a:pPr>
              <a:lnSpc>
                <a:spcPct val="105000"/>
              </a:lnSpc>
              <a:spcBef>
                <a:spcPts val="0"/>
              </a:spcBef>
              <a:spcAft>
                <a:spcPts val="400"/>
              </a:spcAft>
            </a:pPr>
            <a:r>
              <a:rPr sz="3600" b="1">
                <a:solidFill>
                  <a:srgbClr val="1C7F9E"/>
                </a:solidFill>
                <a:latin typeface="Arial Narrow"/>
              </a:rPr>
              <a:t>6,32 km</a:t>
            </a:r>
          </a:p>
        </p:txBody>
      </p:sp>
      <p:sp>
        <p:nvSpPr>
          <p:cNvPr id="12" name="TextBox 11"/>
          <p:cNvSpPr txBox="1"/>
          <p:nvPr/>
        </p:nvSpPr>
        <p:spPr>
          <a:xfrm>
            <a:off x="8275320" y="4507992"/>
            <a:ext cx="3227832" cy="804672"/>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0 ruas basah dalam model</a:t>
            </a:r>
          </a:p>
        </p:txBody>
      </p:sp>
      <p:sp>
        <p:nvSpPr>
          <p:cNvPr id="13" name="TextBox 12"/>
          <p:cNvSpPr txBox="1"/>
          <p:nvPr/>
        </p:nvSpPr>
        <p:spPr>
          <a:xfrm>
            <a:off x="8275320" y="5294376"/>
            <a:ext cx="3264408" cy="786384"/>
          </a:xfrm>
          <a:prstGeom prst="rect">
            <a:avLst/>
          </a:prstGeom>
          <a:noFill/>
          <a:effectLst/>
        </p:spPr>
        <p:txBody>
          <a:bodyPr wrap="square" lIns="0" rIns="0" tIns="0" bIns="0">
            <a:spAutoFit/>
          </a:bodyPr>
          <a:lstStyle/>
          <a:p>
            <a:pPr>
              <a:lnSpc>
                <a:spcPct val="105000"/>
              </a:lnSpc>
              <a:spcBef>
                <a:spcPts val="0"/>
              </a:spcBef>
              <a:spcAft>
                <a:spcPts val="400"/>
              </a:spcAft>
            </a:pPr>
            <a:r>
              <a:rPr sz="1800" b="1">
                <a:solidFill>
                  <a:srgbClr val="46626F"/>
                </a:solidFill>
                <a:latin typeface="Arial"/>
              </a:rPr>
              <a:t>Nol pada model tidak</a:t>
            </a:r>
          </a:p>
          <a:p>
            <a:pPr>
              <a:lnSpc>
                <a:spcPct val="105000"/>
              </a:lnSpc>
              <a:spcBef>
                <a:spcPts val="0"/>
              </a:spcBef>
              <a:spcAft>
                <a:spcPts val="400"/>
              </a:spcAft>
            </a:pPr>
            <a:r>
              <a:rPr sz="1800" b="1">
                <a:solidFill>
                  <a:srgbClr val="46626F"/>
                </a:solidFill>
                <a:latin typeface="Arial"/>
              </a:rPr>
              <a:t>membuktikan jalan kering.</a:t>
            </a:r>
          </a:p>
        </p:txBody>
      </p:sp>
      <p:sp>
        <p:nvSpPr>
          <p:cNvPr id="14" name="Rectangle 13">
            <a:hlinkClick action="ppaction://hlinksldjump" r:id="rId4"/>
          </p:cNvPr>
          <p:cNvSpPr/>
          <p:nvPr/>
        </p:nvSpPr>
        <p:spPr>
          <a:xfrm>
            <a:off x="8257031" y="6108192"/>
            <a:ext cx="2075688" cy="384048"/>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a:hlinkClick action="ppaction://hlinksldjump" r:id="rId4"/>
          </p:cNvPr>
          <p:cNvSpPr txBox="1"/>
          <p:nvPr/>
        </p:nvSpPr>
        <p:spPr>
          <a:xfrm>
            <a:off x="8348471" y="6190488"/>
            <a:ext cx="1892807"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1C7F9E"/>
                </a:solidFill>
                <a:latin typeface="Arial"/>
              </a:rPr>
              <a:t>Kembali ke metode</a:t>
            </a:r>
          </a:p>
        </p:txBody>
      </p:sp>
      <p:sp>
        <p:nvSpPr>
          <p:cNvPr id="16" name="Rectangle 15">
            <a:hlinkClick action="ppaction://hlinksldjump" r:id="rId5"/>
          </p:cNvPr>
          <p:cNvSpPr/>
          <p:nvPr/>
        </p:nvSpPr>
        <p:spPr>
          <a:xfrm>
            <a:off x="10917936" y="274320"/>
            <a:ext cx="704088" cy="384048"/>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a:hlinkClick action="ppaction://hlinksldjump" r:id="rId5"/>
          </p:cNvPr>
          <p:cNvSpPr txBox="1"/>
          <p:nvPr/>
        </p:nvSpPr>
        <p:spPr>
          <a:xfrm>
            <a:off x="11009376" y="356616"/>
            <a:ext cx="521208"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1C7F9E"/>
                </a:solidFill>
                <a:latin typeface="Arial"/>
              </a:rPr>
              <a:t>Menu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F2F5F6"/>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DATA DAN MASA BERLAKU</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0B1F2A"/>
                </a:solidFill>
                <a:latin typeface="Arial Narrow"/>
              </a:rPr>
              <a:t>Tanggal keluaran 2026 bukan tahun semua pengukuran.</a:t>
            </a:r>
          </a:p>
        </p:txBody>
      </p:sp>
      <p:sp>
        <p:nvSpPr>
          <p:cNvPr id="4" name="TextBox 3"/>
          <p:cNvSpPr txBox="1"/>
          <p:nvPr/>
        </p:nvSpPr>
        <p:spPr>
          <a:xfrm>
            <a:off x="539496" y="1499616"/>
            <a:ext cx="11018520" cy="457200"/>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46626F"/>
                </a:solidFill>
                <a:latin typeface="Arial"/>
              </a:rPr>
              <a:t>Database aktif memakai kerentanan_v1. Tidak ada sensor genangan langsung per ruas.</a:t>
            </a:r>
          </a:p>
        </p:txBody>
      </p:sp>
      <p:sp>
        <p:nvSpPr>
          <p:cNvPr id="5" name="Rectangle 4"/>
          <p:cNvSpPr/>
          <p:nvPr/>
        </p:nvSpPr>
        <p:spPr>
          <a:xfrm>
            <a:off x="502920" y="6455664"/>
            <a:ext cx="11183112" cy="1463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a:hlinkClick r:id="rId2"/>
          </p:cNvPr>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46626F"/>
                </a:solidFill>
                <a:latin typeface="Arial"/>
              </a:rPr>
              <a:t>Audit asal data 25 September 2026; metadata berkas dan respons API produksi.</a:t>
            </a:r>
          </a:p>
        </p:txBody>
      </p:sp>
      <p:sp>
        <p:nvSpPr>
          <p:cNvPr id="7" name="TextBox 6"/>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46626F"/>
                </a:solidFill>
                <a:latin typeface="Arial"/>
              </a:rPr>
              <a:t>13</a:t>
            </a:r>
          </a:p>
        </p:txBody>
      </p:sp>
      <p:sp>
        <p:nvSpPr>
          <p:cNvPr id="8" name="Rectangle 7"/>
          <p:cNvSpPr/>
          <p:nvPr/>
        </p:nvSpPr>
        <p:spPr>
          <a:xfrm>
            <a:off x="612648" y="2048256"/>
            <a:ext cx="10972800" cy="484632"/>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31520" y="2157984"/>
            <a:ext cx="2532887" cy="329184"/>
          </a:xfrm>
          <a:prstGeom prst="rect">
            <a:avLst/>
          </a:prstGeom>
          <a:noFill/>
          <a:effectLst/>
        </p:spPr>
        <p:txBody>
          <a:bodyPr wrap="square" lIns="0" rIns="0" tIns="0" bIns="0">
            <a:spAutoFit/>
          </a:bodyPr>
          <a:lstStyle/>
          <a:p>
            <a:pPr>
              <a:lnSpc>
                <a:spcPct val="105000"/>
              </a:lnSpc>
              <a:spcBef>
                <a:spcPts val="0"/>
              </a:spcBef>
              <a:spcAft>
                <a:spcPts val="400"/>
              </a:spcAft>
            </a:pPr>
            <a:r>
              <a:rPr sz="1300" b="1">
                <a:solidFill>
                  <a:srgbClr val="E8F1F4"/>
                </a:solidFill>
                <a:latin typeface="Arial"/>
              </a:rPr>
              <a:t>Masukan</a:t>
            </a:r>
          </a:p>
        </p:txBody>
      </p:sp>
      <p:sp>
        <p:nvSpPr>
          <p:cNvPr id="10" name="TextBox 9"/>
          <p:cNvSpPr txBox="1"/>
          <p:nvPr/>
        </p:nvSpPr>
        <p:spPr>
          <a:xfrm>
            <a:off x="3502151" y="2157984"/>
            <a:ext cx="2642615" cy="329184"/>
          </a:xfrm>
          <a:prstGeom prst="rect">
            <a:avLst/>
          </a:prstGeom>
          <a:noFill/>
          <a:effectLst/>
        </p:spPr>
        <p:txBody>
          <a:bodyPr wrap="square" lIns="0" rIns="0" tIns="0" bIns="0">
            <a:spAutoFit/>
          </a:bodyPr>
          <a:lstStyle/>
          <a:p>
            <a:pPr>
              <a:lnSpc>
                <a:spcPct val="105000"/>
              </a:lnSpc>
              <a:spcBef>
                <a:spcPts val="0"/>
              </a:spcBef>
              <a:spcAft>
                <a:spcPts val="400"/>
              </a:spcAft>
            </a:pPr>
            <a:r>
              <a:rPr sz="1300" b="1">
                <a:solidFill>
                  <a:srgbClr val="E8F1F4"/>
                </a:solidFill>
                <a:latin typeface="Arial"/>
              </a:rPr>
              <a:t>Asal</a:t>
            </a:r>
          </a:p>
        </p:txBody>
      </p:sp>
      <p:sp>
        <p:nvSpPr>
          <p:cNvPr id="11" name="TextBox 10"/>
          <p:cNvSpPr txBox="1"/>
          <p:nvPr/>
        </p:nvSpPr>
        <p:spPr>
          <a:xfrm>
            <a:off x="6382512" y="2157984"/>
            <a:ext cx="5084064" cy="329184"/>
          </a:xfrm>
          <a:prstGeom prst="rect">
            <a:avLst/>
          </a:prstGeom>
          <a:noFill/>
          <a:effectLst/>
        </p:spPr>
        <p:txBody>
          <a:bodyPr wrap="square" lIns="0" rIns="0" tIns="0" bIns="0">
            <a:spAutoFit/>
          </a:bodyPr>
          <a:lstStyle/>
          <a:p>
            <a:pPr>
              <a:lnSpc>
                <a:spcPct val="105000"/>
              </a:lnSpc>
              <a:spcBef>
                <a:spcPts val="0"/>
              </a:spcBef>
              <a:spcAft>
                <a:spcPts val="400"/>
              </a:spcAft>
            </a:pPr>
            <a:r>
              <a:rPr sz="1300" b="1">
                <a:solidFill>
                  <a:srgbClr val="E8F1F4"/>
                </a:solidFill>
                <a:latin typeface="Arial"/>
              </a:rPr>
              <a:t>Periode / status</a:t>
            </a:r>
          </a:p>
        </p:txBody>
      </p:sp>
      <p:sp>
        <p:nvSpPr>
          <p:cNvPr id="12" name="Rectangle 11"/>
          <p:cNvSpPr/>
          <p:nvPr/>
        </p:nvSpPr>
        <p:spPr>
          <a:xfrm>
            <a:off x="612648" y="2532888"/>
            <a:ext cx="10972800" cy="576072"/>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679192"/>
            <a:ext cx="2532887" cy="393192"/>
          </a:xfrm>
          <a:prstGeom prst="rect">
            <a:avLst/>
          </a:prstGeom>
          <a:noFill/>
          <a:effectLst/>
        </p:spPr>
        <p:txBody>
          <a:bodyPr wrap="square" lIns="0" rIns="0" tIns="0" bIns="0">
            <a:spAutoFit/>
          </a:bodyPr>
          <a:lstStyle/>
          <a:p>
            <a:pPr>
              <a:lnSpc>
                <a:spcPct val="105000"/>
              </a:lnSpc>
              <a:spcBef>
                <a:spcPts val="0"/>
              </a:spcBef>
              <a:spcAft>
                <a:spcPts val="400"/>
              </a:spcAft>
            </a:pPr>
            <a:r>
              <a:rPr sz="1800" b="1">
                <a:solidFill>
                  <a:srgbClr val="0B1F2A"/>
                </a:solidFill>
                <a:latin typeface="Arial"/>
              </a:rPr>
              <a:t>Jalan dan tempat</a:t>
            </a:r>
          </a:p>
        </p:txBody>
      </p:sp>
      <p:sp>
        <p:nvSpPr>
          <p:cNvPr id="14" name="TextBox 13"/>
          <p:cNvSpPr txBox="1"/>
          <p:nvPr/>
        </p:nvSpPr>
        <p:spPr>
          <a:xfrm>
            <a:off x="3502151" y="2679192"/>
            <a:ext cx="2642615" cy="393192"/>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0B1F2A"/>
                </a:solidFill>
                <a:latin typeface="Arial"/>
              </a:rPr>
              <a:t>OpenStreetMap</a:t>
            </a:r>
          </a:p>
        </p:txBody>
      </p:sp>
      <p:sp>
        <p:nvSpPr>
          <p:cNvPr id="15" name="TextBox 14"/>
          <p:cNvSpPr txBox="1"/>
          <p:nvPr/>
        </p:nvSpPr>
        <p:spPr>
          <a:xfrm>
            <a:off x="6382512" y="2679192"/>
            <a:ext cx="5084064" cy="393192"/>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0B1F2A"/>
                </a:solidFill>
                <a:latin typeface="Arial"/>
              </a:rPr>
              <a:t>Graf 24 Agustus 2026</a:t>
            </a:r>
          </a:p>
        </p:txBody>
      </p:sp>
      <p:sp>
        <p:nvSpPr>
          <p:cNvPr id="16" name="TextBox 15"/>
          <p:cNvSpPr txBox="1"/>
          <p:nvPr/>
        </p:nvSpPr>
        <p:spPr>
          <a:xfrm>
            <a:off x="731520" y="3255264"/>
            <a:ext cx="2532887" cy="393192"/>
          </a:xfrm>
          <a:prstGeom prst="rect">
            <a:avLst/>
          </a:prstGeom>
          <a:noFill/>
          <a:effectLst/>
        </p:spPr>
        <p:txBody>
          <a:bodyPr wrap="square" lIns="0" rIns="0" tIns="0" bIns="0">
            <a:spAutoFit/>
          </a:bodyPr>
          <a:lstStyle/>
          <a:p>
            <a:pPr>
              <a:lnSpc>
                <a:spcPct val="105000"/>
              </a:lnSpc>
              <a:spcBef>
                <a:spcPts val="0"/>
              </a:spcBef>
              <a:spcAft>
                <a:spcPts val="400"/>
              </a:spcAft>
            </a:pPr>
            <a:r>
              <a:rPr sz="1800" b="1">
                <a:solidFill>
                  <a:srgbClr val="0B1F2A"/>
                </a:solidFill>
                <a:latin typeface="Arial"/>
              </a:rPr>
              <a:t>Konstanta pasut</a:t>
            </a:r>
          </a:p>
        </p:txBody>
      </p:sp>
      <p:sp>
        <p:nvSpPr>
          <p:cNvPr id="17" name="TextBox 16"/>
          <p:cNvSpPr txBox="1"/>
          <p:nvPr/>
        </p:nvSpPr>
        <p:spPr>
          <a:xfrm>
            <a:off x="3502151" y="3255264"/>
            <a:ext cx="2642615" cy="393192"/>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0B1F2A"/>
                </a:solidFill>
                <a:latin typeface="Arial"/>
              </a:rPr>
              <a:t>Rachman dkk.</a:t>
            </a:r>
          </a:p>
        </p:txBody>
      </p:sp>
      <p:sp>
        <p:nvSpPr>
          <p:cNvPr id="18" name="TextBox 17"/>
          <p:cNvSpPr txBox="1"/>
          <p:nvPr/>
        </p:nvSpPr>
        <p:spPr>
          <a:xfrm>
            <a:off x="6382512" y="3255264"/>
            <a:ext cx="5084064" cy="393192"/>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0B1F2A"/>
                </a:solidFill>
                <a:latin typeface="Arial"/>
              </a:rPr>
              <a:t>Pengamatan 13-27 Maret 2014</a:t>
            </a:r>
          </a:p>
        </p:txBody>
      </p:sp>
      <p:sp>
        <p:nvSpPr>
          <p:cNvPr id="19" name="Rectangle 18"/>
          <p:cNvSpPr/>
          <p:nvPr/>
        </p:nvSpPr>
        <p:spPr>
          <a:xfrm>
            <a:off x="612648" y="3685032"/>
            <a:ext cx="10972800" cy="576072"/>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31520" y="3831336"/>
            <a:ext cx="2532887" cy="393192"/>
          </a:xfrm>
          <a:prstGeom prst="rect">
            <a:avLst/>
          </a:prstGeom>
          <a:noFill/>
          <a:effectLst/>
        </p:spPr>
        <p:txBody>
          <a:bodyPr wrap="square" lIns="0" rIns="0" tIns="0" bIns="0">
            <a:spAutoFit/>
          </a:bodyPr>
          <a:lstStyle/>
          <a:p>
            <a:pPr>
              <a:lnSpc>
                <a:spcPct val="105000"/>
              </a:lnSpc>
              <a:spcBef>
                <a:spcPts val="0"/>
              </a:spcBef>
              <a:spcAft>
                <a:spcPts val="400"/>
              </a:spcAft>
            </a:pPr>
            <a:r>
              <a:rPr sz="1800" b="1">
                <a:solidFill>
                  <a:srgbClr val="0B1F2A"/>
                </a:solidFill>
                <a:latin typeface="Arial"/>
              </a:rPr>
              <a:t>Elevasi</a:t>
            </a:r>
          </a:p>
        </p:txBody>
      </p:sp>
      <p:sp>
        <p:nvSpPr>
          <p:cNvPr id="21" name="TextBox 20"/>
          <p:cNvSpPr txBox="1"/>
          <p:nvPr/>
        </p:nvSpPr>
        <p:spPr>
          <a:xfrm>
            <a:off x="3502151" y="3831336"/>
            <a:ext cx="2642615" cy="393192"/>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0B1F2A"/>
                </a:solidFill>
                <a:latin typeface="Arial"/>
              </a:rPr>
              <a:t>DEMNAS BIG</a:t>
            </a:r>
          </a:p>
        </p:txBody>
      </p:sp>
      <p:sp>
        <p:nvSpPr>
          <p:cNvPr id="22" name="TextBox 21"/>
          <p:cNvSpPr txBox="1"/>
          <p:nvPr/>
        </p:nvSpPr>
        <p:spPr>
          <a:xfrm>
            <a:off x="6382512" y="3831336"/>
            <a:ext cx="5084064" cy="393192"/>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0B1F2A"/>
                </a:solidFill>
                <a:latin typeface="Arial"/>
              </a:rPr>
              <a:t>Tahun akuisisi tile belum terverifikasi</a:t>
            </a:r>
          </a:p>
        </p:txBody>
      </p:sp>
      <p:sp>
        <p:nvSpPr>
          <p:cNvPr id="23" name="TextBox 22"/>
          <p:cNvSpPr txBox="1"/>
          <p:nvPr/>
        </p:nvSpPr>
        <p:spPr>
          <a:xfrm>
            <a:off x="731520" y="4407408"/>
            <a:ext cx="2532887" cy="393192"/>
          </a:xfrm>
          <a:prstGeom prst="rect">
            <a:avLst/>
          </a:prstGeom>
          <a:noFill/>
          <a:effectLst/>
        </p:spPr>
        <p:txBody>
          <a:bodyPr wrap="square" lIns="0" rIns="0" tIns="0" bIns="0">
            <a:spAutoFit/>
          </a:bodyPr>
          <a:lstStyle/>
          <a:p>
            <a:pPr>
              <a:lnSpc>
                <a:spcPct val="105000"/>
              </a:lnSpc>
              <a:spcBef>
                <a:spcPts val="0"/>
              </a:spcBef>
              <a:spcAft>
                <a:spcPts val="400"/>
              </a:spcAft>
            </a:pPr>
            <a:r>
              <a:rPr sz="1800" b="1">
                <a:solidFill>
                  <a:srgbClr val="0B1F2A"/>
                </a:solidFill>
                <a:latin typeface="Arial"/>
              </a:rPr>
              <a:t>Subsidensi</a:t>
            </a:r>
          </a:p>
        </p:txBody>
      </p:sp>
      <p:sp>
        <p:nvSpPr>
          <p:cNvPr id="24" name="TextBox 23"/>
          <p:cNvSpPr txBox="1"/>
          <p:nvPr/>
        </p:nvSpPr>
        <p:spPr>
          <a:xfrm>
            <a:off x="3502151" y="4407408"/>
            <a:ext cx="2642615" cy="393192"/>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0B1F2A"/>
                </a:solidFill>
                <a:latin typeface="Arial"/>
              </a:rPr>
              <a:t>Rahmawati dkk.</a:t>
            </a:r>
          </a:p>
        </p:txBody>
      </p:sp>
      <p:sp>
        <p:nvSpPr>
          <p:cNvPr id="25" name="TextBox 24"/>
          <p:cNvSpPr txBox="1"/>
          <p:nvPr/>
        </p:nvSpPr>
        <p:spPr>
          <a:xfrm>
            <a:off x="6382512" y="4407408"/>
            <a:ext cx="5084064" cy="393192"/>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0B1F2A"/>
                </a:solidFill>
                <a:latin typeface="Arial"/>
              </a:rPr>
              <a:t>Citra 2015 sampai 2018</a:t>
            </a:r>
          </a:p>
        </p:txBody>
      </p:sp>
      <p:sp>
        <p:nvSpPr>
          <p:cNvPr id="26" name="TextBox 25"/>
          <p:cNvSpPr txBox="1"/>
          <p:nvPr/>
        </p:nvSpPr>
        <p:spPr>
          <a:xfrm>
            <a:off x="685800" y="5093208"/>
            <a:ext cx="10789920" cy="420624"/>
          </a:xfrm>
          <a:prstGeom prst="rect">
            <a:avLst/>
          </a:prstGeom>
          <a:noFill/>
          <a:effectLst/>
        </p:spPr>
        <p:txBody>
          <a:bodyPr wrap="square" lIns="0" rIns="0" tIns="0" bIns="0">
            <a:spAutoFit/>
          </a:bodyPr>
          <a:lstStyle/>
          <a:p>
            <a:pPr>
              <a:lnSpc>
                <a:spcPct val="105000"/>
              </a:lnSpc>
              <a:spcBef>
                <a:spcPts val="0"/>
              </a:spcBef>
              <a:spcAft>
                <a:spcPts val="400"/>
              </a:spcAft>
            </a:pPr>
            <a:r>
              <a:rPr sz="2500" b="1">
                <a:solidFill>
                  <a:srgbClr val="0B1F2A"/>
                </a:solidFill>
                <a:latin typeface="Arial Narrow"/>
              </a:rPr>
              <a:t>Data produksi berakhir 5 Oktober 2026, 07.00 WIB.</a:t>
            </a:r>
          </a:p>
        </p:txBody>
      </p:sp>
      <p:sp>
        <p:nvSpPr>
          <p:cNvPr id="27" name="TextBox 26"/>
          <p:cNvSpPr txBox="1"/>
          <p:nvPr/>
        </p:nvSpPr>
        <p:spPr>
          <a:xfrm>
            <a:off x="685800" y="5641848"/>
            <a:ext cx="10789920" cy="585216"/>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46626F"/>
                </a:solidFill>
                <a:latin typeface="Arial"/>
              </a:rPr>
              <a:t>Potret lokal sampai 29 September, 00.00 WIB. Pipeline pembaruan permanen belum ada.</a:t>
            </a:r>
          </a:p>
          <a:p>
            <a:pPr>
              <a:lnSpc>
                <a:spcPct val="105000"/>
              </a:lnSpc>
              <a:spcBef>
                <a:spcPts val="0"/>
              </a:spcBef>
              <a:spcAft>
                <a:spcPts val="400"/>
              </a:spcAft>
            </a:pPr>
            <a:r>
              <a:rPr sz="1700" b="0">
                <a:solidFill>
                  <a:srgbClr val="46626F"/>
                </a:solidFill>
                <a:latin typeface="Arial"/>
              </a:rPr>
              <a:t>Operasi jangka panjang memerlukan pembaruan, validasi, pemantauan, dan penanggung jawab data.</a:t>
            </a:r>
          </a:p>
        </p:txBody>
      </p:sp>
      <p:sp>
        <p:nvSpPr>
          <p:cNvPr id="28" name="Rectangle 27">
            <a:hlinkClick action="ppaction://hlinksldjump" r:id="rId4"/>
          </p:cNvPr>
          <p:cNvSpPr/>
          <p:nvPr/>
        </p:nvSpPr>
        <p:spPr>
          <a:xfrm>
            <a:off x="10917936" y="274320"/>
            <a:ext cx="704088" cy="384048"/>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a:hlinkClick action="ppaction://hlinksldjump" r:id="rId4"/>
          </p:cNvPr>
          <p:cNvSpPr txBox="1"/>
          <p:nvPr/>
        </p:nvSpPr>
        <p:spPr>
          <a:xfrm>
            <a:off x="11009376" y="356616"/>
            <a:ext cx="521208"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1C7F9E"/>
                </a:solidFill>
                <a:latin typeface="Arial"/>
              </a:rPr>
              <a:t>Menu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F2F5F6"/>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VALIDASI PASUT</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0B1F2A"/>
                </a:solidFill>
                <a:latin typeface="Arial Narrow"/>
              </a:rPr>
              <a:t>Uji September memakai model yang dibekukan.</a:t>
            </a:r>
          </a:p>
        </p:txBody>
      </p:sp>
      <p:sp>
        <p:nvSpPr>
          <p:cNvPr id="4" name="TextBox 3"/>
          <p:cNvSpPr txBox="1"/>
          <p:nvPr/>
        </p:nvSpPr>
        <p:spPr>
          <a:xfrm>
            <a:off x="539496" y="1499616"/>
            <a:ext cx="11018520" cy="457200"/>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46626F"/>
                </a:solidFill>
                <a:latin typeface="Arial"/>
              </a:rPr>
              <a:t>Tidak memilih ulang offset atau amplitudo berdasarkan hasil minggu ini.</a:t>
            </a:r>
          </a:p>
        </p:txBody>
      </p:sp>
      <p:sp>
        <p:nvSpPr>
          <p:cNvPr id="5" name="Rectangle 4"/>
          <p:cNvSpPr/>
          <p:nvPr/>
        </p:nvSpPr>
        <p:spPr>
          <a:xfrm>
            <a:off x="502920" y="6455664"/>
            <a:ext cx="11183112" cy="1463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a:hlinkClick r:id="rId2"/>
          </p:cNvPr>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46626F"/>
                </a:solidFill>
                <a:latin typeface="Arial"/>
              </a:rPr>
              <a:t>IOC/VLIZ sema, sensor prs; 18-25 September 2026. CSV dan skrip pengujian tersedia pada laporan audit.</a:t>
            </a:r>
          </a:p>
        </p:txBody>
      </p:sp>
      <p:sp>
        <p:nvSpPr>
          <p:cNvPr id="7" name="TextBox 6"/>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46626F"/>
                </a:solidFill>
                <a:latin typeface="Arial"/>
              </a:rPr>
              <a:t>14</a:t>
            </a:r>
          </a:p>
        </p:txBody>
      </p:sp>
      <p:pic>
        <p:nvPicPr>
          <p:cNvPr id="8" name="Picture 7" descr="perbandingan_pasut_september.png"/>
          <p:cNvPicPr>
            <a:picLocks noChangeAspect="1"/>
          </p:cNvPicPr>
          <p:nvPr/>
        </p:nvPicPr>
        <p:blipFill>
          <a:blip r:embed="rId3"/>
          <a:stretch>
            <a:fillRect/>
          </a:stretch>
        </p:blipFill>
        <p:spPr>
          <a:xfrm>
            <a:off x="877824" y="2011680"/>
            <a:ext cx="10424160" cy="4368949"/>
          </a:xfrm>
          <a:prstGeom prst="rect">
            <a:avLst/>
          </a:prstGeom>
          <a:effectLst/>
        </p:spPr>
      </p:pic>
      <p:sp>
        <p:nvSpPr>
          <p:cNvPr id="9" name="Rectangle 8">
            <a:hlinkClick action="ppaction://hlinksldjump" r:id="rId5"/>
          </p:cNvPr>
          <p:cNvSpPr/>
          <p:nvPr/>
        </p:nvSpPr>
        <p:spPr>
          <a:xfrm>
            <a:off x="10917936" y="274320"/>
            <a:ext cx="704088" cy="384048"/>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a:hlinkClick action="ppaction://hlinksldjump" r:id="rId5"/>
          </p:cNvPr>
          <p:cNvSpPr txBox="1"/>
          <p:nvPr/>
        </p:nvSpPr>
        <p:spPr>
          <a:xfrm>
            <a:off x="11009376" y="356616"/>
            <a:ext cx="521208"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1C7F9E"/>
                </a:solidFill>
                <a:latin typeface="Arial"/>
              </a:rPr>
              <a:t>Menu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F2F5F6"/>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METODE DAN BATAS</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0B1F2A"/>
                </a:solidFill>
                <a:latin typeface="Arial Narrow"/>
              </a:rPr>
              <a:t>Indeks, kedalaman, dan rute punya asumsi yang berbeda.</a:t>
            </a:r>
          </a:p>
        </p:txBody>
      </p:sp>
      <p:sp>
        <p:nvSpPr>
          <p:cNvPr id="4" name="TextBox 3"/>
          <p:cNvSpPr txBox="1"/>
          <p:nvPr/>
        </p:nvSpPr>
        <p:spPr>
          <a:xfrm>
            <a:off x="539496" y="1499616"/>
            <a:ext cx="11018520" cy="457200"/>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46626F"/>
                </a:solidFill>
                <a:latin typeface="Arial"/>
              </a:rPr>
              <a:t>Eksperimen Sentinel-1 tidak dipakai sebagai prediktor rilis.</a:t>
            </a:r>
          </a:p>
        </p:txBody>
      </p:sp>
      <p:sp>
        <p:nvSpPr>
          <p:cNvPr id="5" name="Rectangle 4"/>
          <p:cNvSpPr/>
          <p:nvPr/>
        </p:nvSpPr>
        <p:spPr>
          <a:xfrm>
            <a:off x="502920" y="6455664"/>
            <a:ext cx="11183112" cy="1463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a:hlinkClick r:id="rId2"/>
          </p:cNvPr>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46626F"/>
                </a:solidFill>
                <a:latin typeface="Arial"/>
              </a:rPr>
              <a:t>kerentanan.py; genangan.py; routing.py; metrik_model.json; audit data 25 September.</a:t>
            </a:r>
          </a:p>
        </p:txBody>
      </p:sp>
      <p:sp>
        <p:nvSpPr>
          <p:cNvPr id="7" name="TextBox 6"/>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46626F"/>
                </a:solidFill>
                <a:latin typeface="Arial"/>
              </a:rPr>
              <a:t>15</a:t>
            </a:r>
          </a:p>
        </p:txBody>
      </p:sp>
      <p:sp>
        <p:nvSpPr>
          <p:cNvPr id="8" name="Rectangle 7"/>
          <p:cNvSpPr/>
          <p:nvPr/>
        </p:nvSpPr>
        <p:spPr>
          <a:xfrm>
            <a:off x="603504" y="2103120"/>
            <a:ext cx="10972800" cy="484632"/>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22376" y="2212848"/>
            <a:ext cx="1453896" cy="329184"/>
          </a:xfrm>
          <a:prstGeom prst="rect">
            <a:avLst/>
          </a:prstGeom>
          <a:noFill/>
          <a:effectLst/>
        </p:spPr>
        <p:txBody>
          <a:bodyPr wrap="square" lIns="0" rIns="0" tIns="0" bIns="0">
            <a:spAutoFit/>
          </a:bodyPr>
          <a:lstStyle/>
          <a:p>
            <a:pPr>
              <a:lnSpc>
                <a:spcPct val="105000"/>
              </a:lnSpc>
              <a:spcBef>
                <a:spcPts val="0"/>
              </a:spcBef>
              <a:spcAft>
                <a:spcPts val="400"/>
              </a:spcAft>
            </a:pPr>
            <a:r>
              <a:rPr sz="1300" b="1">
                <a:solidFill>
                  <a:srgbClr val="E8F1F4"/>
                </a:solidFill>
                <a:latin typeface="Arial"/>
              </a:rPr>
              <a:t>Tahap</a:t>
            </a:r>
          </a:p>
        </p:txBody>
      </p:sp>
      <p:sp>
        <p:nvSpPr>
          <p:cNvPr id="10" name="TextBox 9"/>
          <p:cNvSpPr txBox="1"/>
          <p:nvPr/>
        </p:nvSpPr>
        <p:spPr>
          <a:xfrm>
            <a:off x="2414016" y="2212848"/>
            <a:ext cx="4736592" cy="329184"/>
          </a:xfrm>
          <a:prstGeom prst="rect">
            <a:avLst/>
          </a:prstGeom>
          <a:noFill/>
          <a:effectLst/>
        </p:spPr>
        <p:txBody>
          <a:bodyPr wrap="square" lIns="0" rIns="0" tIns="0" bIns="0">
            <a:spAutoFit/>
          </a:bodyPr>
          <a:lstStyle/>
          <a:p>
            <a:pPr>
              <a:lnSpc>
                <a:spcPct val="105000"/>
              </a:lnSpc>
              <a:spcBef>
                <a:spcPts val="0"/>
              </a:spcBef>
              <a:spcAft>
                <a:spcPts val="400"/>
              </a:spcAft>
            </a:pPr>
            <a:r>
              <a:rPr sz="1300" b="1">
                <a:solidFill>
                  <a:srgbClr val="E8F1F4"/>
                </a:solidFill>
                <a:latin typeface="Arial"/>
              </a:rPr>
              <a:t>Yang dilakukan</a:t>
            </a:r>
          </a:p>
        </p:txBody>
      </p:sp>
      <p:sp>
        <p:nvSpPr>
          <p:cNvPr id="11" name="TextBox 10"/>
          <p:cNvSpPr txBox="1"/>
          <p:nvPr/>
        </p:nvSpPr>
        <p:spPr>
          <a:xfrm>
            <a:off x="7388352" y="2212848"/>
            <a:ext cx="4069080" cy="329184"/>
          </a:xfrm>
          <a:prstGeom prst="rect">
            <a:avLst/>
          </a:prstGeom>
          <a:noFill/>
          <a:effectLst/>
        </p:spPr>
        <p:txBody>
          <a:bodyPr wrap="square" lIns="0" rIns="0" tIns="0" bIns="0">
            <a:spAutoFit/>
          </a:bodyPr>
          <a:lstStyle/>
          <a:p>
            <a:pPr>
              <a:lnSpc>
                <a:spcPct val="105000"/>
              </a:lnSpc>
              <a:spcBef>
                <a:spcPts val="0"/>
              </a:spcBef>
              <a:spcAft>
                <a:spcPts val="400"/>
              </a:spcAft>
            </a:pPr>
            <a:r>
              <a:rPr sz="1300" b="1">
                <a:solidFill>
                  <a:srgbClr val="E8F1F4"/>
                </a:solidFill>
                <a:latin typeface="Arial"/>
              </a:rPr>
              <a:t>Batas saat ini</a:t>
            </a:r>
          </a:p>
        </p:txBody>
      </p:sp>
      <p:sp>
        <p:nvSpPr>
          <p:cNvPr id="12" name="Rectangle 11"/>
          <p:cNvSpPr/>
          <p:nvPr/>
        </p:nvSpPr>
        <p:spPr>
          <a:xfrm>
            <a:off x="603504" y="2587752"/>
            <a:ext cx="10972800" cy="685800"/>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22376" y="2734056"/>
            <a:ext cx="1453896" cy="502920"/>
          </a:xfrm>
          <a:prstGeom prst="rect">
            <a:avLst/>
          </a:prstGeom>
          <a:noFill/>
          <a:effectLst/>
        </p:spPr>
        <p:txBody>
          <a:bodyPr wrap="square" lIns="0" rIns="0" tIns="0" bIns="0">
            <a:spAutoFit/>
          </a:bodyPr>
          <a:lstStyle/>
          <a:p>
            <a:pPr>
              <a:lnSpc>
                <a:spcPct val="105000"/>
              </a:lnSpc>
              <a:spcBef>
                <a:spcPts val="0"/>
              </a:spcBef>
              <a:spcAft>
                <a:spcPts val="400"/>
              </a:spcAft>
            </a:pPr>
            <a:r>
              <a:rPr sz="1650" b="1">
                <a:solidFill>
                  <a:srgbClr val="0B1F2A"/>
                </a:solidFill>
                <a:latin typeface="Arial"/>
              </a:rPr>
              <a:t>Indeks</a:t>
            </a:r>
          </a:p>
        </p:txBody>
      </p:sp>
      <p:sp>
        <p:nvSpPr>
          <p:cNvPr id="14" name="TextBox 13"/>
          <p:cNvSpPr txBox="1"/>
          <p:nvPr/>
        </p:nvSpPr>
        <p:spPr>
          <a:xfrm>
            <a:off x="2414016" y="2734056"/>
            <a:ext cx="4736592" cy="502920"/>
          </a:xfrm>
          <a:prstGeom prst="rect">
            <a:avLst/>
          </a:prstGeom>
          <a:noFill/>
          <a:effectLst/>
        </p:spPr>
        <p:txBody>
          <a:bodyPr wrap="square" lIns="0" rIns="0" tIns="0" bIns="0">
            <a:spAutoFit/>
          </a:bodyPr>
          <a:lstStyle/>
          <a:p>
            <a:pPr>
              <a:lnSpc>
                <a:spcPct val="105000"/>
              </a:lnSpc>
              <a:spcBef>
                <a:spcPts val="0"/>
              </a:spcBef>
              <a:spcAft>
                <a:spcPts val="400"/>
              </a:spcAft>
            </a:pPr>
            <a:r>
              <a:rPr sz="1650" b="0">
                <a:solidFill>
                  <a:srgbClr val="0B1F2A"/>
                </a:solidFill>
                <a:latin typeface="Arial"/>
              </a:rPr>
              <a:t>Elevasi relatif, pantai, subsidensi; bobot ⅓</a:t>
            </a:r>
          </a:p>
        </p:txBody>
      </p:sp>
      <p:sp>
        <p:nvSpPr>
          <p:cNvPr id="15" name="TextBox 14"/>
          <p:cNvSpPr txBox="1"/>
          <p:nvPr/>
        </p:nvSpPr>
        <p:spPr>
          <a:xfrm>
            <a:off x="7388352" y="2734056"/>
            <a:ext cx="4069080" cy="502920"/>
          </a:xfrm>
          <a:prstGeom prst="rect">
            <a:avLst/>
          </a:prstGeom>
          <a:noFill/>
          <a:effectLst/>
        </p:spPr>
        <p:txBody>
          <a:bodyPr wrap="square" lIns="0" rIns="0" tIns="0" bIns="0">
            <a:spAutoFit/>
          </a:bodyPr>
          <a:lstStyle/>
          <a:p>
            <a:pPr>
              <a:lnSpc>
                <a:spcPct val="105000"/>
              </a:lnSpc>
              <a:spcBef>
                <a:spcPts val="0"/>
              </a:spcBef>
              <a:spcAft>
                <a:spcPts val="400"/>
              </a:spcAft>
            </a:pPr>
            <a:r>
              <a:rPr sz="1650" b="0">
                <a:solidFill>
                  <a:srgbClr val="0B1F2A"/>
                </a:solidFill>
                <a:latin typeface="Arial"/>
              </a:rPr>
              <a:t>Skor relatif, bukan peluang banjir</a:t>
            </a:r>
          </a:p>
        </p:txBody>
      </p:sp>
      <p:sp>
        <p:nvSpPr>
          <p:cNvPr id="16" name="TextBox 15"/>
          <p:cNvSpPr txBox="1"/>
          <p:nvPr/>
        </p:nvSpPr>
        <p:spPr>
          <a:xfrm>
            <a:off x="722376" y="3419856"/>
            <a:ext cx="1453896" cy="502920"/>
          </a:xfrm>
          <a:prstGeom prst="rect">
            <a:avLst/>
          </a:prstGeom>
          <a:noFill/>
          <a:effectLst/>
        </p:spPr>
        <p:txBody>
          <a:bodyPr wrap="square" lIns="0" rIns="0" tIns="0" bIns="0">
            <a:spAutoFit/>
          </a:bodyPr>
          <a:lstStyle/>
          <a:p>
            <a:pPr>
              <a:lnSpc>
                <a:spcPct val="105000"/>
              </a:lnSpc>
              <a:spcBef>
                <a:spcPts val="0"/>
              </a:spcBef>
              <a:spcAft>
                <a:spcPts val="400"/>
              </a:spcAft>
            </a:pPr>
            <a:r>
              <a:rPr sz="1650" b="1">
                <a:solidFill>
                  <a:srgbClr val="0B1F2A"/>
                </a:solidFill>
                <a:latin typeface="Arial"/>
              </a:rPr>
              <a:t>Lingkungan elevasi</a:t>
            </a:r>
          </a:p>
        </p:txBody>
      </p:sp>
      <p:sp>
        <p:nvSpPr>
          <p:cNvPr id="17" name="TextBox 16"/>
          <p:cNvSpPr txBox="1"/>
          <p:nvPr/>
        </p:nvSpPr>
        <p:spPr>
          <a:xfrm>
            <a:off x="2414016" y="3419856"/>
            <a:ext cx="4736592" cy="502920"/>
          </a:xfrm>
          <a:prstGeom prst="rect">
            <a:avLst/>
          </a:prstGeom>
          <a:noFill/>
          <a:effectLst/>
        </p:spPr>
        <p:txBody>
          <a:bodyPr wrap="square" lIns="0" rIns="0" tIns="0" bIns="0">
            <a:spAutoFit/>
          </a:bodyPr>
          <a:lstStyle/>
          <a:p>
            <a:pPr>
              <a:lnSpc>
                <a:spcPct val="105000"/>
              </a:lnSpc>
              <a:spcBef>
                <a:spcPts val="0"/>
              </a:spcBef>
              <a:spcAft>
                <a:spcPts val="400"/>
              </a:spcAft>
            </a:pPr>
            <a:r>
              <a:rPr sz="1650" b="0">
                <a:solidFill>
                  <a:srgbClr val="0B1F2A"/>
                </a:solidFill>
                <a:latin typeface="Arial"/>
              </a:rPr>
              <a:t>Median 3 × 3 sel, sisi sel 500 m</a:t>
            </a:r>
          </a:p>
        </p:txBody>
      </p:sp>
      <p:sp>
        <p:nvSpPr>
          <p:cNvPr id="18" name="TextBox 17"/>
          <p:cNvSpPr txBox="1"/>
          <p:nvPr/>
        </p:nvSpPr>
        <p:spPr>
          <a:xfrm>
            <a:off x="7388352" y="3419856"/>
            <a:ext cx="4069080" cy="502920"/>
          </a:xfrm>
          <a:prstGeom prst="rect">
            <a:avLst/>
          </a:prstGeom>
          <a:noFill/>
          <a:effectLst/>
        </p:spPr>
        <p:txBody>
          <a:bodyPr wrap="square" lIns="0" rIns="0" tIns="0" bIns="0">
            <a:spAutoFit/>
          </a:bodyPr>
          <a:lstStyle/>
          <a:p>
            <a:pPr>
              <a:lnSpc>
                <a:spcPct val="105000"/>
              </a:lnSpc>
              <a:spcBef>
                <a:spcPts val="0"/>
              </a:spcBef>
              <a:spcAft>
                <a:spcPts val="400"/>
              </a:spcAft>
            </a:pPr>
            <a:r>
              <a:rPr sz="1650" b="0">
                <a:solidFill>
                  <a:srgbClr val="0B1F2A"/>
                </a:solidFill>
                <a:latin typeface="Arial"/>
              </a:rPr>
              <a:t>Bukan radius lingkaran 500 m</a:t>
            </a:r>
          </a:p>
        </p:txBody>
      </p:sp>
      <p:sp>
        <p:nvSpPr>
          <p:cNvPr id="19" name="Rectangle 18"/>
          <p:cNvSpPr/>
          <p:nvPr/>
        </p:nvSpPr>
        <p:spPr>
          <a:xfrm>
            <a:off x="603504" y="3959352"/>
            <a:ext cx="10972800" cy="685800"/>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4105656"/>
            <a:ext cx="1453896" cy="502920"/>
          </a:xfrm>
          <a:prstGeom prst="rect">
            <a:avLst/>
          </a:prstGeom>
          <a:noFill/>
          <a:effectLst/>
        </p:spPr>
        <p:txBody>
          <a:bodyPr wrap="square" lIns="0" rIns="0" tIns="0" bIns="0">
            <a:spAutoFit/>
          </a:bodyPr>
          <a:lstStyle/>
          <a:p>
            <a:pPr>
              <a:lnSpc>
                <a:spcPct val="105000"/>
              </a:lnSpc>
              <a:spcBef>
                <a:spcPts val="0"/>
              </a:spcBef>
              <a:spcAft>
                <a:spcPts val="400"/>
              </a:spcAft>
            </a:pPr>
            <a:r>
              <a:rPr sz="1650" b="1">
                <a:solidFill>
                  <a:srgbClr val="0B1F2A"/>
                </a:solidFill>
                <a:latin typeface="Arial"/>
              </a:rPr>
              <a:t>Genangan</a:t>
            </a:r>
          </a:p>
        </p:txBody>
      </p:sp>
      <p:sp>
        <p:nvSpPr>
          <p:cNvPr id="21" name="TextBox 20"/>
          <p:cNvSpPr txBox="1"/>
          <p:nvPr/>
        </p:nvSpPr>
        <p:spPr>
          <a:xfrm>
            <a:off x="2414016" y="4105656"/>
            <a:ext cx="4736592" cy="502920"/>
          </a:xfrm>
          <a:prstGeom prst="rect">
            <a:avLst/>
          </a:prstGeom>
          <a:noFill/>
          <a:effectLst/>
        </p:spPr>
        <p:txBody>
          <a:bodyPr wrap="square" lIns="0" rIns="0" tIns="0" bIns="0">
            <a:spAutoFit/>
          </a:bodyPr>
          <a:lstStyle/>
          <a:p>
            <a:pPr>
              <a:lnSpc>
                <a:spcPct val="105000"/>
              </a:lnSpc>
              <a:spcBef>
                <a:spcPts val="0"/>
              </a:spcBef>
              <a:spcAft>
                <a:spcPts val="400"/>
              </a:spcAft>
            </a:pPr>
            <a:r>
              <a:rPr sz="1650" b="0">
                <a:solidFill>
                  <a:srgbClr val="0B1F2A"/>
                </a:solidFill>
                <a:latin typeface="Arial"/>
              </a:rPr>
              <a:t>Pasut mengatur proporsi; kedalaman 10-50 cm</a:t>
            </a:r>
          </a:p>
        </p:txBody>
      </p:sp>
      <p:sp>
        <p:nvSpPr>
          <p:cNvPr id="22" name="TextBox 21"/>
          <p:cNvSpPr txBox="1"/>
          <p:nvPr/>
        </p:nvSpPr>
        <p:spPr>
          <a:xfrm>
            <a:off x="7388352" y="4105656"/>
            <a:ext cx="4069080" cy="502920"/>
          </a:xfrm>
          <a:prstGeom prst="rect">
            <a:avLst/>
          </a:prstGeom>
          <a:noFill/>
          <a:effectLst/>
        </p:spPr>
        <p:txBody>
          <a:bodyPr wrap="square" lIns="0" rIns="0" tIns="0" bIns="0">
            <a:spAutoFit/>
          </a:bodyPr>
          <a:lstStyle/>
          <a:p>
            <a:pPr>
              <a:lnSpc>
                <a:spcPct val="105000"/>
              </a:lnSpc>
              <a:spcBef>
                <a:spcPts val="0"/>
              </a:spcBef>
              <a:spcAft>
                <a:spcPts val="400"/>
              </a:spcAft>
            </a:pPr>
            <a:r>
              <a:rPr sz="1650" b="0">
                <a:solidFill>
                  <a:srgbClr val="0B1F2A"/>
                </a:solidFill>
                <a:latin typeface="Arial"/>
              </a:rPr>
              <a:t>Parameter belum terkalibrasi lapangan</a:t>
            </a:r>
          </a:p>
        </p:txBody>
      </p:sp>
      <p:sp>
        <p:nvSpPr>
          <p:cNvPr id="23" name="TextBox 22"/>
          <p:cNvSpPr txBox="1"/>
          <p:nvPr/>
        </p:nvSpPr>
        <p:spPr>
          <a:xfrm>
            <a:off x="722376" y="4791456"/>
            <a:ext cx="1453896" cy="502920"/>
          </a:xfrm>
          <a:prstGeom prst="rect">
            <a:avLst/>
          </a:prstGeom>
          <a:noFill/>
          <a:effectLst/>
        </p:spPr>
        <p:txBody>
          <a:bodyPr wrap="square" lIns="0" rIns="0" tIns="0" bIns="0">
            <a:spAutoFit/>
          </a:bodyPr>
          <a:lstStyle/>
          <a:p>
            <a:pPr>
              <a:lnSpc>
                <a:spcPct val="105000"/>
              </a:lnSpc>
              <a:spcBef>
                <a:spcPts val="0"/>
              </a:spcBef>
              <a:spcAft>
                <a:spcPts val="400"/>
              </a:spcAft>
            </a:pPr>
            <a:r>
              <a:rPr sz="1650" b="1">
                <a:solidFill>
                  <a:srgbClr val="0B1F2A"/>
                </a:solidFill>
                <a:latin typeface="Arial"/>
              </a:rPr>
              <a:t>Rute</a:t>
            </a:r>
          </a:p>
        </p:txBody>
      </p:sp>
      <p:sp>
        <p:nvSpPr>
          <p:cNvPr id="24" name="TextBox 23"/>
          <p:cNvSpPr txBox="1"/>
          <p:nvPr/>
        </p:nvSpPr>
        <p:spPr>
          <a:xfrm>
            <a:off x="2414016" y="4791456"/>
            <a:ext cx="4736592" cy="502920"/>
          </a:xfrm>
          <a:prstGeom prst="rect">
            <a:avLst/>
          </a:prstGeom>
          <a:noFill/>
          <a:effectLst/>
        </p:spPr>
        <p:txBody>
          <a:bodyPr wrap="square" lIns="0" rIns="0" tIns="0" bIns="0">
            <a:spAutoFit/>
          </a:bodyPr>
          <a:lstStyle/>
          <a:p>
            <a:pPr>
              <a:lnSpc>
                <a:spcPct val="105000"/>
              </a:lnSpc>
              <a:spcBef>
                <a:spcPts val="0"/>
              </a:spcBef>
              <a:spcAft>
                <a:spcPts val="400"/>
              </a:spcAft>
            </a:pPr>
            <a:r>
              <a:rPr sz="1650" b="0">
                <a:solidFill>
                  <a:srgbClr val="0B1F2A"/>
                </a:solidFill>
                <a:latin typeface="Arial"/>
              </a:rPr>
              <a:t>Bobot tetap pada jam keberangkatan</a:t>
            </a:r>
          </a:p>
        </p:txBody>
      </p:sp>
      <p:sp>
        <p:nvSpPr>
          <p:cNvPr id="25" name="TextBox 24"/>
          <p:cNvSpPr txBox="1"/>
          <p:nvPr/>
        </p:nvSpPr>
        <p:spPr>
          <a:xfrm>
            <a:off x="7388352" y="4791456"/>
            <a:ext cx="4069080" cy="502920"/>
          </a:xfrm>
          <a:prstGeom prst="rect">
            <a:avLst/>
          </a:prstGeom>
          <a:noFill/>
          <a:effectLst/>
        </p:spPr>
        <p:txBody>
          <a:bodyPr wrap="square" lIns="0" rIns="0" tIns="0" bIns="0">
            <a:spAutoFit/>
          </a:bodyPr>
          <a:lstStyle/>
          <a:p>
            <a:pPr>
              <a:lnSpc>
                <a:spcPct val="105000"/>
              </a:lnSpc>
              <a:spcBef>
                <a:spcPts val="0"/>
              </a:spcBef>
              <a:spcAft>
                <a:spcPts val="400"/>
              </a:spcAft>
            </a:pPr>
            <a:r>
              <a:rPr sz="1650" b="0">
                <a:solidFill>
                  <a:srgbClr val="0B1F2A"/>
                </a:solidFill>
                <a:latin typeface="Arial"/>
              </a:rPr>
              <a:t>Belum mengikuti perubahan saat perjalanan</a:t>
            </a:r>
          </a:p>
        </p:txBody>
      </p:sp>
      <p:sp>
        <p:nvSpPr>
          <p:cNvPr id="26" name="TextBox 25"/>
          <p:cNvSpPr txBox="1"/>
          <p:nvPr/>
        </p:nvSpPr>
        <p:spPr>
          <a:xfrm>
            <a:off x="685800" y="5660136"/>
            <a:ext cx="10789920" cy="457200"/>
          </a:xfrm>
          <a:prstGeom prst="rect">
            <a:avLst/>
          </a:prstGeom>
          <a:noFill/>
          <a:effectLst/>
        </p:spPr>
        <p:txBody>
          <a:bodyPr wrap="square" lIns="0" rIns="0" tIns="0" bIns="0">
            <a:spAutoFit/>
          </a:bodyPr>
          <a:lstStyle/>
          <a:p>
            <a:pPr>
              <a:lnSpc>
                <a:spcPct val="105000"/>
              </a:lnSpc>
              <a:spcBef>
                <a:spcPts val="0"/>
              </a:spcBef>
              <a:spcAft>
                <a:spcPts val="400"/>
              </a:spcAft>
            </a:pPr>
            <a:r>
              <a:rPr sz="2200" b="1">
                <a:solidFill>
                  <a:srgbClr val="0B1F2A"/>
                </a:solidFill>
                <a:latin typeface="Arial Narrow"/>
              </a:rPr>
              <a:t>Model Sentinel-1 ditolak: ROC-AUC 0,6579 · PR-AUC 0,0371 · F1 0,0894.</a:t>
            </a:r>
          </a:p>
        </p:txBody>
      </p:sp>
      <p:sp>
        <p:nvSpPr>
          <p:cNvPr id="27" name="TextBox 26"/>
          <p:cNvSpPr txBox="1"/>
          <p:nvPr/>
        </p:nvSpPr>
        <p:spPr>
          <a:xfrm>
            <a:off x="685800" y="6153912"/>
            <a:ext cx="10789920" cy="228600"/>
          </a:xfrm>
          <a:prstGeom prst="rect">
            <a:avLst/>
          </a:prstGeom>
          <a:noFill/>
          <a:effectLst/>
        </p:spPr>
        <p:txBody>
          <a:bodyPr wrap="square" lIns="0" rIns="0" tIns="0" bIns="0">
            <a:spAutoFit/>
          </a:bodyPr>
          <a:lstStyle/>
          <a:p>
            <a:pPr>
              <a:lnSpc>
                <a:spcPct val="105000"/>
              </a:lnSpc>
              <a:spcBef>
                <a:spcPts val="0"/>
              </a:spcBef>
              <a:spcAft>
                <a:spcPts val="400"/>
              </a:spcAft>
            </a:pPr>
            <a:r>
              <a:rPr sz="1400" b="0">
                <a:solidFill>
                  <a:srgbClr val="46626F"/>
                </a:solidFill>
                <a:latin typeface="Arial"/>
              </a:rPr>
              <a:t>Angka model eksperimen tersebut tidak menjadi metrik akurasi indeks yang aktif.</a:t>
            </a:r>
          </a:p>
        </p:txBody>
      </p:sp>
      <p:sp>
        <p:nvSpPr>
          <p:cNvPr id="28" name="Rectangle 27">
            <a:hlinkClick action="ppaction://hlinksldjump" r:id="rId4"/>
          </p:cNvPr>
          <p:cNvSpPr/>
          <p:nvPr/>
        </p:nvSpPr>
        <p:spPr>
          <a:xfrm>
            <a:off x="10917936" y="274320"/>
            <a:ext cx="704088" cy="384048"/>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a:hlinkClick action="ppaction://hlinksldjump" r:id="rId4"/>
          </p:cNvPr>
          <p:cNvSpPr txBox="1"/>
          <p:nvPr/>
        </p:nvSpPr>
        <p:spPr>
          <a:xfrm>
            <a:off x="11009376" y="356616"/>
            <a:ext cx="521208"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1C7F9E"/>
                </a:solidFill>
                <a:latin typeface="Arial"/>
              </a:rPr>
              <a:t>Menu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bg>
      <p:bgPr>
        <a:solidFill>
          <a:srgbClr val="F2F5F6"/>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IMPLEMENTASI DAN KETAHANAN</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0B1F2A"/>
                </a:solidFill>
                <a:latin typeface="Arial Narrow"/>
              </a:rPr>
              <a:t>Permintaan berat dibatasi; masa berlaku data diperiksa.</a:t>
            </a:r>
          </a:p>
        </p:txBody>
      </p:sp>
      <p:sp>
        <p:nvSpPr>
          <p:cNvPr id="4" name="TextBox 3"/>
          <p:cNvSpPr txBox="1"/>
          <p:nvPr/>
        </p:nvSpPr>
        <p:spPr>
          <a:xfrm>
            <a:off x="539496" y="1499616"/>
            <a:ext cx="11018520" cy="457200"/>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46626F"/>
                </a:solidFill>
                <a:latin typeface="Arial"/>
              </a:rPr>
              <a:t>Browser → Vercel → VPS PASANG SURUT (frontend, API, PostgreSQL/PostGIS).</a:t>
            </a:r>
          </a:p>
        </p:txBody>
      </p:sp>
      <p:sp>
        <p:nvSpPr>
          <p:cNvPr id="5" name="Rectangle 4"/>
          <p:cNvSpPr/>
          <p:nvPr/>
        </p:nvSpPr>
        <p:spPr>
          <a:xfrm>
            <a:off x="502920" y="6455664"/>
            <a:ext cx="11183112" cy="1463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a:hlinkClick r:id="rId2"/>
          </p:cNvPr>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46626F"/>
                </a:solidFill>
                <a:latin typeface="Arial"/>
              </a:rPr>
              <a:t>Audit VPS 22 September: 412 request / 94,47 detik. Tidak mengukur kapasitas maksimum atau SLA.</a:t>
            </a:r>
          </a:p>
        </p:txBody>
      </p:sp>
      <p:sp>
        <p:nvSpPr>
          <p:cNvPr id="7" name="TextBox 6"/>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46626F"/>
                </a:solidFill>
                <a:latin typeface="Arial"/>
              </a:rPr>
              <a:t>16</a:t>
            </a:r>
          </a:p>
        </p:txBody>
      </p:sp>
      <p:sp>
        <p:nvSpPr>
          <p:cNvPr id="8" name="TextBox 7"/>
          <p:cNvSpPr txBox="1"/>
          <p:nvPr/>
        </p:nvSpPr>
        <p:spPr>
          <a:xfrm>
            <a:off x="640080" y="2267712"/>
            <a:ext cx="5623560" cy="630936"/>
          </a:xfrm>
          <a:prstGeom prst="rect">
            <a:avLst/>
          </a:prstGeom>
          <a:noFill/>
          <a:effectLst/>
        </p:spPr>
        <p:txBody>
          <a:bodyPr wrap="square" lIns="0" rIns="0" tIns="0" bIns="0">
            <a:spAutoFit/>
          </a:bodyPr>
          <a:lstStyle/>
          <a:p>
            <a:pPr>
              <a:lnSpc>
                <a:spcPct val="105000"/>
              </a:lnSpc>
              <a:spcBef>
                <a:spcPts val="0"/>
              </a:spcBef>
              <a:spcAft>
                <a:spcPts val="400"/>
              </a:spcAft>
            </a:pPr>
            <a:r>
              <a:rPr sz="3600" b="1">
                <a:solidFill>
                  <a:srgbClr val="1C7F9E"/>
                </a:solidFill>
                <a:latin typeface="Arial Narrow"/>
              </a:rPr>
              <a:t>0 OOM / 0 restart</a:t>
            </a:r>
          </a:p>
        </p:txBody>
      </p:sp>
      <p:sp>
        <p:nvSpPr>
          <p:cNvPr id="9" name="TextBox 8"/>
          <p:cNvSpPr txBox="1"/>
          <p:nvPr/>
        </p:nvSpPr>
        <p:spPr>
          <a:xfrm>
            <a:off x="667512" y="3191256"/>
            <a:ext cx="5394960" cy="1481328"/>
          </a:xfrm>
          <a:prstGeom prst="rect">
            <a:avLst/>
          </a:prstGeom>
          <a:noFill/>
          <a:effectLst/>
        </p:spPr>
        <p:txBody>
          <a:bodyPr wrap="square" lIns="0" rIns="0" tIns="0" bIns="0">
            <a:spAutoFit/>
          </a:bodyPr>
          <a:lstStyle/>
          <a:p>
            <a:pPr>
              <a:lnSpc>
                <a:spcPct val="105000"/>
              </a:lnSpc>
              <a:spcBef>
                <a:spcPts val="0"/>
              </a:spcBef>
              <a:spcAft>
                <a:spcPts val="400"/>
              </a:spcAft>
            </a:pPr>
            <a:r>
              <a:rPr sz="2300" b="0">
                <a:solidFill>
                  <a:srgbClr val="0B1F2A"/>
                </a:solidFill>
                <a:latin typeface="Arial"/>
              </a:rPr>
              <a:t>316 respons 200</a:t>
            </a:r>
          </a:p>
          <a:p>
            <a:pPr>
              <a:lnSpc>
                <a:spcPct val="105000"/>
              </a:lnSpc>
              <a:spcBef>
                <a:spcPts val="0"/>
              </a:spcBef>
              <a:spcAft>
                <a:spcPts val="400"/>
              </a:spcAft>
            </a:pPr>
            <a:r>
              <a:rPr sz="2300" b="0">
                <a:solidFill>
                  <a:srgbClr val="0B1F2A"/>
                </a:solidFill>
                <a:latin typeface="Arial"/>
              </a:rPr>
              <a:t>32 respons sibuk terkendali</a:t>
            </a:r>
          </a:p>
          <a:p>
            <a:pPr>
              <a:lnSpc>
                <a:spcPct val="105000"/>
              </a:lnSpc>
              <a:spcBef>
                <a:spcPts val="0"/>
              </a:spcBef>
              <a:spcAft>
                <a:spcPts val="400"/>
              </a:spcAft>
            </a:pPr>
            <a:r>
              <a:rPr sz="2300" b="0">
                <a:solidFill>
                  <a:srgbClr val="0B1F2A"/>
                </a:solidFill>
                <a:latin typeface="Arial"/>
              </a:rPr>
              <a:t>64 penolakan masukan ekstrem</a:t>
            </a:r>
          </a:p>
        </p:txBody>
      </p:sp>
      <p:sp>
        <p:nvSpPr>
          <p:cNvPr id="10" name="TextBox 9"/>
          <p:cNvSpPr txBox="1"/>
          <p:nvPr/>
        </p:nvSpPr>
        <p:spPr>
          <a:xfrm>
            <a:off x="667512" y="5157216"/>
            <a:ext cx="5394960" cy="768096"/>
          </a:xfrm>
          <a:prstGeom prst="rect">
            <a:avLst/>
          </a:prstGeom>
          <a:noFill/>
          <a:effectLst/>
        </p:spPr>
        <p:txBody>
          <a:bodyPr wrap="square" lIns="0" rIns="0" tIns="0" bIns="0">
            <a:spAutoFit/>
          </a:bodyPr>
          <a:lstStyle/>
          <a:p>
            <a:pPr>
              <a:lnSpc>
                <a:spcPct val="105000"/>
              </a:lnSpc>
              <a:spcBef>
                <a:spcPts val="0"/>
              </a:spcBef>
              <a:spcAft>
                <a:spcPts val="400"/>
              </a:spcAft>
            </a:pPr>
            <a:r>
              <a:rPr sz="2000" b="0">
                <a:solidFill>
                  <a:srgbClr val="46626F"/>
                </a:solidFill>
                <a:latin typeface="Arial"/>
              </a:rPr>
              <a:t>Puncak sampel API 186,89 MiB</a:t>
            </a:r>
          </a:p>
          <a:p>
            <a:pPr>
              <a:lnSpc>
                <a:spcPct val="105000"/>
              </a:lnSpc>
              <a:spcBef>
                <a:spcPts val="0"/>
              </a:spcBef>
              <a:spcAft>
                <a:spcPts val="400"/>
              </a:spcAft>
            </a:pPr>
            <a:r>
              <a:rPr sz="2000" b="0">
                <a:solidFill>
                  <a:srgbClr val="46626F"/>
                </a:solidFill>
                <a:latin typeface="Arial"/>
              </a:rPr>
              <a:t>dengan batas container 320 MiB.</a:t>
            </a:r>
          </a:p>
        </p:txBody>
      </p:sp>
      <p:sp>
        <p:nvSpPr>
          <p:cNvPr id="11" name="TextBox 10"/>
          <p:cNvSpPr txBox="1"/>
          <p:nvPr/>
        </p:nvSpPr>
        <p:spPr>
          <a:xfrm>
            <a:off x="6620256" y="2231136"/>
            <a:ext cx="4901184" cy="438912"/>
          </a:xfrm>
          <a:prstGeom prst="rect">
            <a:avLst/>
          </a:prstGeom>
          <a:noFill/>
          <a:effectLst/>
        </p:spPr>
        <p:txBody>
          <a:bodyPr wrap="square" lIns="0" rIns="0" tIns="0" bIns="0">
            <a:spAutoFit/>
          </a:bodyPr>
          <a:lstStyle/>
          <a:p>
            <a:pPr>
              <a:lnSpc>
                <a:spcPct val="105000"/>
              </a:lnSpc>
              <a:spcBef>
                <a:spcPts val="0"/>
              </a:spcBef>
              <a:spcAft>
                <a:spcPts val="400"/>
              </a:spcAft>
            </a:pPr>
            <a:r>
              <a:rPr sz="2400" b="1">
                <a:solidFill>
                  <a:srgbClr val="0B1F2A"/>
                </a:solidFill>
                <a:latin typeface="Arial Narrow"/>
              </a:rPr>
              <a:t>Saat permintaan bertumpuk</a:t>
            </a:r>
          </a:p>
        </p:txBody>
      </p:sp>
      <p:sp>
        <p:nvSpPr>
          <p:cNvPr id="12" name="TextBox 11"/>
          <p:cNvSpPr txBox="1"/>
          <p:nvPr/>
        </p:nvSpPr>
        <p:spPr>
          <a:xfrm>
            <a:off x="6620256" y="2752344"/>
            <a:ext cx="4809744" cy="694944"/>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Dua request berat bersamaan; selebihnya</a:t>
            </a:r>
          </a:p>
          <a:p>
            <a:pPr>
              <a:lnSpc>
                <a:spcPct val="105000"/>
              </a:lnSpc>
              <a:spcBef>
                <a:spcPts val="0"/>
              </a:spcBef>
              <a:spcAft>
                <a:spcPts val="400"/>
              </a:spcAft>
            </a:pPr>
            <a:r>
              <a:rPr sz="1800" b="0">
                <a:solidFill>
                  <a:srgbClr val="46626F"/>
                </a:solidFill>
                <a:latin typeface="Arial"/>
              </a:rPr>
              <a:t>dapat menerima respons sibuk.</a:t>
            </a:r>
          </a:p>
        </p:txBody>
      </p:sp>
      <p:sp>
        <p:nvSpPr>
          <p:cNvPr id="13" name="TextBox 12"/>
          <p:cNvSpPr txBox="1"/>
          <p:nvPr/>
        </p:nvSpPr>
        <p:spPr>
          <a:xfrm>
            <a:off x="6620256" y="3502152"/>
            <a:ext cx="4901184" cy="438912"/>
          </a:xfrm>
          <a:prstGeom prst="rect">
            <a:avLst/>
          </a:prstGeom>
          <a:noFill/>
          <a:effectLst/>
        </p:spPr>
        <p:txBody>
          <a:bodyPr wrap="square" lIns="0" rIns="0" tIns="0" bIns="0">
            <a:spAutoFit/>
          </a:bodyPr>
          <a:lstStyle/>
          <a:p>
            <a:pPr>
              <a:lnSpc>
                <a:spcPct val="105000"/>
              </a:lnSpc>
              <a:spcBef>
                <a:spcPts val="0"/>
              </a:spcBef>
              <a:spcAft>
                <a:spcPts val="400"/>
              </a:spcAft>
            </a:pPr>
            <a:r>
              <a:rPr sz="2400" b="1">
                <a:solidFill>
                  <a:srgbClr val="0B1F2A"/>
                </a:solidFill>
                <a:latin typeface="Arial Narrow"/>
              </a:rPr>
              <a:t>Saat waktu tidak tercakup</a:t>
            </a:r>
          </a:p>
        </p:txBody>
      </p:sp>
      <p:sp>
        <p:nvSpPr>
          <p:cNvPr id="14" name="TextBox 13"/>
          <p:cNvSpPr txBox="1"/>
          <p:nvPr/>
        </p:nvSpPr>
        <p:spPr>
          <a:xfrm>
            <a:off x="6620256" y="4023360"/>
            <a:ext cx="4809744" cy="694944"/>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Permintaan ditolak. Tidak diterjemahkan</a:t>
            </a:r>
          </a:p>
          <a:p>
            <a:pPr>
              <a:lnSpc>
                <a:spcPct val="105000"/>
              </a:lnSpc>
              <a:spcBef>
                <a:spcPts val="0"/>
              </a:spcBef>
              <a:spcAft>
                <a:spcPts val="400"/>
              </a:spcAft>
            </a:pPr>
            <a:r>
              <a:rPr sz="1800" b="0">
                <a:solidFill>
                  <a:srgbClr val="46626F"/>
                </a:solidFill>
                <a:latin typeface="Arial"/>
              </a:rPr>
              <a:t>menjadi jalan kering.</a:t>
            </a:r>
          </a:p>
        </p:txBody>
      </p:sp>
      <p:sp>
        <p:nvSpPr>
          <p:cNvPr id="15" name="TextBox 14"/>
          <p:cNvSpPr txBox="1"/>
          <p:nvPr/>
        </p:nvSpPr>
        <p:spPr>
          <a:xfrm>
            <a:off x="6620256" y="4773168"/>
            <a:ext cx="4901184" cy="438912"/>
          </a:xfrm>
          <a:prstGeom prst="rect">
            <a:avLst/>
          </a:prstGeom>
          <a:noFill/>
          <a:effectLst/>
        </p:spPr>
        <p:txBody>
          <a:bodyPr wrap="square" lIns="0" rIns="0" tIns="0" bIns="0">
            <a:spAutoFit/>
          </a:bodyPr>
          <a:lstStyle/>
          <a:p>
            <a:pPr>
              <a:lnSpc>
                <a:spcPct val="105000"/>
              </a:lnSpc>
              <a:spcBef>
                <a:spcPts val="0"/>
              </a:spcBef>
              <a:spcAft>
                <a:spcPts val="400"/>
              </a:spcAft>
            </a:pPr>
            <a:r>
              <a:rPr sz="2400" b="1">
                <a:solidFill>
                  <a:srgbClr val="0B1F2A"/>
                </a:solidFill>
                <a:latin typeface="Arial Narrow"/>
              </a:rPr>
              <a:t>Saat internet acara bermasalah</a:t>
            </a:r>
          </a:p>
        </p:txBody>
      </p:sp>
      <p:sp>
        <p:nvSpPr>
          <p:cNvPr id="16" name="TextBox 15"/>
          <p:cNvSpPr txBox="1"/>
          <p:nvPr/>
        </p:nvSpPr>
        <p:spPr>
          <a:xfrm>
            <a:off x="6620256" y="5294376"/>
            <a:ext cx="4809744" cy="694944"/>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Demo lokal memakai potret yang sama</a:t>
            </a:r>
          </a:p>
          <a:p>
            <a:pPr>
              <a:lnSpc>
                <a:spcPct val="105000"/>
              </a:lnSpc>
              <a:spcBef>
                <a:spcPts val="0"/>
              </a:spcBef>
              <a:spcAft>
                <a:spcPts val="400"/>
              </a:spcAft>
            </a:pPr>
            <a:r>
              <a:rPr sz="1800" b="0">
                <a:solidFill>
                  <a:srgbClr val="46626F"/>
                </a:solidFill>
                <a:latin typeface="Arial"/>
              </a:rPr>
              <a:t>dengan screenshot cadangan.</a:t>
            </a:r>
          </a:p>
        </p:txBody>
      </p:sp>
      <p:sp>
        <p:nvSpPr>
          <p:cNvPr id="17" name="Rectangle 16">
            <a:hlinkClick action="ppaction://hlinksldjump" r:id="rId4"/>
          </p:cNvPr>
          <p:cNvSpPr/>
          <p:nvPr/>
        </p:nvSpPr>
        <p:spPr>
          <a:xfrm>
            <a:off x="10917936" y="274320"/>
            <a:ext cx="704088" cy="384048"/>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a:hlinkClick action="ppaction://hlinksldjump" r:id="rId4"/>
          </p:cNvPr>
          <p:cNvSpPr txBox="1"/>
          <p:nvPr/>
        </p:nvSpPr>
        <p:spPr>
          <a:xfrm>
            <a:off x="11009376" y="356616"/>
            <a:ext cx="521208"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1C7F9E"/>
                </a:solidFill>
                <a:latin typeface="Arial"/>
              </a:rPr>
              <a:t>Menu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2F5F6"/>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CODE PROJECT</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0B1F2A"/>
                </a:solidFill>
                <a:latin typeface="Arial Narrow"/>
              </a:rPr>
              <a:t>Kode dipisah supaya perhitungan bisa diuji sendiri.</a:t>
            </a:r>
          </a:p>
        </p:txBody>
      </p:sp>
      <p:sp>
        <p:nvSpPr>
          <p:cNvPr id="4" name="TextBox 3"/>
          <p:cNvSpPr txBox="1"/>
          <p:nvPr/>
        </p:nvSpPr>
        <p:spPr>
          <a:xfrm>
            <a:off x="539496" y="1499616"/>
            <a:ext cx="11018520" cy="457200"/>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46626F"/>
                </a:solidFill>
                <a:latin typeface="Arial"/>
              </a:rPr>
              <a:t>Tautan repositori mengarah ke bagian yang ditunjukkan.</a:t>
            </a:r>
          </a:p>
        </p:txBody>
      </p:sp>
      <p:sp>
        <p:nvSpPr>
          <p:cNvPr id="5" name="Rectangle 4"/>
          <p:cNvSpPr/>
          <p:nvPr/>
        </p:nvSpPr>
        <p:spPr>
          <a:xfrm>
            <a:off x="502920" y="6455664"/>
            <a:ext cx="11183112" cy="1463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a:hlinkClick r:id="rId2"/>
          </p:cNvPr>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46626F"/>
                </a:solidFill>
                <a:latin typeface="Arial"/>
              </a:rPr>
              <a:t>Source code publik, tes regresi, CI, serta dokumentasi deploy dan pemulihan.</a:t>
            </a:r>
          </a:p>
        </p:txBody>
      </p:sp>
      <p:sp>
        <p:nvSpPr>
          <p:cNvPr id="7" name="TextBox 6"/>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46626F"/>
                </a:solidFill>
                <a:latin typeface="Arial"/>
              </a:rPr>
              <a:t>17</a:t>
            </a:r>
          </a:p>
        </p:txBody>
      </p:sp>
      <p:sp>
        <p:nvSpPr>
          <p:cNvPr id="8" name="Rectangle 7"/>
          <p:cNvSpPr/>
          <p:nvPr/>
        </p:nvSpPr>
        <p:spPr>
          <a:xfrm>
            <a:off x="676656" y="2276856"/>
            <a:ext cx="5020056" cy="14630"/>
          </a:xfrm>
          <a:prstGeom prst="rect">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76656" y="2505456"/>
            <a:ext cx="4974336" cy="448056"/>
          </a:xfrm>
          <a:prstGeom prst="rect">
            <a:avLst/>
          </a:prstGeom>
          <a:noFill/>
          <a:effectLst/>
        </p:spPr>
        <p:txBody>
          <a:bodyPr wrap="square" lIns="0" rIns="0" tIns="0" bIns="0">
            <a:spAutoFit/>
          </a:bodyPr>
          <a:lstStyle/>
          <a:p>
            <a:pPr>
              <a:lnSpc>
                <a:spcPct val="105000"/>
              </a:lnSpc>
              <a:spcBef>
                <a:spcPts val="0"/>
              </a:spcBef>
              <a:spcAft>
                <a:spcPts val="400"/>
              </a:spcAft>
            </a:pPr>
            <a:r>
              <a:rPr sz="2600" b="1">
                <a:solidFill>
                  <a:srgbClr val="0B1F2A"/>
                </a:solidFill>
                <a:latin typeface="Arial Narrow"/>
              </a:rPr>
              <a:t>Antarmuka</a:t>
            </a:r>
          </a:p>
        </p:txBody>
      </p:sp>
      <p:sp>
        <p:nvSpPr>
          <p:cNvPr id="10" name="TextBox 9"/>
          <p:cNvSpPr txBox="1"/>
          <p:nvPr/>
        </p:nvSpPr>
        <p:spPr>
          <a:xfrm>
            <a:off x="676656" y="3108960"/>
            <a:ext cx="4974336" cy="749808"/>
          </a:xfrm>
          <a:prstGeom prst="rect">
            <a:avLst/>
          </a:prstGeom>
          <a:noFill/>
          <a:effectLst/>
        </p:spPr>
        <p:txBody>
          <a:bodyPr wrap="square" lIns="0" rIns="0" tIns="0" bIns="0">
            <a:spAutoFit/>
          </a:bodyPr>
          <a:lstStyle/>
          <a:p>
            <a:pPr>
              <a:lnSpc>
                <a:spcPct val="105000"/>
              </a:lnSpc>
              <a:spcBef>
                <a:spcPts val="0"/>
              </a:spcBef>
              <a:spcAft>
                <a:spcPts val="400"/>
              </a:spcAft>
            </a:pPr>
            <a:r>
              <a:rPr sz="2000" b="0">
                <a:solidFill>
                  <a:srgbClr val="46626F"/>
                </a:solidFill>
                <a:latin typeface="Arial"/>
              </a:rPr>
              <a:t>Pilihan tujuan, pergantian jam,</a:t>
            </a:r>
          </a:p>
          <a:p>
            <a:pPr>
              <a:lnSpc>
                <a:spcPct val="105000"/>
              </a:lnSpc>
              <a:spcBef>
                <a:spcPts val="0"/>
              </a:spcBef>
              <a:spcAft>
                <a:spcPts val="400"/>
              </a:spcAft>
            </a:pPr>
            <a:r>
              <a:rPr sz="2000" b="0">
                <a:solidFill>
                  <a:srgbClr val="46626F"/>
                </a:solidFill>
                <a:latin typeface="Arial"/>
              </a:rPr>
              <a:t>retry, status data dan peta.</a:t>
            </a:r>
          </a:p>
        </p:txBody>
      </p:sp>
      <p:sp>
        <p:nvSpPr>
          <p:cNvPr id="11" name="TextBox 10">
            <a:hlinkClick r:id="rId3"/>
          </p:cNvPr>
          <p:cNvSpPr txBox="1"/>
          <p:nvPr/>
        </p:nvSpPr>
        <p:spPr>
          <a:xfrm>
            <a:off x="676656" y="3831336"/>
            <a:ext cx="4937760" cy="228600"/>
          </a:xfrm>
          <a:prstGeom prst="rect">
            <a:avLst/>
          </a:prstGeom>
          <a:noFill/>
          <a:effectLst/>
        </p:spPr>
        <p:txBody>
          <a:bodyPr wrap="square" lIns="0" rIns="0" tIns="0" bIns="0">
            <a:spAutoFit/>
          </a:bodyPr>
          <a:lstStyle/>
          <a:p>
            <a:pPr>
              <a:lnSpc>
                <a:spcPct val="105000"/>
              </a:lnSpc>
              <a:spcBef>
                <a:spcPts val="0"/>
              </a:spcBef>
              <a:spcAft>
                <a:spcPts val="400"/>
              </a:spcAft>
            </a:pPr>
            <a:r>
              <a:rPr sz="1300" b="1">
                <a:solidFill>
                  <a:srgbClr val="1C7F9E"/>
                </a:solidFill>
                <a:latin typeface="Arial"/>
              </a:rPr>
              <a:t>frontend/src</a:t>
            </a:r>
          </a:p>
        </p:txBody>
      </p:sp>
      <p:sp>
        <p:nvSpPr>
          <p:cNvPr id="12" name="Rectangle 11"/>
          <p:cNvSpPr/>
          <p:nvPr/>
        </p:nvSpPr>
        <p:spPr>
          <a:xfrm>
            <a:off x="6473952" y="2276856"/>
            <a:ext cx="5020056" cy="14630"/>
          </a:xfrm>
          <a:prstGeom prst="rect">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473952" y="2505456"/>
            <a:ext cx="4974336" cy="448056"/>
          </a:xfrm>
          <a:prstGeom prst="rect">
            <a:avLst/>
          </a:prstGeom>
          <a:noFill/>
          <a:effectLst/>
        </p:spPr>
        <p:txBody>
          <a:bodyPr wrap="square" lIns="0" rIns="0" tIns="0" bIns="0">
            <a:spAutoFit/>
          </a:bodyPr>
          <a:lstStyle/>
          <a:p>
            <a:pPr>
              <a:lnSpc>
                <a:spcPct val="105000"/>
              </a:lnSpc>
              <a:spcBef>
                <a:spcPts val="0"/>
              </a:spcBef>
              <a:spcAft>
                <a:spcPts val="400"/>
              </a:spcAft>
            </a:pPr>
            <a:r>
              <a:rPr sz="2600" b="1">
                <a:solidFill>
                  <a:srgbClr val="0B1F2A"/>
                </a:solidFill>
                <a:latin typeface="Arial Narrow"/>
              </a:rPr>
              <a:t>API dan cakupan</a:t>
            </a:r>
          </a:p>
        </p:txBody>
      </p:sp>
      <p:sp>
        <p:nvSpPr>
          <p:cNvPr id="14" name="TextBox 13"/>
          <p:cNvSpPr txBox="1"/>
          <p:nvPr/>
        </p:nvSpPr>
        <p:spPr>
          <a:xfrm>
            <a:off x="6473952" y="3108960"/>
            <a:ext cx="4974336" cy="749808"/>
          </a:xfrm>
          <a:prstGeom prst="rect">
            <a:avLst/>
          </a:prstGeom>
          <a:noFill/>
          <a:effectLst/>
        </p:spPr>
        <p:txBody>
          <a:bodyPr wrap="square" lIns="0" rIns="0" tIns="0" bIns="0">
            <a:spAutoFit/>
          </a:bodyPr>
          <a:lstStyle/>
          <a:p>
            <a:pPr>
              <a:lnSpc>
                <a:spcPct val="105000"/>
              </a:lnSpc>
              <a:spcBef>
                <a:spcPts val="0"/>
              </a:spcBef>
              <a:spcAft>
                <a:spcPts val="400"/>
              </a:spcAft>
            </a:pPr>
            <a:r>
              <a:rPr sz="2000" b="0">
                <a:solidFill>
                  <a:srgbClr val="46626F"/>
                </a:solidFill>
                <a:latin typeface="Arial"/>
              </a:rPr>
              <a:t>Validasi masukan, versi data,</a:t>
            </a:r>
          </a:p>
          <a:p>
            <a:pPr>
              <a:lnSpc>
                <a:spcPct val="105000"/>
              </a:lnSpc>
              <a:spcBef>
                <a:spcPts val="0"/>
              </a:spcBef>
              <a:spcAft>
                <a:spcPts val="400"/>
              </a:spcAft>
            </a:pPr>
            <a:r>
              <a:rPr sz="2000" b="0">
                <a:solidFill>
                  <a:srgbClr val="46626F"/>
                </a:solidFill>
                <a:latin typeface="Arial"/>
              </a:rPr>
              <a:t>cache dan penanganan galat.</a:t>
            </a:r>
          </a:p>
        </p:txBody>
      </p:sp>
      <p:sp>
        <p:nvSpPr>
          <p:cNvPr id="15" name="TextBox 14">
            <a:hlinkClick r:id="rId4"/>
          </p:cNvPr>
          <p:cNvSpPr txBox="1"/>
          <p:nvPr/>
        </p:nvSpPr>
        <p:spPr>
          <a:xfrm>
            <a:off x="6473952" y="3831336"/>
            <a:ext cx="4937760" cy="228600"/>
          </a:xfrm>
          <a:prstGeom prst="rect">
            <a:avLst/>
          </a:prstGeom>
          <a:noFill/>
          <a:effectLst/>
        </p:spPr>
        <p:txBody>
          <a:bodyPr wrap="square" lIns="0" rIns="0" tIns="0" bIns="0">
            <a:spAutoFit/>
          </a:bodyPr>
          <a:lstStyle/>
          <a:p>
            <a:pPr>
              <a:lnSpc>
                <a:spcPct val="105000"/>
              </a:lnSpc>
              <a:spcBef>
                <a:spcPts val="0"/>
              </a:spcBef>
              <a:spcAft>
                <a:spcPts val="400"/>
              </a:spcAft>
            </a:pPr>
            <a:r>
              <a:rPr sz="1300" b="1">
                <a:solidFill>
                  <a:srgbClr val="1C7F9E"/>
                </a:solidFill>
                <a:latin typeface="Arial"/>
              </a:rPr>
              <a:t>backend/app</a:t>
            </a:r>
          </a:p>
        </p:txBody>
      </p:sp>
      <p:sp>
        <p:nvSpPr>
          <p:cNvPr id="16" name="Rectangle 15"/>
          <p:cNvSpPr/>
          <p:nvPr/>
        </p:nvSpPr>
        <p:spPr>
          <a:xfrm>
            <a:off x="676656" y="4133087"/>
            <a:ext cx="5020056" cy="14630"/>
          </a:xfrm>
          <a:prstGeom prst="rect">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76656" y="4361688"/>
            <a:ext cx="4974336" cy="448056"/>
          </a:xfrm>
          <a:prstGeom prst="rect">
            <a:avLst/>
          </a:prstGeom>
          <a:noFill/>
          <a:effectLst/>
        </p:spPr>
        <p:txBody>
          <a:bodyPr wrap="square" lIns="0" rIns="0" tIns="0" bIns="0">
            <a:spAutoFit/>
          </a:bodyPr>
          <a:lstStyle/>
          <a:p>
            <a:pPr>
              <a:lnSpc>
                <a:spcPct val="105000"/>
              </a:lnSpc>
              <a:spcBef>
                <a:spcPts val="0"/>
              </a:spcBef>
              <a:spcAft>
                <a:spcPts val="400"/>
              </a:spcAft>
            </a:pPr>
            <a:r>
              <a:rPr sz="2600" b="1">
                <a:solidFill>
                  <a:srgbClr val="0B1F2A"/>
                </a:solidFill>
                <a:latin typeface="Arial Narrow"/>
              </a:rPr>
              <a:t>Perhitungan domain</a:t>
            </a:r>
          </a:p>
        </p:txBody>
      </p:sp>
      <p:sp>
        <p:nvSpPr>
          <p:cNvPr id="18" name="TextBox 17"/>
          <p:cNvSpPr txBox="1"/>
          <p:nvPr/>
        </p:nvSpPr>
        <p:spPr>
          <a:xfrm>
            <a:off x="676656" y="4965192"/>
            <a:ext cx="4974336" cy="749808"/>
          </a:xfrm>
          <a:prstGeom prst="rect">
            <a:avLst/>
          </a:prstGeom>
          <a:noFill/>
          <a:effectLst/>
        </p:spPr>
        <p:txBody>
          <a:bodyPr wrap="square" lIns="0" rIns="0" tIns="0" bIns="0">
            <a:spAutoFit/>
          </a:bodyPr>
          <a:lstStyle/>
          <a:p>
            <a:pPr>
              <a:lnSpc>
                <a:spcPct val="105000"/>
              </a:lnSpc>
              <a:spcBef>
                <a:spcPts val="0"/>
              </a:spcBef>
              <a:spcAft>
                <a:spcPts val="400"/>
              </a:spcAft>
            </a:pPr>
            <a:r>
              <a:rPr sz="2000" b="0">
                <a:solidFill>
                  <a:srgbClr val="46626F"/>
                </a:solidFill>
                <a:latin typeface="Arial"/>
              </a:rPr>
              <a:t>Pasut, indeks, genangan, rute,</a:t>
            </a:r>
          </a:p>
          <a:p>
            <a:pPr>
              <a:lnSpc>
                <a:spcPct val="105000"/>
              </a:lnSpc>
              <a:spcBef>
                <a:spcPts val="0"/>
              </a:spcBef>
              <a:spcAft>
                <a:spcPts val="400"/>
              </a:spcAft>
            </a:pPr>
            <a:r>
              <a:rPr sz="2000" b="0">
                <a:solidFill>
                  <a:srgbClr val="46626F"/>
                </a:solidFill>
                <a:latin typeface="Arial"/>
              </a:rPr>
              <a:t>serta estimasi dampak.</a:t>
            </a:r>
          </a:p>
        </p:txBody>
      </p:sp>
      <p:sp>
        <p:nvSpPr>
          <p:cNvPr id="19" name="TextBox 18">
            <a:hlinkClick r:id="rId5"/>
          </p:cNvPr>
          <p:cNvSpPr txBox="1"/>
          <p:nvPr/>
        </p:nvSpPr>
        <p:spPr>
          <a:xfrm>
            <a:off x="676656" y="5687568"/>
            <a:ext cx="4937760" cy="228600"/>
          </a:xfrm>
          <a:prstGeom prst="rect">
            <a:avLst/>
          </a:prstGeom>
          <a:noFill/>
          <a:effectLst/>
        </p:spPr>
        <p:txBody>
          <a:bodyPr wrap="square" lIns="0" rIns="0" tIns="0" bIns="0">
            <a:spAutoFit/>
          </a:bodyPr>
          <a:lstStyle/>
          <a:p>
            <a:pPr>
              <a:lnSpc>
                <a:spcPct val="105000"/>
              </a:lnSpc>
              <a:spcBef>
                <a:spcPts val="0"/>
              </a:spcBef>
              <a:spcAft>
                <a:spcPts val="400"/>
              </a:spcAft>
            </a:pPr>
            <a:r>
              <a:rPr sz="1300" b="1">
                <a:solidFill>
                  <a:srgbClr val="1C7F9E"/>
                </a:solidFill>
                <a:latin typeface="Arial"/>
              </a:rPr>
              <a:t>backend/app/domain</a:t>
            </a:r>
          </a:p>
        </p:txBody>
      </p:sp>
      <p:sp>
        <p:nvSpPr>
          <p:cNvPr id="20" name="Rectangle 19"/>
          <p:cNvSpPr/>
          <p:nvPr/>
        </p:nvSpPr>
        <p:spPr>
          <a:xfrm>
            <a:off x="6473952" y="4133087"/>
            <a:ext cx="5020056" cy="14630"/>
          </a:xfrm>
          <a:prstGeom prst="rect">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473952" y="4361688"/>
            <a:ext cx="4974336" cy="448056"/>
          </a:xfrm>
          <a:prstGeom prst="rect">
            <a:avLst/>
          </a:prstGeom>
          <a:noFill/>
          <a:effectLst/>
        </p:spPr>
        <p:txBody>
          <a:bodyPr wrap="square" lIns="0" rIns="0" tIns="0" bIns="0">
            <a:spAutoFit/>
          </a:bodyPr>
          <a:lstStyle/>
          <a:p>
            <a:pPr>
              <a:lnSpc>
                <a:spcPct val="105000"/>
              </a:lnSpc>
              <a:spcBef>
                <a:spcPts val="0"/>
              </a:spcBef>
              <a:spcAft>
                <a:spcPts val="400"/>
              </a:spcAft>
            </a:pPr>
            <a:r>
              <a:rPr sz="2600" b="1">
                <a:solidFill>
                  <a:srgbClr val="0B1F2A"/>
                </a:solidFill>
                <a:latin typeface="Arial Narrow"/>
              </a:rPr>
              <a:t>Data dan pengujian</a:t>
            </a:r>
          </a:p>
        </p:txBody>
      </p:sp>
      <p:sp>
        <p:nvSpPr>
          <p:cNvPr id="22" name="TextBox 21"/>
          <p:cNvSpPr txBox="1"/>
          <p:nvPr/>
        </p:nvSpPr>
        <p:spPr>
          <a:xfrm>
            <a:off x="6473952" y="4965192"/>
            <a:ext cx="4974336" cy="749808"/>
          </a:xfrm>
          <a:prstGeom prst="rect">
            <a:avLst/>
          </a:prstGeom>
          <a:noFill/>
          <a:effectLst/>
        </p:spPr>
        <p:txBody>
          <a:bodyPr wrap="square" lIns="0" rIns="0" tIns="0" bIns="0">
            <a:spAutoFit/>
          </a:bodyPr>
          <a:lstStyle/>
          <a:p>
            <a:pPr>
              <a:lnSpc>
                <a:spcPct val="105000"/>
              </a:lnSpc>
              <a:spcBef>
                <a:spcPts val="0"/>
              </a:spcBef>
              <a:spcAft>
                <a:spcPts val="400"/>
              </a:spcAft>
            </a:pPr>
            <a:r>
              <a:rPr sz="2000" b="0">
                <a:solidFill>
                  <a:srgbClr val="46626F"/>
                </a:solidFill>
                <a:latin typeface="Arial"/>
              </a:rPr>
              <a:t>Uji regresi, graf pembanding,</a:t>
            </a:r>
          </a:p>
          <a:p>
            <a:pPr>
              <a:lnSpc>
                <a:spcPct val="105000"/>
              </a:lnSpc>
              <a:spcBef>
                <a:spcPts val="0"/>
              </a:spcBef>
              <a:spcAft>
                <a:spcPts val="400"/>
              </a:spcAft>
            </a:pPr>
            <a:r>
              <a:rPr sz="2000" b="0">
                <a:solidFill>
                  <a:srgbClr val="46626F"/>
                </a:solidFill>
                <a:latin typeface="Arial"/>
              </a:rPr>
              <a:t>kasus ekstrem dan cakupan waktu.</a:t>
            </a:r>
          </a:p>
        </p:txBody>
      </p:sp>
      <p:sp>
        <p:nvSpPr>
          <p:cNvPr id="23" name="TextBox 22">
            <a:hlinkClick r:id="rId6"/>
          </p:cNvPr>
          <p:cNvSpPr txBox="1"/>
          <p:nvPr/>
        </p:nvSpPr>
        <p:spPr>
          <a:xfrm>
            <a:off x="6473952" y="5687568"/>
            <a:ext cx="4937760" cy="228600"/>
          </a:xfrm>
          <a:prstGeom prst="rect">
            <a:avLst/>
          </a:prstGeom>
          <a:noFill/>
          <a:effectLst/>
        </p:spPr>
        <p:txBody>
          <a:bodyPr wrap="square" lIns="0" rIns="0" tIns="0" bIns="0">
            <a:spAutoFit/>
          </a:bodyPr>
          <a:lstStyle/>
          <a:p>
            <a:pPr>
              <a:lnSpc>
                <a:spcPct val="105000"/>
              </a:lnSpc>
              <a:spcBef>
                <a:spcPts val="0"/>
              </a:spcBef>
              <a:spcAft>
                <a:spcPts val="400"/>
              </a:spcAft>
            </a:pPr>
            <a:r>
              <a:rPr sz="1300" b="1">
                <a:solidFill>
                  <a:srgbClr val="1C7F9E"/>
                </a:solidFill>
                <a:latin typeface="Arial"/>
              </a:rPr>
              <a:t>backend/tests</a:t>
            </a:r>
          </a:p>
        </p:txBody>
      </p:sp>
      <p:sp>
        <p:nvSpPr>
          <p:cNvPr id="24" name="Rectangle 23">
            <a:hlinkClick action="ppaction://hlinksldjump" r:id="rId8"/>
          </p:cNvPr>
          <p:cNvSpPr/>
          <p:nvPr/>
        </p:nvSpPr>
        <p:spPr>
          <a:xfrm>
            <a:off x="10917936" y="274320"/>
            <a:ext cx="704088" cy="384048"/>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a:hlinkClick action="ppaction://hlinksldjump" r:id="rId8"/>
          </p:cNvPr>
          <p:cNvSpPr txBox="1"/>
          <p:nvPr/>
        </p:nvSpPr>
        <p:spPr>
          <a:xfrm>
            <a:off x="11009376" y="356616"/>
            <a:ext cx="521208"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1C7F9E"/>
                </a:solidFill>
                <a:latin typeface="Arial"/>
              </a:rPr>
              <a:t>Menu</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2F5F6"/>
        </a:solidFill>
        <a:effectLst/>
      </p:bgPr>
    </p:bg>
    <p:spTree>
      <p:nvGrpSpPr>
        <p:cNvPr id="1" name=""/>
        <p:cNvGrpSpPr/>
        <p:nvPr/>
      </p:nvGrpSpPr>
      <p:grpSpPr/>
      <p:sp>
        <p:nvSpPr>
          <p:cNvPr id="2" name="TextBox 1"/>
          <p:cNvSpPr txBox="1"/>
          <p:nvPr/>
        </p:nvSpPr>
        <p:spPr>
          <a:xfrm>
            <a:off x="530352" y="320040"/>
            <a:ext cx="9144000" cy="274320"/>
          </a:xfrm>
          <a:prstGeom prst="rect">
            <a:avLst/>
          </a:prstGeom>
          <a:noFill/>
          <a:effectLst/>
        </p:spPr>
        <p:txBody>
          <a:bodyPr wrap="square" lIns="0" rIns="0" tIns="0" bIns="0">
            <a:spAutoFit/>
          </a:bodyPr>
          <a:lstStyle/>
          <a:p>
            <a:pPr>
              <a:lnSpc>
                <a:spcPct val="105000"/>
              </a:lnSpc>
              <a:spcBef>
                <a:spcPts val="0"/>
              </a:spcBef>
              <a:spcAft>
                <a:spcPts val="400"/>
              </a:spcAft>
            </a:pPr>
            <a:r>
              <a:rPr sz="1150" b="1">
                <a:solidFill>
                  <a:srgbClr val="1C7F9E"/>
                </a:solidFill>
                <a:latin typeface="Arial"/>
              </a:rPr>
              <a:t>PERHITUNGAN DAMPAK</a:t>
            </a:r>
          </a:p>
        </p:txBody>
      </p:sp>
      <p:sp>
        <p:nvSpPr>
          <p:cNvPr id="3" name="TextBox 2"/>
          <p:cNvSpPr txBox="1"/>
          <p:nvPr/>
        </p:nvSpPr>
        <p:spPr>
          <a:xfrm>
            <a:off x="512064" y="786384"/>
            <a:ext cx="11155680" cy="603504"/>
          </a:xfrm>
          <a:prstGeom prst="rect">
            <a:avLst/>
          </a:prstGeom>
          <a:noFill/>
          <a:effectLst/>
        </p:spPr>
        <p:txBody>
          <a:bodyPr wrap="square" lIns="0" rIns="0" tIns="0" bIns="0">
            <a:spAutoFit/>
          </a:bodyPr>
          <a:lstStyle/>
          <a:p>
            <a:pPr>
              <a:lnSpc>
                <a:spcPct val="105000"/>
              </a:lnSpc>
              <a:spcBef>
                <a:spcPts val="0"/>
              </a:spcBef>
              <a:spcAft>
                <a:spcPts val="400"/>
              </a:spcAft>
            </a:pPr>
            <a:r>
              <a:rPr sz="3400" b="1">
                <a:solidFill>
                  <a:srgbClr val="0B1F2A"/>
                </a:solidFill>
                <a:latin typeface="Arial Narrow"/>
              </a:rPr>
              <a:t>BBM dan CO₂ dihitung dari tambahan jarak.</a:t>
            </a:r>
          </a:p>
        </p:txBody>
      </p:sp>
      <p:sp>
        <p:nvSpPr>
          <p:cNvPr id="4" name="TextBox 3"/>
          <p:cNvSpPr txBox="1"/>
          <p:nvPr/>
        </p:nvSpPr>
        <p:spPr>
          <a:xfrm>
            <a:off x="539496" y="1499616"/>
            <a:ext cx="11018520" cy="457200"/>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46626F"/>
                </a:solidFill>
                <a:latin typeface="Arial"/>
              </a:rPr>
              <a:t>Pembanding mengabaikan genangan pada jam dan moda yang sama.</a:t>
            </a:r>
          </a:p>
        </p:txBody>
      </p:sp>
      <p:sp>
        <p:nvSpPr>
          <p:cNvPr id="5" name="Rectangle 4"/>
          <p:cNvSpPr/>
          <p:nvPr/>
        </p:nvSpPr>
        <p:spPr>
          <a:xfrm>
            <a:off x="502920" y="6455664"/>
            <a:ext cx="11183112" cy="1463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a:hlinkClick r:id="rId2"/>
          </p:cNvPr>
          <p:cNvSpPr txBox="1"/>
          <p:nvPr/>
        </p:nvSpPr>
        <p:spPr>
          <a:xfrm>
            <a:off x="502920" y="6537960"/>
            <a:ext cx="10607040" cy="201168"/>
          </a:xfrm>
          <a:prstGeom prst="rect">
            <a:avLst/>
          </a:prstGeom>
          <a:noFill/>
          <a:effectLst/>
        </p:spPr>
        <p:txBody>
          <a:bodyPr wrap="square" lIns="0" rIns="0" tIns="0" bIns="0">
            <a:spAutoFit/>
          </a:bodyPr>
          <a:lstStyle/>
          <a:p>
            <a:pPr>
              <a:lnSpc>
                <a:spcPct val="105000"/>
              </a:lnSpc>
              <a:spcBef>
                <a:spcPts val="0"/>
              </a:spcBef>
              <a:spcAft>
                <a:spcPts val="400"/>
              </a:spcAft>
            </a:pPr>
            <a:r>
              <a:rPr sz="950" b="0">
                <a:solidFill>
                  <a:srgbClr val="46626F"/>
                </a:solidFill>
                <a:latin typeface="Arial"/>
              </a:rPr>
              <a:t>dampak.py; ambang_moda; skenario.json. Rationale faktor di docs/sumber_angka.md; konsumsi masih asumsi.</a:t>
            </a:r>
          </a:p>
        </p:txBody>
      </p:sp>
      <p:sp>
        <p:nvSpPr>
          <p:cNvPr id="7" name="TextBox 6"/>
          <p:cNvSpPr txBox="1"/>
          <p:nvPr/>
        </p:nvSpPr>
        <p:spPr>
          <a:xfrm>
            <a:off x="11301984" y="6510528"/>
            <a:ext cx="365760" cy="256032"/>
          </a:xfrm>
          <a:prstGeom prst="rect">
            <a:avLst/>
          </a:prstGeom>
          <a:noFill/>
          <a:effectLst/>
        </p:spPr>
        <p:txBody>
          <a:bodyPr wrap="square" lIns="0" rIns="0" tIns="0" bIns="0">
            <a:spAutoFit/>
          </a:bodyPr>
          <a:lstStyle/>
          <a:p>
            <a:pPr algn="r">
              <a:lnSpc>
                <a:spcPct val="105000"/>
              </a:lnSpc>
              <a:spcBef>
                <a:spcPts val="0"/>
              </a:spcBef>
              <a:spcAft>
                <a:spcPts val="400"/>
              </a:spcAft>
            </a:pPr>
            <a:r>
              <a:rPr sz="1200" b="0">
                <a:solidFill>
                  <a:srgbClr val="46626F"/>
                </a:solidFill>
                <a:latin typeface="Arial"/>
              </a:rPr>
              <a:t>18</a:t>
            </a:r>
          </a:p>
        </p:txBody>
      </p:sp>
      <p:sp>
        <p:nvSpPr>
          <p:cNvPr id="8" name="TextBox 7"/>
          <p:cNvSpPr txBox="1"/>
          <p:nvPr/>
        </p:nvSpPr>
        <p:spPr>
          <a:xfrm>
            <a:off x="667512" y="2194560"/>
            <a:ext cx="10881360" cy="1024128"/>
          </a:xfrm>
          <a:prstGeom prst="rect">
            <a:avLst/>
          </a:prstGeom>
          <a:noFill/>
          <a:effectLst/>
        </p:spPr>
        <p:txBody>
          <a:bodyPr wrap="square" lIns="0" rIns="0" tIns="0" bIns="0">
            <a:spAutoFit/>
          </a:bodyPr>
          <a:lstStyle/>
          <a:p>
            <a:pPr>
              <a:lnSpc>
                <a:spcPct val="105000"/>
              </a:lnSpc>
              <a:spcBef>
                <a:spcPts val="0"/>
              </a:spcBef>
              <a:spcAft>
                <a:spcPts val="400"/>
              </a:spcAft>
            </a:pPr>
            <a:r>
              <a:rPr sz="3100" b="1">
                <a:solidFill>
                  <a:srgbClr val="0B1F2A"/>
                </a:solidFill>
                <a:latin typeface="Arial Narrow"/>
              </a:rPr>
              <a:t>Δ BBM = Δ jarak × konsumsi per km</a:t>
            </a:r>
          </a:p>
          <a:p>
            <a:pPr>
              <a:lnSpc>
                <a:spcPct val="105000"/>
              </a:lnSpc>
              <a:spcBef>
                <a:spcPts val="0"/>
              </a:spcBef>
              <a:spcAft>
                <a:spcPts val="400"/>
              </a:spcAft>
            </a:pPr>
            <a:r>
              <a:rPr sz="3100" b="1">
                <a:solidFill>
                  <a:srgbClr val="0B1F2A"/>
                </a:solidFill>
                <a:latin typeface="Arial Narrow"/>
              </a:rPr>
              <a:t>Δ CO₂ = Δ BBM × faktor pembakaran</a:t>
            </a:r>
          </a:p>
        </p:txBody>
      </p:sp>
      <p:sp>
        <p:nvSpPr>
          <p:cNvPr id="9" name="Rectangle 8"/>
          <p:cNvSpPr/>
          <p:nvPr/>
        </p:nvSpPr>
        <p:spPr>
          <a:xfrm>
            <a:off x="667512" y="3557016"/>
            <a:ext cx="10872216" cy="1463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694944" y="3913632"/>
            <a:ext cx="3291840" cy="630936"/>
          </a:xfrm>
          <a:prstGeom prst="rect">
            <a:avLst/>
          </a:prstGeom>
          <a:noFill/>
          <a:effectLst/>
        </p:spPr>
        <p:txBody>
          <a:bodyPr wrap="square" lIns="0" rIns="0" tIns="0" bIns="0">
            <a:spAutoFit/>
          </a:bodyPr>
          <a:lstStyle/>
          <a:p>
            <a:pPr>
              <a:lnSpc>
                <a:spcPct val="105000"/>
              </a:lnSpc>
              <a:spcBef>
                <a:spcPts val="0"/>
              </a:spcBef>
              <a:spcAft>
                <a:spcPts val="400"/>
              </a:spcAft>
            </a:pPr>
            <a:r>
              <a:rPr sz="3600" b="1">
                <a:solidFill>
                  <a:srgbClr val="1C7F9E"/>
                </a:solidFill>
                <a:latin typeface="Arial Narrow"/>
              </a:rPr>
              <a:t>0,020 L/km</a:t>
            </a:r>
          </a:p>
        </p:txBody>
      </p:sp>
      <p:sp>
        <p:nvSpPr>
          <p:cNvPr id="11" name="TextBox 10"/>
          <p:cNvSpPr txBox="1"/>
          <p:nvPr/>
        </p:nvSpPr>
        <p:spPr>
          <a:xfrm>
            <a:off x="694944" y="4663440"/>
            <a:ext cx="3291840" cy="804672"/>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Asumsi konsumsi motor</a:t>
            </a:r>
          </a:p>
        </p:txBody>
      </p:sp>
      <p:sp>
        <p:nvSpPr>
          <p:cNvPr id="12" name="TextBox 11"/>
          <p:cNvSpPr txBox="1"/>
          <p:nvPr/>
        </p:nvSpPr>
        <p:spPr>
          <a:xfrm>
            <a:off x="4562856" y="3913632"/>
            <a:ext cx="3291840" cy="630936"/>
          </a:xfrm>
          <a:prstGeom prst="rect">
            <a:avLst/>
          </a:prstGeom>
          <a:noFill/>
          <a:effectLst/>
        </p:spPr>
        <p:txBody>
          <a:bodyPr wrap="square" lIns="0" rIns="0" tIns="0" bIns="0">
            <a:spAutoFit/>
          </a:bodyPr>
          <a:lstStyle/>
          <a:p>
            <a:pPr>
              <a:lnSpc>
                <a:spcPct val="105000"/>
              </a:lnSpc>
              <a:spcBef>
                <a:spcPts val="0"/>
              </a:spcBef>
              <a:spcAft>
                <a:spcPts val="400"/>
              </a:spcAft>
            </a:pPr>
            <a:r>
              <a:rPr sz="3600" b="1">
                <a:solidFill>
                  <a:srgbClr val="1C7F9E"/>
                </a:solidFill>
                <a:latin typeface="Arial Narrow"/>
              </a:rPr>
              <a:t>±30%</a:t>
            </a:r>
          </a:p>
        </p:txBody>
      </p:sp>
      <p:sp>
        <p:nvSpPr>
          <p:cNvPr id="13" name="TextBox 12"/>
          <p:cNvSpPr txBox="1"/>
          <p:nvPr/>
        </p:nvSpPr>
        <p:spPr>
          <a:xfrm>
            <a:off x="4562856" y="4663440"/>
            <a:ext cx="3291840" cy="804672"/>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Rentang asumsi konsumsi</a:t>
            </a:r>
          </a:p>
        </p:txBody>
      </p:sp>
      <p:sp>
        <p:nvSpPr>
          <p:cNvPr id="14" name="TextBox 13"/>
          <p:cNvSpPr txBox="1"/>
          <p:nvPr/>
        </p:nvSpPr>
        <p:spPr>
          <a:xfrm>
            <a:off x="8375904" y="3913632"/>
            <a:ext cx="3200400" cy="630936"/>
          </a:xfrm>
          <a:prstGeom prst="rect">
            <a:avLst/>
          </a:prstGeom>
          <a:noFill/>
          <a:effectLst/>
        </p:spPr>
        <p:txBody>
          <a:bodyPr wrap="square" lIns="0" rIns="0" tIns="0" bIns="0">
            <a:spAutoFit/>
          </a:bodyPr>
          <a:lstStyle/>
          <a:p>
            <a:pPr>
              <a:lnSpc>
                <a:spcPct val="105000"/>
              </a:lnSpc>
              <a:spcBef>
                <a:spcPts val="0"/>
              </a:spcBef>
              <a:spcAft>
                <a:spcPts val="400"/>
              </a:spcAft>
            </a:pPr>
            <a:r>
              <a:rPr sz="3600" b="1">
                <a:solidFill>
                  <a:srgbClr val="1C7F9E"/>
                </a:solidFill>
                <a:latin typeface="Arial Narrow"/>
              </a:rPr>
              <a:t>2,31 kg/L</a:t>
            </a:r>
          </a:p>
        </p:txBody>
      </p:sp>
      <p:sp>
        <p:nvSpPr>
          <p:cNvPr id="15" name="TextBox 14"/>
          <p:cNvSpPr txBox="1"/>
          <p:nvPr/>
        </p:nvSpPr>
        <p:spPr>
          <a:xfrm>
            <a:off x="8375904" y="4663440"/>
            <a:ext cx="3200400" cy="804672"/>
          </a:xfrm>
          <a:prstGeom prst="rect">
            <a:avLst/>
          </a:prstGeom>
          <a:noFill/>
          <a:effectLst/>
        </p:spPr>
        <p:txBody>
          <a:bodyPr wrap="square" lIns="0" rIns="0" tIns="0" bIns="0">
            <a:spAutoFit/>
          </a:bodyPr>
          <a:lstStyle/>
          <a:p>
            <a:pPr>
              <a:lnSpc>
                <a:spcPct val="105000"/>
              </a:lnSpc>
              <a:spcBef>
                <a:spcPts val="0"/>
              </a:spcBef>
              <a:spcAft>
                <a:spcPts val="400"/>
              </a:spcAft>
            </a:pPr>
            <a:r>
              <a:rPr sz="1800" b="0">
                <a:solidFill>
                  <a:srgbClr val="46626F"/>
                </a:solidFill>
                <a:latin typeface="Arial"/>
              </a:rPr>
              <a:t>Faktor CO₂ pembakaran bensin</a:t>
            </a:r>
          </a:p>
        </p:txBody>
      </p:sp>
      <p:sp>
        <p:nvSpPr>
          <p:cNvPr id="16" name="TextBox 15"/>
          <p:cNvSpPr txBox="1"/>
          <p:nvPr/>
        </p:nvSpPr>
        <p:spPr>
          <a:xfrm>
            <a:off x="704088" y="5888736"/>
            <a:ext cx="10817352" cy="438912"/>
          </a:xfrm>
          <a:prstGeom prst="rect">
            <a:avLst/>
          </a:prstGeom>
          <a:noFill/>
          <a:effectLst/>
        </p:spPr>
        <p:txBody>
          <a:bodyPr wrap="square" lIns="0" rIns="0" tIns="0" bIns="0">
            <a:spAutoFit/>
          </a:bodyPr>
          <a:lstStyle/>
          <a:p>
            <a:pPr>
              <a:lnSpc>
                <a:spcPct val="105000"/>
              </a:lnSpc>
              <a:spcBef>
                <a:spcPts val="0"/>
              </a:spcBef>
              <a:spcAft>
                <a:spcPts val="400"/>
              </a:spcAft>
            </a:pPr>
            <a:r>
              <a:rPr sz="1700" b="0">
                <a:solidFill>
                  <a:srgbClr val="46626F"/>
                </a:solidFill>
                <a:latin typeface="Arial"/>
              </a:rPr>
              <a:t>Belum mengukur kemacetan nyata, biaya menunggu, penghematan kota, atau dampak kesehatan pengguna.</a:t>
            </a:r>
          </a:p>
        </p:txBody>
      </p:sp>
      <p:sp>
        <p:nvSpPr>
          <p:cNvPr id="17" name="Rectangle 16">
            <a:hlinkClick action="ppaction://hlinksldjump" r:id="rId4"/>
          </p:cNvPr>
          <p:cNvSpPr/>
          <p:nvPr/>
        </p:nvSpPr>
        <p:spPr>
          <a:xfrm>
            <a:off x="10917936" y="274320"/>
            <a:ext cx="704088" cy="384048"/>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a:hlinkClick action="ppaction://hlinksldjump" r:id="rId4"/>
          </p:cNvPr>
          <p:cNvSpPr txBox="1"/>
          <p:nvPr/>
        </p:nvSpPr>
        <p:spPr>
          <a:xfrm>
            <a:off x="11009376" y="356616"/>
            <a:ext cx="521208" cy="256031"/>
          </a:xfrm>
          <a:prstGeom prst="rect">
            <a:avLst/>
          </a:prstGeom>
          <a:noFill/>
          <a:effectLst/>
        </p:spPr>
        <p:txBody>
          <a:bodyPr wrap="square" lIns="0" rIns="0" tIns="0" bIns="0">
            <a:spAutoFit/>
          </a:bodyPr>
          <a:lstStyle/>
          <a:p>
            <a:pPr>
              <a:lnSpc>
                <a:spcPct val="105000"/>
              </a:lnSpc>
              <a:spcBef>
                <a:spcPts val="0"/>
              </a:spcBef>
              <a:spcAft>
                <a:spcPts val="400"/>
              </a:spcAft>
            </a:pPr>
            <a:r>
              <a:rPr sz="1100" b="1">
                <a:solidFill>
                  <a:srgbClr val="1C7F9E"/>
                </a:solidFill>
                <a:latin typeface="Arial"/>
              </a:rPr>
              <a:t>Menu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PASANG SURUT | Final DSDC ANFORCOM 2026</dc:title>
  <dc:subject>Perencanaan rute dan waktu di pesisir Semarang</dc:subject>
  <dc:creator>trio la albiceleste | ITS Surabaya</dc:creator>
  <cp:keywords/>
  <dc:description>Revisi 25 September 2026. 9 slide utama, 9 lampiran. Bukti dan batas mengikuti audit data 25 September.</dc:description>
  <cp:lastModifiedBy>Steve Canny</cp:lastModifiedBy>
  <cp:revision>1</cp:revision>
  <dcterms:created xsi:type="dcterms:W3CDTF">2013-01-27T09:14:16Z</dcterms:created>
  <dcterms:modified xsi:type="dcterms:W3CDTF">2013-01-27T09:15:58Z</dcterms:modified>
  <cp:category/>
</cp:coreProperties>
</file>